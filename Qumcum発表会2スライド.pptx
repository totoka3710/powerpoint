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9144000" cy="5715000" type="screen16x10"/>
  <p:notesSz cx="6858000" cy="9144000"/>
  <p:embeddedFontLst>
    <p:embeddedFont>
      <p:font typeface="Noto Sans JP" panose="020B0200000000000000" pitchFamily="50" charset="-128"/>
      <p:regular r:id="rId6"/>
      <p:bold r:id="rId7"/>
    </p:embeddedFont>
    <p:embeddedFont>
      <p:font typeface="Noto Sans JP Black" panose="020B0200000000000000" pitchFamily="50" charset="-128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00FF"/>
    <a:srgbClr val="FF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9" autoAdjust="0"/>
    <p:restoredTop sz="97729" autoAdjust="0"/>
  </p:normalViewPr>
  <p:slideViewPr>
    <p:cSldViewPr snapToGrid="0" showGuides="1">
      <p:cViewPr>
        <p:scale>
          <a:sx n="150" d="100"/>
          <a:sy n="150" d="100"/>
        </p:scale>
        <p:origin x="2298" y="1314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8118-D778-4597-A1BF-93EEE7F7E1D5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B7ED8-2229-4F43-AEED-26F09677CF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4044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8118-D778-4597-A1BF-93EEE7F7E1D5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B7ED8-2229-4F43-AEED-26F09677CF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5743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8118-D778-4597-A1BF-93EEE7F7E1D5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B7ED8-2229-4F43-AEED-26F09677CF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713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8118-D778-4597-A1BF-93EEE7F7E1D5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B7ED8-2229-4F43-AEED-26F09677CF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301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8118-D778-4597-A1BF-93EEE7F7E1D5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B7ED8-2229-4F43-AEED-26F09677CF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16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8118-D778-4597-A1BF-93EEE7F7E1D5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B7ED8-2229-4F43-AEED-26F09677CF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032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8118-D778-4597-A1BF-93EEE7F7E1D5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B7ED8-2229-4F43-AEED-26F09677CF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930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8118-D778-4597-A1BF-93EEE7F7E1D5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B7ED8-2229-4F43-AEED-26F09677CF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093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8118-D778-4597-A1BF-93EEE7F7E1D5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B7ED8-2229-4F43-AEED-26F09677CF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0014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8118-D778-4597-A1BF-93EEE7F7E1D5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B7ED8-2229-4F43-AEED-26F09677CF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72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8118-D778-4597-A1BF-93EEE7F7E1D5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B7ED8-2229-4F43-AEED-26F09677CF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003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CB8118-D778-4597-A1BF-93EEE7F7E1D5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B7ED8-2229-4F43-AEED-26F09677CF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77267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45F7DBA-AAB3-87A1-240C-632C8C54E01D}"/>
              </a:ext>
            </a:extLst>
          </p:cNvPr>
          <p:cNvSpPr/>
          <p:nvPr/>
        </p:nvSpPr>
        <p:spPr>
          <a:xfrm>
            <a:off x="-2309813" y="892746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プログラム紹介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92EB298-1179-CE20-CF8F-21169173DBAE}"/>
              </a:ext>
            </a:extLst>
          </p:cNvPr>
          <p:cNvSpPr/>
          <p:nvPr/>
        </p:nvSpPr>
        <p:spPr>
          <a:xfrm>
            <a:off x="-2309813" y="2009254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目的･工夫点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BA9FE5A-CC0E-65B1-FFA7-45871B4E6AE2}"/>
              </a:ext>
            </a:extLst>
          </p:cNvPr>
          <p:cNvSpPr/>
          <p:nvPr/>
        </p:nvSpPr>
        <p:spPr>
          <a:xfrm>
            <a:off x="-2309813" y="3125762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実演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3CD2FD8-E64E-9644-0866-782304A377E5}"/>
              </a:ext>
            </a:extLst>
          </p:cNvPr>
          <p:cNvSpPr/>
          <p:nvPr/>
        </p:nvSpPr>
        <p:spPr>
          <a:xfrm>
            <a:off x="-2309813" y="4248073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苦労した点･改善点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18AEAE4-A2AC-FEB0-77C5-615A98BE04C5}"/>
              </a:ext>
            </a:extLst>
          </p:cNvPr>
          <p:cNvSpPr txBox="1"/>
          <p:nvPr/>
        </p:nvSpPr>
        <p:spPr>
          <a:xfrm>
            <a:off x="2727585" y="1841837"/>
            <a:ext cx="37305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0" b="1" dirty="0">
                <a:latin typeface="+mn-ea"/>
              </a:rPr>
              <a:t>頭文字</a:t>
            </a:r>
            <a:r>
              <a:rPr kumimoji="1" lang="en-US" altLang="ja-JP" sz="6000" b="1" dirty="0">
                <a:latin typeface="+mn-ea"/>
              </a:rPr>
              <a:t>2</a:t>
            </a:r>
            <a:r>
              <a:rPr kumimoji="1" lang="ja-JP" altLang="en-US" sz="6000" b="1" dirty="0">
                <a:latin typeface="+mn-ea"/>
              </a:rPr>
              <a:t>組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5682DA1-735E-5FCF-FE8E-968DDA31E0A3}"/>
              </a:ext>
            </a:extLst>
          </p:cNvPr>
          <p:cNvSpPr txBox="1"/>
          <p:nvPr/>
        </p:nvSpPr>
        <p:spPr>
          <a:xfrm>
            <a:off x="1629251" y="3380815"/>
            <a:ext cx="272382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【</a:t>
            </a:r>
            <a:r>
              <a:rPr kumimoji="1" lang="ja-JP" altLang="en-US" dirty="0"/>
              <a:t>メンバー</a:t>
            </a:r>
            <a:r>
              <a:rPr kumimoji="1" lang="en-US" altLang="ja-JP" dirty="0"/>
              <a:t>】</a:t>
            </a:r>
          </a:p>
          <a:p>
            <a:r>
              <a:rPr kumimoji="1" lang="ja-JP" altLang="en-US" dirty="0"/>
              <a:t>イー　　　トゥ　　ゾー</a:t>
            </a:r>
            <a:endParaRPr kumimoji="1" lang="en-US" altLang="ja-JP" dirty="0"/>
          </a:p>
          <a:p>
            <a:r>
              <a:rPr kumimoji="1" lang="ja-JP" altLang="en-US" dirty="0"/>
              <a:t>インジン　ゾー</a:t>
            </a:r>
            <a:endParaRPr kumimoji="1" lang="en-US" altLang="ja-JP" dirty="0"/>
          </a:p>
          <a:p>
            <a:r>
              <a:rPr kumimoji="1" lang="ja-JP" altLang="en-US" dirty="0"/>
              <a:t>王　　　　映筑</a:t>
            </a:r>
            <a:endParaRPr kumimoji="1" lang="en-US" altLang="ja-JP" dirty="0"/>
          </a:p>
          <a:p>
            <a:r>
              <a:rPr kumimoji="1" lang="ja-JP" altLang="en-US" dirty="0"/>
              <a:t>大塚　　　蓮</a:t>
            </a:r>
            <a:endParaRPr kumimoji="1" lang="en-US" altLang="ja-JP" dirty="0"/>
          </a:p>
          <a:p>
            <a:r>
              <a:rPr kumimoji="1" lang="ja-JP" altLang="en-US" dirty="0"/>
              <a:t>木村　　　湊</a:t>
            </a:r>
            <a:endParaRPr kumimoji="1" lang="en-US" altLang="ja-JP" dirty="0"/>
          </a:p>
          <a:p>
            <a:r>
              <a:rPr kumimoji="1" lang="ja-JP" altLang="en-US" dirty="0"/>
              <a:t>キン　　　ニン　　ウー</a:t>
            </a:r>
          </a:p>
        </p:txBody>
      </p:sp>
    </p:spTree>
    <p:extLst>
      <p:ext uri="{BB962C8B-B14F-4D97-AF65-F5344CB8AC3E}">
        <p14:creationId xmlns:p14="http://schemas.microsoft.com/office/powerpoint/2010/main" val="3148720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B84E-4654-0AB2-7DBF-F8BD7D1F0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1547904-4F2C-7892-D136-FD74C30F09F5}"/>
              </a:ext>
            </a:extLst>
          </p:cNvPr>
          <p:cNvSpPr/>
          <p:nvPr/>
        </p:nvSpPr>
        <p:spPr>
          <a:xfrm>
            <a:off x="3429000" y="892746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プログラム紹介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F3DF422-FF86-6967-A7FB-0F8CFD9130EC}"/>
              </a:ext>
            </a:extLst>
          </p:cNvPr>
          <p:cNvSpPr/>
          <p:nvPr/>
        </p:nvSpPr>
        <p:spPr>
          <a:xfrm>
            <a:off x="3429000" y="2009254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目的･工夫点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EBB5384-5121-0BD1-330B-7E7267A891A6}"/>
              </a:ext>
            </a:extLst>
          </p:cNvPr>
          <p:cNvSpPr/>
          <p:nvPr/>
        </p:nvSpPr>
        <p:spPr>
          <a:xfrm>
            <a:off x="3429000" y="3125762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実演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E7A6B4A-133D-E5A2-B89B-675063CA7424}"/>
              </a:ext>
            </a:extLst>
          </p:cNvPr>
          <p:cNvSpPr/>
          <p:nvPr/>
        </p:nvSpPr>
        <p:spPr>
          <a:xfrm>
            <a:off x="3429000" y="4248073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苦労した点･改善点</a:t>
            </a:r>
          </a:p>
        </p:txBody>
      </p:sp>
    </p:spTree>
    <p:extLst>
      <p:ext uri="{BB962C8B-B14F-4D97-AF65-F5344CB8AC3E}">
        <p14:creationId xmlns:p14="http://schemas.microsoft.com/office/powerpoint/2010/main" val="2520146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E79B4-86AE-E404-043F-493BE581B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0F10834-DFE4-8739-BCB7-42B1D3326659}"/>
              </a:ext>
            </a:extLst>
          </p:cNvPr>
          <p:cNvSpPr/>
          <p:nvPr/>
        </p:nvSpPr>
        <p:spPr>
          <a:xfrm>
            <a:off x="0" y="0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プログラム紹介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FD2ED81-DBF9-534F-3BF4-75EEF42C1975}"/>
              </a:ext>
            </a:extLst>
          </p:cNvPr>
          <p:cNvSpPr/>
          <p:nvPr/>
        </p:nvSpPr>
        <p:spPr>
          <a:xfrm>
            <a:off x="2286000" y="0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目的･工夫点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F531B079-A4CA-0EFB-6BBC-7BF7F6331215}"/>
              </a:ext>
            </a:extLst>
          </p:cNvPr>
          <p:cNvSpPr/>
          <p:nvPr/>
        </p:nvSpPr>
        <p:spPr>
          <a:xfrm>
            <a:off x="4572000" y="-1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実演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EFCFDD9-93F8-A9B9-28A1-9AB0272688CC}"/>
              </a:ext>
            </a:extLst>
          </p:cNvPr>
          <p:cNvSpPr/>
          <p:nvPr/>
        </p:nvSpPr>
        <p:spPr>
          <a:xfrm>
            <a:off x="6858000" y="-2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苦労した点･改善点</a:t>
            </a:r>
          </a:p>
        </p:txBody>
      </p:sp>
    </p:spTree>
    <p:extLst>
      <p:ext uri="{BB962C8B-B14F-4D97-AF65-F5344CB8AC3E}">
        <p14:creationId xmlns:p14="http://schemas.microsoft.com/office/powerpoint/2010/main" val="32369945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0C152-3D74-F720-52CF-18C6E312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AB5D9FD-3ECD-3FE7-F602-60AB29182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2021"/>
            <a:ext cx="9144000" cy="5142979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BF9FE69-5B8F-2F9A-3AC2-8D9BE9A4C4A9}"/>
              </a:ext>
            </a:extLst>
          </p:cNvPr>
          <p:cNvSpPr/>
          <p:nvPr/>
        </p:nvSpPr>
        <p:spPr>
          <a:xfrm>
            <a:off x="0" y="0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プログラム紹介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A0E465E-60F5-B8AF-0607-CFEA29E02996}"/>
              </a:ext>
            </a:extLst>
          </p:cNvPr>
          <p:cNvSpPr/>
          <p:nvPr/>
        </p:nvSpPr>
        <p:spPr>
          <a:xfrm>
            <a:off x="2286000" y="0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目的･工夫点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167FD45-8225-7475-33B7-26DAF42EC019}"/>
              </a:ext>
            </a:extLst>
          </p:cNvPr>
          <p:cNvSpPr/>
          <p:nvPr/>
        </p:nvSpPr>
        <p:spPr>
          <a:xfrm>
            <a:off x="4572000" y="-1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実演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A98A2D3-A401-2C42-3510-25FCF0B18138}"/>
              </a:ext>
            </a:extLst>
          </p:cNvPr>
          <p:cNvSpPr/>
          <p:nvPr/>
        </p:nvSpPr>
        <p:spPr>
          <a:xfrm>
            <a:off x="6858000" y="-2"/>
            <a:ext cx="2286000" cy="5720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苦労した点･改善点</a:t>
            </a:r>
          </a:p>
        </p:txBody>
      </p:sp>
    </p:spTree>
    <p:extLst>
      <p:ext uri="{BB962C8B-B14F-4D97-AF65-F5344CB8AC3E}">
        <p14:creationId xmlns:p14="http://schemas.microsoft.com/office/powerpoint/2010/main" val="35872276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o">
      <a:majorFont>
        <a:latin typeface="Noto Sans JP Black"/>
        <a:ea typeface="Noto Sans JP Black"/>
        <a:cs typeface=""/>
      </a:majorFont>
      <a:minorFont>
        <a:latin typeface="Noto Sans JP"/>
        <a:ea typeface="Noto Sans J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1484</TotalTime>
  <Words>65</Words>
  <Application>Microsoft Office PowerPoint</Application>
  <PresentationFormat>画面に合わせる (16:10)</PresentationFormat>
  <Paragraphs>24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Arial</vt:lpstr>
      <vt:lpstr>Noto Sans JP Black</vt:lpstr>
      <vt:lpstr>Noto Sans JP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totoka 3710</dc:creator>
  <cp:lastModifiedBy>totoka 3710</cp:lastModifiedBy>
  <cp:revision>3</cp:revision>
  <dcterms:created xsi:type="dcterms:W3CDTF">2026-09-14T10:27:08Z</dcterms:created>
  <dcterms:modified xsi:type="dcterms:W3CDTF">2026-09-16T16:00:35Z</dcterms:modified>
</cp:coreProperties>
</file>