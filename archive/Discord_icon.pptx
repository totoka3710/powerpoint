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88004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B"/>
    <a:srgbClr val="FA0000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833E9-6DA7-415B-91FF-4FE47BA5F48D}" v="3" dt="2025-06-04T02:36:58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962" autoAdjust="0"/>
    <p:restoredTop sz="96535" autoAdjust="0"/>
  </p:normalViewPr>
  <p:slideViewPr>
    <p:cSldViewPr snapToGrid="0" showGuides="1">
      <p:cViewPr>
        <p:scale>
          <a:sx n="50" d="100"/>
          <a:sy n="50" d="100"/>
        </p:scale>
        <p:origin x="6720" y="1110"/>
      </p:cViewPr>
      <p:guideLst>
        <p:guide orient="horz" pos="158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91CB7C80-9C09-9E4B-A5B5-B5884F51C099}"/>
    <pc:docChg chg="undo custSel modSld">
      <pc:chgData name="木村　湊" userId="18030a92-e387-4fb8-9fb3-56230bee2947" providerId="ADAL" clId="{91CB7C80-9C09-9E4B-A5B5-B5884F51C099}" dt="2025-05-15T07:33:42.871" v="18" actId="478"/>
      <pc:docMkLst>
        <pc:docMk/>
      </pc:docMkLst>
      <pc:sldChg chg="addSp delSp modSp">
        <pc:chgData name="木村　湊" userId="18030a92-e387-4fb8-9fb3-56230bee2947" providerId="ADAL" clId="{91CB7C80-9C09-9E4B-A5B5-B5884F51C099}" dt="2025-05-15T07:33:42.871" v="18" actId="478"/>
        <pc:sldMkLst>
          <pc:docMk/>
          <pc:sldMk cId="2463066696" sldId="256"/>
        </pc:sldMkLst>
        <pc:grpChg chg="add del">
          <ac:chgData name="木村　湊" userId="18030a92-e387-4fb8-9fb3-56230bee2947" providerId="ADAL" clId="{91CB7C80-9C09-9E4B-A5B5-B5884F51C099}" dt="2025-05-15T07:33:30.539" v="14" actId="478"/>
          <ac:grpSpMkLst>
            <pc:docMk/>
            <pc:sldMk cId="2463066696" sldId="256"/>
            <ac:grpSpMk id="33" creationId="{4DBA83CA-95B6-372D-0652-4B574571ABA1}"/>
          </ac:grpSpMkLst>
        </pc:grpChg>
        <pc:grpChg chg="add del mod">
          <ac:chgData name="木村　湊" userId="18030a92-e387-4fb8-9fb3-56230bee2947" providerId="ADAL" clId="{91CB7C80-9C09-9E4B-A5B5-B5884F51C099}" dt="2025-05-15T07:33:40.920" v="17" actId="478"/>
          <ac:grpSpMkLst>
            <pc:docMk/>
            <pc:sldMk cId="2463066696" sldId="256"/>
            <ac:grpSpMk id="35" creationId="{F0985A08-400B-802E-705E-54AA635BD59F}"/>
          </ac:grpSpMkLst>
        </pc:grpChg>
        <pc:grpChg chg="add del">
          <ac:chgData name="木村　湊" userId="18030a92-e387-4fb8-9fb3-56230bee2947" providerId="ADAL" clId="{91CB7C80-9C09-9E4B-A5B5-B5884F51C099}" dt="2025-05-15T07:33:29.342" v="12" actId="478"/>
          <ac:grpSpMkLst>
            <pc:docMk/>
            <pc:sldMk cId="2463066696" sldId="256"/>
            <ac:grpSpMk id="36" creationId="{E0C0A13B-9236-8ACB-B944-A94EBF1C6610}"/>
          </ac:grpSpMkLst>
        </pc:grpChg>
      </pc:sldChg>
    </pc:docChg>
  </pc:docChgLst>
  <pc:docChgLst>
    <pc:chgData name="木村　湊" userId="18030a92-e387-4fb8-9fb3-56230bee2947" providerId="ADAL" clId="{C10833E9-6DA7-415B-91FF-4FE47BA5F48D}"/>
    <pc:docChg chg="undo custSel modSld">
      <pc:chgData name="木村　湊" userId="18030a92-e387-4fb8-9fb3-56230bee2947" providerId="ADAL" clId="{C10833E9-6DA7-415B-91FF-4FE47BA5F48D}" dt="2025-06-04T13:04:51.730" v="295" actId="478"/>
      <pc:docMkLst>
        <pc:docMk/>
      </pc:docMkLst>
      <pc:sldChg chg="addSp delSp modSp mod">
        <pc:chgData name="木村　湊" userId="18030a92-e387-4fb8-9fb3-56230bee2947" providerId="ADAL" clId="{C10833E9-6DA7-415B-91FF-4FE47BA5F48D}" dt="2025-06-04T13:04:51.730" v="295" actId="478"/>
        <pc:sldMkLst>
          <pc:docMk/>
          <pc:sldMk cId="2463066696" sldId="256"/>
        </pc:sldMkLst>
        <pc:spChg chg="add del mod">
          <ac:chgData name="木村　湊" userId="18030a92-e387-4fb8-9fb3-56230bee2947" providerId="ADAL" clId="{C10833E9-6DA7-415B-91FF-4FE47BA5F48D}" dt="2025-06-04T13:04:51.730" v="295" actId="478"/>
          <ac:spMkLst>
            <pc:docMk/>
            <pc:sldMk cId="2463066696" sldId="256"/>
            <ac:spMk id="2" creationId="{C03B0830-4B5B-B978-4CF7-A3D67AE87397}"/>
          </ac:spMkLst>
        </pc:spChg>
        <pc:spChg chg="mod">
          <ac:chgData name="木村　湊" userId="18030a92-e387-4fb8-9fb3-56230bee2947" providerId="ADAL" clId="{C10833E9-6DA7-415B-91FF-4FE47BA5F48D}" dt="2025-06-04T12:41:58.955" v="282" actId="207"/>
          <ac:spMkLst>
            <pc:docMk/>
            <pc:sldMk cId="2463066696" sldId="256"/>
            <ac:spMk id="12" creationId="{7F62E5A9-FEC4-48E4-8AF8-24A622EB9590}"/>
          </ac:spMkLst>
        </pc:spChg>
        <pc:spChg chg="mod">
          <ac:chgData name="木村　湊" userId="18030a92-e387-4fb8-9fb3-56230bee2947" providerId="ADAL" clId="{C10833E9-6DA7-415B-91FF-4FE47BA5F48D}" dt="2025-06-04T12:42:06.791" v="285" actId="207"/>
          <ac:spMkLst>
            <pc:docMk/>
            <pc:sldMk cId="2463066696" sldId="256"/>
            <ac:spMk id="13" creationId="{D630A05E-DD01-7DA3-6A4D-ED9DA7D8DDC4}"/>
          </ac:spMkLst>
        </pc:spChg>
        <pc:spChg chg="mod">
          <ac:chgData name="木村　湊" userId="18030a92-e387-4fb8-9fb3-56230bee2947" providerId="ADAL" clId="{C10833E9-6DA7-415B-91FF-4FE47BA5F48D}" dt="2025-06-04T12:42:14.469" v="286" actId="207"/>
          <ac:spMkLst>
            <pc:docMk/>
            <pc:sldMk cId="2463066696" sldId="256"/>
            <ac:spMk id="14" creationId="{FDD0A735-2DEC-7A5C-F4BD-9924525169E2}"/>
          </ac:spMkLst>
        </pc:spChg>
        <pc:spChg chg="mod">
          <ac:chgData name="木村　湊" userId="18030a92-e387-4fb8-9fb3-56230bee2947" providerId="ADAL" clId="{C10833E9-6DA7-415B-91FF-4FE47BA5F48D}" dt="2025-06-04T12:42:17.799" v="287" actId="207"/>
          <ac:spMkLst>
            <pc:docMk/>
            <pc:sldMk cId="2463066696" sldId="256"/>
            <ac:spMk id="15" creationId="{13F82D8A-9861-131E-1A23-847A2C2875A2}"/>
          </ac:spMkLst>
        </pc:spChg>
        <pc:spChg chg="mod">
          <ac:chgData name="木村　湊" userId="18030a92-e387-4fb8-9fb3-56230bee2947" providerId="ADAL" clId="{C10833E9-6DA7-415B-91FF-4FE47BA5F48D}" dt="2025-06-04T12:42:14.469" v="286" actId="207"/>
          <ac:spMkLst>
            <pc:docMk/>
            <pc:sldMk cId="2463066696" sldId="256"/>
            <ac:spMk id="28" creationId="{73F05758-9EAF-1165-2338-C52B28A59C24}"/>
          </ac:spMkLst>
        </pc:spChg>
        <pc:spChg chg="mod">
          <ac:chgData name="木村　湊" userId="18030a92-e387-4fb8-9fb3-56230bee2947" providerId="ADAL" clId="{C10833E9-6DA7-415B-91FF-4FE47BA5F48D}" dt="2025-06-04T12:33:14.571" v="276" actId="207"/>
          <ac:spMkLst>
            <pc:docMk/>
            <pc:sldMk cId="2463066696" sldId="256"/>
            <ac:spMk id="29" creationId="{FFAB9E2F-99C0-2328-F0C8-F605DC635DD8}"/>
          </ac:spMkLst>
        </pc:spChg>
        <pc:grpChg chg="add mod or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5" creationId="{C0603BDB-21C0-546C-509D-7DEF6F6600CF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1" creationId="{158885DF-B47D-CA9E-D12F-4669B7AE9125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2" creationId="{F92AB954-AA9C-C69C-E3B7-59AA2BBCD9BE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3" creationId="{4DBA83CA-95B6-372D-0652-4B574571ABA1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5" creationId="{F0985A08-400B-802E-705E-54AA635BD59F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6" creationId="{E0C0A13B-9236-8ACB-B944-A94EBF1C6610}"/>
          </ac:grpSpMkLst>
        </pc:grpChg>
        <pc:grpChg chg="mod">
          <ac:chgData name="木村　湊" userId="18030a92-e387-4fb8-9fb3-56230bee2947" providerId="ADAL" clId="{C10833E9-6DA7-415B-91FF-4FE47BA5F48D}" dt="2025-06-04T12:42:02.922" v="284" actId="1076"/>
          <ac:grpSpMkLst>
            <pc:docMk/>
            <pc:sldMk cId="2463066696" sldId="256"/>
            <ac:grpSpMk id="37" creationId="{D048125D-3A62-8DE2-528F-9A39BC744D1F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38" creationId="{8B1424B1-00D5-53E3-5857-456800306205}"/>
          </ac:grpSpMkLst>
        </pc:grpChg>
        <pc:grpChg chg="mod">
          <ac:chgData name="木村　湊" userId="18030a92-e387-4fb8-9fb3-56230bee2947" providerId="ADAL" clId="{C10833E9-6DA7-415B-91FF-4FE47BA5F48D}" dt="2025-06-04T12:36:50.836" v="281" actId="14100"/>
          <ac:grpSpMkLst>
            <pc:docMk/>
            <pc:sldMk cId="2463066696" sldId="256"/>
            <ac:grpSpMk id="42" creationId="{08E20CB0-9191-7768-3078-7A6F4AD8ED47}"/>
          </ac:grpSpMkLst>
        </pc:grpChg>
        <pc:picChg chg="add mod">
          <ac:chgData name="木村　湊" userId="18030a92-e387-4fb8-9fb3-56230bee2947" providerId="ADAL" clId="{C10833E9-6DA7-415B-91FF-4FE47BA5F48D}" dt="2025-06-04T12:28:09.689" v="271" actId="207"/>
          <ac:picMkLst>
            <pc:docMk/>
            <pc:sldMk cId="2463066696" sldId="256"/>
            <ac:picMk id="3" creationId="{DD86D83C-88A4-4030-91ED-0E1B564E01B5}"/>
          </ac:picMkLst>
        </pc:picChg>
        <pc:picChg chg="add mod ord">
          <ac:chgData name="木村　湊" userId="18030a92-e387-4fb8-9fb3-56230bee2947" providerId="ADAL" clId="{C10833E9-6DA7-415B-91FF-4FE47BA5F48D}" dt="2025-06-04T02:36:58.105" v="236" actId="164"/>
          <ac:picMkLst>
            <pc:docMk/>
            <pc:sldMk cId="2463066696" sldId="256"/>
            <ac:picMk id="4" creationId="{CF33D854-1731-A4D6-F3AF-544657970A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4713405"/>
            <a:ext cx="24480361" cy="10026815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5126892"/>
            <a:ext cx="21600319" cy="695343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59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94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7180114"/>
            <a:ext cx="24840367" cy="11980175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9273626"/>
            <a:ext cx="24840367" cy="6300091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93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7666780"/>
            <a:ext cx="12240181" cy="182736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7666780"/>
            <a:ext cx="12240181" cy="182736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16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533362"/>
            <a:ext cx="24840367" cy="556675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060106"/>
            <a:ext cx="12183928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0520155"/>
            <a:ext cx="12183928" cy="154735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060106"/>
            <a:ext cx="12243932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0520155"/>
            <a:ext cx="12243932" cy="154735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55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22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19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146734"/>
            <a:ext cx="14580215" cy="20466969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91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146734"/>
            <a:ext cx="14580215" cy="20466969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14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3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533356"/>
            <a:ext cx="6210092" cy="2440702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533356"/>
            <a:ext cx="18270270" cy="2440702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717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533362"/>
            <a:ext cx="2484036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7666780"/>
            <a:ext cx="2484036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EC3EC-9DEB-4BC9-B3DB-0B1192681B26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6693734"/>
            <a:ext cx="972014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55518-8C42-45AA-AC28-41A775EC51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12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kumimoji="1"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kumimoji="1"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F92AB954-AA9C-C69C-E3B7-59AA2BBCD9BE}"/>
              </a:ext>
            </a:extLst>
          </p:cNvPr>
          <p:cNvGrpSpPr/>
          <p:nvPr/>
        </p:nvGrpSpPr>
        <p:grpSpPr>
          <a:xfrm>
            <a:off x="-952618" y="-1792586"/>
            <a:ext cx="13220702" cy="22883187"/>
            <a:chOff x="-17494495" y="-3621386"/>
            <a:chExt cx="13220702" cy="22883187"/>
          </a:xfrm>
        </p:grpSpPr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AB5E092-24C6-9D26-5E54-98C3F5AC63BF}"/>
                </a:ext>
              </a:extLst>
            </p:cNvPr>
            <p:cNvSpPr txBox="1"/>
            <p:nvPr/>
          </p:nvSpPr>
          <p:spPr>
            <a:xfrm>
              <a:off x="-17494494" y="-3621386"/>
              <a:ext cx="13220701" cy="228831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48100" b="1" dirty="0">
                  <a:ln w="1219200">
                    <a:solidFill>
                      <a:schemeClr val="bg1"/>
                    </a:solidFill>
                  </a:ln>
                  <a:solidFill>
                    <a:srgbClr val="FF5B5B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3</a:t>
              </a:r>
              <a:endParaRPr kumimoji="1" lang="ja-JP" altLang="en-US" sz="148100" b="1" dirty="0">
                <a:ln w="1219200">
                  <a:solidFill>
                    <a:schemeClr val="bg1"/>
                  </a:solidFill>
                </a:ln>
                <a:solidFill>
                  <a:srgbClr val="FF5B5B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62E5A9-FEC4-48E4-8AF8-24A622EB9590}"/>
                </a:ext>
              </a:extLst>
            </p:cNvPr>
            <p:cNvSpPr txBox="1"/>
            <p:nvPr/>
          </p:nvSpPr>
          <p:spPr>
            <a:xfrm>
              <a:off x="-17494495" y="-3621386"/>
              <a:ext cx="13220701" cy="228831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48100" b="1" dirty="0">
                  <a:ln w="457200">
                    <a:noFill/>
                  </a:ln>
                  <a:solidFill>
                    <a:srgbClr val="C00000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3</a:t>
              </a:r>
              <a:endParaRPr kumimoji="1" lang="ja-JP" altLang="en-US" sz="148100" b="1" dirty="0">
                <a:ln w="457200">
                  <a:noFill/>
                </a:ln>
                <a:solidFill>
                  <a:srgbClr val="C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0985A08-400B-802E-705E-54AA635BD59F}"/>
              </a:ext>
            </a:extLst>
          </p:cNvPr>
          <p:cNvGrpSpPr/>
          <p:nvPr/>
        </p:nvGrpSpPr>
        <p:grpSpPr>
          <a:xfrm>
            <a:off x="12268083" y="8235703"/>
            <a:ext cx="12125672" cy="22883187"/>
            <a:chOff x="20268808" y="-19767797"/>
            <a:chExt cx="12125672" cy="22883187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FCA4791-335E-07BE-5687-3E8CDB2EBD03}"/>
                </a:ext>
              </a:extLst>
            </p:cNvPr>
            <p:cNvSpPr txBox="1"/>
            <p:nvPr/>
          </p:nvSpPr>
          <p:spPr>
            <a:xfrm>
              <a:off x="20268808" y="-19767797"/>
              <a:ext cx="12078591" cy="228831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48100" b="1" dirty="0">
                  <a:ln w="1219200">
                    <a:solidFill>
                      <a:schemeClr val="bg1"/>
                    </a:solidFill>
                  </a:ln>
                  <a:solidFill>
                    <a:srgbClr val="FF5B5B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5</a:t>
              </a:r>
              <a:endParaRPr kumimoji="1" lang="ja-JP" altLang="en-US" sz="148100" b="1" dirty="0">
                <a:ln w="1219200">
                  <a:solidFill>
                    <a:schemeClr val="bg1"/>
                  </a:solidFill>
                </a:ln>
                <a:solidFill>
                  <a:srgbClr val="FF5B5B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630A05E-DD01-7DA3-6A4D-ED9DA7D8DDC4}"/>
                </a:ext>
              </a:extLst>
            </p:cNvPr>
            <p:cNvSpPr txBox="1"/>
            <p:nvPr/>
          </p:nvSpPr>
          <p:spPr>
            <a:xfrm>
              <a:off x="20315889" y="-19767797"/>
              <a:ext cx="12078591" cy="228831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48100" b="1" dirty="0">
                  <a:ln w="457200">
                    <a:noFill/>
                  </a:ln>
                  <a:solidFill>
                    <a:srgbClr val="C00000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5</a:t>
              </a:r>
              <a:endParaRPr kumimoji="1" lang="ja-JP" altLang="en-US" sz="148100" b="1" dirty="0">
                <a:ln w="457200">
                  <a:noFill/>
                </a:ln>
                <a:solidFill>
                  <a:srgbClr val="C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4DBA83CA-95B6-372D-0652-4B574571ABA1}"/>
              </a:ext>
            </a:extLst>
          </p:cNvPr>
          <p:cNvGrpSpPr/>
          <p:nvPr/>
        </p:nvGrpSpPr>
        <p:grpSpPr>
          <a:xfrm>
            <a:off x="7756603" y="8579484"/>
            <a:ext cx="9237662" cy="11079956"/>
            <a:chOff x="-1584864" y="-11003961"/>
            <a:chExt cx="9237662" cy="11079956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73F05758-9EAF-1165-2338-C52B28A59C24}"/>
                </a:ext>
              </a:extLst>
            </p:cNvPr>
            <p:cNvSpPr txBox="1"/>
            <p:nvPr/>
          </p:nvSpPr>
          <p:spPr>
            <a:xfrm>
              <a:off x="-1584864" y="-11003961"/>
              <a:ext cx="9237662" cy="11079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1400" b="1" dirty="0">
                  <a:ln w="812800">
                    <a:solidFill>
                      <a:schemeClr val="bg1"/>
                    </a:solidFill>
                  </a:ln>
                  <a:solidFill>
                    <a:srgbClr val="FF5B5B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年</a:t>
              </a:r>
              <a:endParaRPr kumimoji="1" lang="en-US" altLang="ja-JP" sz="71400" b="1" dirty="0">
                <a:ln w="812800">
                  <a:solidFill>
                    <a:schemeClr val="bg1"/>
                  </a:solidFill>
                </a:ln>
                <a:solidFill>
                  <a:srgbClr val="FF5B5B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DD0A735-2DEC-7A5C-F4BD-9924525169E2}"/>
                </a:ext>
              </a:extLst>
            </p:cNvPr>
            <p:cNvSpPr txBox="1"/>
            <p:nvPr/>
          </p:nvSpPr>
          <p:spPr>
            <a:xfrm>
              <a:off x="-1584864" y="-11003961"/>
              <a:ext cx="9237662" cy="11079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1400" b="1" dirty="0">
                  <a:ln w="304800">
                    <a:noFill/>
                  </a:ln>
                  <a:solidFill>
                    <a:srgbClr val="FF5B5B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年</a:t>
              </a:r>
              <a:endParaRPr kumimoji="1" lang="en-US" altLang="ja-JP" sz="71400" b="1" dirty="0">
                <a:ln w="304800">
                  <a:noFill/>
                </a:ln>
                <a:solidFill>
                  <a:srgbClr val="FF5B5B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ADLaM Display" panose="02010000000000000000" pitchFamily="2" charset="0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0C0A13B-9236-8ACB-B944-A94EBF1C6610}"/>
              </a:ext>
            </a:extLst>
          </p:cNvPr>
          <p:cNvGrpSpPr/>
          <p:nvPr/>
        </p:nvGrpSpPr>
        <p:grpSpPr>
          <a:xfrm>
            <a:off x="19425763" y="18951554"/>
            <a:ext cx="9126933" cy="11079956"/>
            <a:chOff x="34543756" y="-12318819"/>
            <a:chExt cx="9126933" cy="11079956"/>
          </a:xfrm>
        </p:grpSpPr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FFAB9E2F-99C0-2328-F0C8-F605DC635DD8}"/>
                </a:ext>
              </a:extLst>
            </p:cNvPr>
            <p:cNvSpPr txBox="1"/>
            <p:nvPr/>
          </p:nvSpPr>
          <p:spPr>
            <a:xfrm>
              <a:off x="34543756" y="-12318819"/>
              <a:ext cx="9126933" cy="1107995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71400" b="1" dirty="0">
                  <a:ln w="812800">
                    <a:solidFill>
                      <a:schemeClr val="bg1"/>
                    </a:solidFill>
                  </a:ln>
                  <a:solidFill>
                    <a:srgbClr val="C00000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組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3F82D8A-9861-131E-1A23-847A2C2875A2}"/>
                </a:ext>
              </a:extLst>
            </p:cNvPr>
            <p:cNvSpPr txBox="1"/>
            <p:nvPr/>
          </p:nvSpPr>
          <p:spPr>
            <a:xfrm>
              <a:off x="34543756" y="-12318819"/>
              <a:ext cx="9126933" cy="110799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71400" b="1" dirty="0">
                  <a:ln w="304800">
                    <a:noFill/>
                  </a:ln>
                  <a:solidFill>
                    <a:srgbClr val="FF5B5B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ADLaM Display" panose="02010000000000000000" pitchFamily="2" charset="0"/>
                </a:rPr>
                <a:t>組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048125D-3A62-8DE2-528F-9A39BC744D1F}"/>
              </a:ext>
            </a:extLst>
          </p:cNvPr>
          <p:cNvGrpSpPr/>
          <p:nvPr/>
        </p:nvGrpSpPr>
        <p:grpSpPr>
          <a:xfrm>
            <a:off x="9785562" y="-381276"/>
            <a:ext cx="10217895" cy="10528777"/>
            <a:chOff x="32300318" y="-153103"/>
            <a:chExt cx="10911970" cy="10864889"/>
          </a:xfrm>
          <a:solidFill>
            <a:srgbClr val="FF0000"/>
          </a:solidFill>
        </p:grpSpPr>
        <p:pic>
          <p:nvPicPr>
            <p:cNvPr id="23" name="グラフィックス 22" descr="Web デザイン 枠線">
              <a:extLst>
                <a:ext uri="{FF2B5EF4-FFF2-40B4-BE49-F238E27FC236}">
                  <a16:creationId xmlns:a16="http://schemas.microsoft.com/office/drawing/2014/main" id="{37961B6A-8FBF-5CB6-C58F-E7D01797D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300318" y="-153103"/>
              <a:ext cx="10864889" cy="10864889"/>
            </a:xfrm>
            <a:prstGeom prst="rect">
              <a:avLst/>
            </a:prstGeom>
          </p:spPr>
        </p:pic>
        <p:pic>
          <p:nvPicPr>
            <p:cNvPr id="18" name="グラフィックス 17" descr="Web デザイン 枠線">
              <a:extLst>
                <a:ext uri="{FF2B5EF4-FFF2-40B4-BE49-F238E27FC236}">
                  <a16:creationId xmlns:a16="http://schemas.microsoft.com/office/drawing/2014/main" id="{8691B829-4467-87CD-CE65-A08675A18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347399" y="-153103"/>
              <a:ext cx="10864889" cy="10864889"/>
            </a:xfrm>
            <a:prstGeom prst="rect">
              <a:avLst/>
            </a:prstGeom>
          </p:spPr>
        </p:pic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8B1424B1-00D5-53E3-5857-456800306205}"/>
              </a:ext>
            </a:extLst>
          </p:cNvPr>
          <p:cNvGrpSpPr/>
          <p:nvPr/>
        </p:nvGrpSpPr>
        <p:grpSpPr>
          <a:xfrm rot="8987542">
            <a:off x="16608999" y="206955"/>
            <a:ext cx="12549703" cy="12167162"/>
            <a:chOff x="32805800" y="12656194"/>
            <a:chExt cx="10864889" cy="10864889"/>
          </a:xfrm>
          <a:solidFill>
            <a:srgbClr val="FF0000"/>
          </a:solidFill>
        </p:grpSpPr>
        <p:pic>
          <p:nvPicPr>
            <p:cNvPr id="24" name="グラフィックス 23" descr="化学薬品 枠線">
              <a:extLst>
                <a:ext uri="{FF2B5EF4-FFF2-40B4-BE49-F238E27FC236}">
                  <a16:creationId xmlns:a16="http://schemas.microsoft.com/office/drawing/2014/main" id="{7E70A8D1-1EFC-EAD7-984D-E8745D25F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805800" y="12656194"/>
              <a:ext cx="10864889" cy="10864889"/>
            </a:xfrm>
            <a:prstGeom prst="rect">
              <a:avLst/>
            </a:prstGeom>
          </p:spPr>
        </p:pic>
        <p:pic>
          <p:nvPicPr>
            <p:cNvPr id="20" name="グラフィックス 19" descr="化学薬品 枠線">
              <a:extLst>
                <a:ext uri="{FF2B5EF4-FFF2-40B4-BE49-F238E27FC236}">
                  <a16:creationId xmlns:a16="http://schemas.microsoft.com/office/drawing/2014/main" id="{3382EA75-7C3D-D488-3790-D7AAB7FB8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805800" y="12656194"/>
              <a:ext cx="10864889" cy="10864889"/>
            </a:xfrm>
            <a:prstGeom prst="rect">
              <a:avLst/>
            </a:prstGeom>
          </p:spPr>
        </p:pic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58885DF-B47D-CA9E-D12F-4669B7AE9125}"/>
              </a:ext>
            </a:extLst>
          </p:cNvPr>
          <p:cNvGrpSpPr/>
          <p:nvPr/>
        </p:nvGrpSpPr>
        <p:grpSpPr>
          <a:xfrm>
            <a:off x="21535799" y="10770915"/>
            <a:ext cx="8110810" cy="7931393"/>
            <a:chOff x="-12118024" y="16811586"/>
            <a:chExt cx="10864890" cy="10864889"/>
          </a:xfrm>
          <a:solidFill>
            <a:srgbClr val="FF0000"/>
          </a:solidFill>
        </p:grpSpPr>
        <p:pic>
          <p:nvPicPr>
            <p:cNvPr id="25" name="グラフィックス 24" descr="円錐 枠線">
              <a:extLst>
                <a:ext uri="{FF2B5EF4-FFF2-40B4-BE49-F238E27FC236}">
                  <a16:creationId xmlns:a16="http://schemas.microsoft.com/office/drawing/2014/main" id="{43343525-2D5A-C10A-8F2C-59074A589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12118024" y="16811586"/>
              <a:ext cx="10864889" cy="10864889"/>
            </a:xfrm>
            <a:prstGeom prst="rect">
              <a:avLst/>
            </a:prstGeom>
          </p:spPr>
        </p:pic>
        <p:pic>
          <p:nvPicPr>
            <p:cNvPr id="22" name="グラフィックス 21" descr="円錐 枠線">
              <a:extLst>
                <a:ext uri="{FF2B5EF4-FFF2-40B4-BE49-F238E27FC236}">
                  <a16:creationId xmlns:a16="http://schemas.microsoft.com/office/drawing/2014/main" id="{FADF4ACE-0C6B-3977-277B-7A33C0222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2118023" y="16811586"/>
              <a:ext cx="10864889" cy="10864889"/>
            </a:xfrm>
            <a:prstGeom prst="rect">
              <a:avLst/>
            </a:prstGeom>
          </p:spPr>
        </p:pic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0603BDB-21C0-546C-509D-7DEF6F6600CF}"/>
              </a:ext>
            </a:extLst>
          </p:cNvPr>
          <p:cNvGrpSpPr/>
          <p:nvPr/>
        </p:nvGrpSpPr>
        <p:grpSpPr>
          <a:xfrm>
            <a:off x="6537223" y="19404626"/>
            <a:ext cx="10217895" cy="10173810"/>
            <a:chOff x="8914354" y="-2"/>
            <a:chExt cx="10217895" cy="10173810"/>
          </a:xfrm>
        </p:grpSpPr>
        <p:pic>
          <p:nvPicPr>
            <p:cNvPr id="4" name="グラフィックス 3" descr="ニュートンのゆりかご 枠線">
              <a:extLst>
                <a:ext uri="{FF2B5EF4-FFF2-40B4-BE49-F238E27FC236}">
                  <a16:creationId xmlns:a16="http://schemas.microsoft.com/office/drawing/2014/main" id="{CF33D854-1731-A4D6-F3AF-544657970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914354" y="-1"/>
              <a:ext cx="10173809" cy="10173809"/>
            </a:xfrm>
            <a:prstGeom prst="rect">
              <a:avLst/>
            </a:prstGeom>
          </p:spPr>
        </p:pic>
        <p:pic>
          <p:nvPicPr>
            <p:cNvPr id="3" name="グラフィックス 2" descr="ニュートンのゆりかご 枠線">
              <a:extLst>
                <a:ext uri="{FF2B5EF4-FFF2-40B4-BE49-F238E27FC236}">
                  <a16:creationId xmlns:a16="http://schemas.microsoft.com/office/drawing/2014/main" id="{DD86D83C-88A4-4030-91ED-0E1B564E0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958440" y="-2"/>
              <a:ext cx="10173809" cy="10173809"/>
            </a:xfrm>
            <a:prstGeom prst="rect">
              <a:avLst/>
            </a:prstGeom>
          </p:spPr>
        </p:pic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8E20CB0-9191-7768-3078-7A6F4AD8ED47}"/>
              </a:ext>
            </a:extLst>
          </p:cNvPr>
          <p:cNvGrpSpPr/>
          <p:nvPr/>
        </p:nvGrpSpPr>
        <p:grpSpPr>
          <a:xfrm>
            <a:off x="-486127" y="14690642"/>
            <a:ext cx="9505871" cy="9427968"/>
            <a:chOff x="-21223172" y="20638375"/>
            <a:chExt cx="7715295" cy="7706314"/>
          </a:xfrm>
          <a:solidFill>
            <a:srgbClr val="FF0000"/>
          </a:solidFill>
        </p:grpSpPr>
        <p:pic>
          <p:nvPicPr>
            <p:cNvPr id="40" name="グラフィックス 39" descr="プロセッサ 枠線">
              <a:extLst>
                <a:ext uri="{FF2B5EF4-FFF2-40B4-BE49-F238E27FC236}">
                  <a16:creationId xmlns:a16="http://schemas.microsoft.com/office/drawing/2014/main" id="{B25E3681-5D01-691B-535B-30EA7BDC5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1214191" y="20638375"/>
              <a:ext cx="7706314" cy="7706314"/>
            </a:xfrm>
            <a:prstGeom prst="rect">
              <a:avLst/>
            </a:prstGeom>
          </p:spPr>
        </p:pic>
        <p:pic>
          <p:nvPicPr>
            <p:cNvPr id="41" name="グラフィックス 40" descr="プロセッサ 枠線">
              <a:extLst>
                <a:ext uri="{FF2B5EF4-FFF2-40B4-BE49-F238E27FC236}">
                  <a16:creationId xmlns:a16="http://schemas.microsoft.com/office/drawing/2014/main" id="{361637DA-F36D-2870-7A92-D31DAA978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21223172" y="20638375"/>
              <a:ext cx="7706314" cy="7706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306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8</Words>
  <Application>Microsoft Office PowerPoint</Application>
  <PresentationFormat>ユーザー設定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UD デジタル 教科書体 NP-B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木村　湊</dc:creator>
  <cp:lastModifiedBy>木村　湊</cp:lastModifiedBy>
  <cp:revision>2</cp:revision>
  <dcterms:created xsi:type="dcterms:W3CDTF">2025-04-19T09:24:58Z</dcterms:created>
  <dcterms:modified xsi:type="dcterms:W3CDTF">2025-06-04T13:05:02Z</dcterms:modified>
</cp:coreProperties>
</file>