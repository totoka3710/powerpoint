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51206400" cy="2880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8DE044-798D-48A0-AE8F-2F5EF3DB3E1E}" v="9" dt="2024-12-31T10:34:13.4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72" autoAdjust="0"/>
    <p:restoredTop sz="98373" autoAdjust="0"/>
  </p:normalViewPr>
  <p:slideViewPr>
    <p:cSldViewPr snapToGrid="0">
      <p:cViewPr>
        <p:scale>
          <a:sx n="47" d="100"/>
          <a:sy n="47" d="100"/>
        </p:scale>
        <p:origin x="2514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木村　湊" userId="18030a92-e387-4fb8-9fb3-56230bee2947" providerId="ADAL" clId="{E18DE044-798D-48A0-AE8F-2F5EF3DB3E1E}"/>
    <pc:docChg chg="modSld">
      <pc:chgData name="木村　湊" userId="18030a92-e387-4fb8-9fb3-56230bee2947" providerId="ADAL" clId="{E18DE044-798D-48A0-AE8F-2F5EF3DB3E1E}" dt="2024-12-31T10:34:13.496" v="22"/>
      <pc:docMkLst>
        <pc:docMk/>
      </pc:docMkLst>
      <pc:sldChg chg="addSp delSp modSp mod">
        <pc:chgData name="木村　湊" userId="18030a92-e387-4fb8-9fb3-56230bee2947" providerId="ADAL" clId="{E18DE044-798D-48A0-AE8F-2F5EF3DB3E1E}" dt="2024-12-31T10:34:13.496" v="22"/>
        <pc:sldMkLst>
          <pc:docMk/>
          <pc:sldMk cId="1474899964" sldId="256"/>
        </pc:sldMkLst>
        <pc:grpChg chg="del mod">
          <ac:chgData name="木村　湊" userId="18030a92-e387-4fb8-9fb3-56230bee2947" providerId="ADAL" clId="{E18DE044-798D-48A0-AE8F-2F5EF3DB3E1E}" dt="2024-12-31T10:33:28.326" v="11"/>
          <ac:grpSpMkLst>
            <pc:docMk/>
            <pc:sldMk cId="1474899964" sldId="256"/>
            <ac:grpSpMk id="6" creationId="{A7634371-4244-A09E-173D-798C41D85EF7}"/>
          </ac:grpSpMkLst>
        </pc:grpChg>
        <pc:grpChg chg="mod">
          <ac:chgData name="木村　湊" userId="18030a92-e387-4fb8-9fb3-56230bee2947" providerId="ADAL" clId="{E18DE044-798D-48A0-AE8F-2F5EF3DB3E1E}" dt="2024-12-31T10:33:28.326" v="11"/>
          <ac:grpSpMkLst>
            <pc:docMk/>
            <pc:sldMk cId="1474899964" sldId="256"/>
            <ac:grpSpMk id="14" creationId="{E4E3607A-ED43-9549-9FC5-655E503886B2}"/>
          </ac:grpSpMkLst>
        </pc:grpChg>
        <pc:grpChg chg="del mod">
          <ac:chgData name="木村　湊" userId="18030a92-e387-4fb8-9fb3-56230bee2947" providerId="ADAL" clId="{E18DE044-798D-48A0-AE8F-2F5EF3DB3E1E}" dt="2024-12-31T10:34:02.551" v="19"/>
          <ac:grpSpMkLst>
            <pc:docMk/>
            <pc:sldMk cId="1474899964" sldId="256"/>
            <ac:grpSpMk id="20" creationId="{0EEE3BDE-A43C-78BF-1756-0A1C39CC53EC}"/>
          </ac:grpSpMkLst>
        </pc:grpChg>
        <pc:inkChg chg="add mod">
          <ac:chgData name="木村　湊" userId="18030a92-e387-4fb8-9fb3-56230bee2947" providerId="ADAL" clId="{E18DE044-798D-48A0-AE8F-2F5EF3DB3E1E}" dt="2024-12-31T10:33:28.326" v="11"/>
          <ac:inkMkLst>
            <pc:docMk/>
            <pc:sldMk cId="1474899964" sldId="256"/>
            <ac:inkMk id="3" creationId="{F9305C16-3CC2-D1E9-02EF-FF89BB8302B6}"/>
          </ac:inkMkLst>
        </pc:inkChg>
        <pc:inkChg chg="add mod">
          <ac:chgData name="木村　湊" userId="18030a92-e387-4fb8-9fb3-56230bee2947" providerId="ADAL" clId="{E18DE044-798D-48A0-AE8F-2F5EF3DB3E1E}" dt="2024-12-31T10:33:28.326" v="11"/>
          <ac:inkMkLst>
            <pc:docMk/>
            <pc:sldMk cId="1474899964" sldId="256"/>
            <ac:inkMk id="4" creationId="{865CF9EC-6C91-CD4E-0ED6-C4F7B17B0B5B}"/>
          </ac:inkMkLst>
        </pc:inkChg>
        <pc:inkChg chg="add mod">
          <ac:chgData name="木村　湊" userId="18030a92-e387-4fb8-9fb3-56230bee2947" providerId="ADAL" clId="{E18DE044-798D-48A0-AE8F-2F5EF3DB3E1E}" dt="2024-12-31T10:33:28.326" v="11"/>
          <ac:inkMkLst>
            <pc:docMk/>
            <pc:sldMk cId="1474899964" sldId="256"/>
            <ac:inkMk id="5" creationId="{D2223CCA-34AE-2BE5-BA91-B723520CD5E1}"/>
          </ac:inkMkLst>
        </pc:inkChg>
        <pc:inkChg chg="add mod">
          <ac:chgData name="木村　湊" userId="18030a92-e387-4fb8-9fb3-56230bee2947" providerId="ADAL" clId="{E18DE044-798D-48A0-AE8F-2F5EF3DB3E1E}" dt="2024-12-31T10:33:28.326" v="11"/>
          <ac:inkMkLst>
            <pc:docMk/>
            <pc:sldMk cId="1474899964" sldId="256"/>
            <ac:inkMk id="7" creationId="{9C921D62-7530-A011-5245-573BEE1C006D}"/>
          </ac:inkMkLst>
        </pc:inkChg>
        <pc:inkChg chg="add mod">
          <ac:chgData name="木村　湊" userId="18030a92-e387-4fb8-9fb3-56230bee2947" providerId="ADAL" clId="{E18DE044-798D-48A0-AE8F-2F5EF3DB3E1E}" dt="2024-12-31T10:33:28.326" v="11"/>
          <ac:inkMkLst>
            <pc:docMk/>
            <pc:sldMk cId="1474899964" sldId="256"/>
            <ac:inkMk id="8" creationId="{3BFCA655-E6FA-A00D-6213-7BE08F4C79F7}"/>
          </ac:inkMkLst>
        </pc:inkChg>
        <pc:inkChg chg="add mod">
          <ac:chgData name="木村　湊" userId="18030a92-e387-4fb8-9fb3-56230bee2947" providerId="ADAL" clId="{E18DE044-798D-48A0-AE8F-2F5EF3DB3E1E}" dt="2024-12-31T10:33:28.326" v="11"/>
          <ac:inkMkLst>
            <pc:docMk/>
            <pc:sldMk cId="1474899964" sldId="256"/>
            <ac:inkMk id="9" creationId="{709590EE-1F3B-57D4-6DE9-6955AAC2058B}"/>
          </ac:inkMkLst>
        </pc:inkChg>
        <pc:inkChg chg="add mod">
          <ac:chgData name="木村　湊" userId="18030a92-e387-4fb8-9fb3-56230bee2947" providerId="ADAL" clId="{E18DE044-798D-48A0-AE8F-2F5EF3DB3E1E}" dt="2024-12-31T10:33:28.326" v="11"/>
          <ac:inkMkLst>
            <pc:docMk/>
            <pc:sldMk cId="1474899964" sldId="256"/>
            <ac:inkMk id="10" creationId="{2B6AF3AE-D450-76F9-C2CE-957E7289C53B}"/>
          </ac:inkMkLst>
        </pc:inkChg>
        <pc:inkChg chg="add mod">
          <ac:chgData name="木村　湊" userId="18030a92-e387-4fb8-9fb3-56230bee2947" providerId="ADAL" clId="{E18DE044-798D-48A0-AE8F-2F5EF3DB3E1E}" dt="2024-12-31T10:33:28.326" v="11"/>
          <ac:inkMkLst>
            <pc:docMk/>
            <pc:sldMk cId="1474899964" sldId="256"/>
            <ac:inkMk id="11" creationId="{C8CA9E42-A497-E673-D856-CE60FBF5C96C}"/>
          </ac:inkMkLst>
        </pc:inkChg>
        <pc:inkChg chg="add mod">
          <ac:chgData name="木村　湊" userId="18030a92-e387-4fb8-9fb3-56230bee2947" providerId="ADAL" clId="{E18DE044-798D-48A0-AE8F-2F5EF3DB3E1E}" dt="2024-12-31T10:33:28.326" v="11"/>
          <ac:inkMkLst>
            <pc:docMk/>
            <pc:sldMk cId="1474899964" sldId="256"/>
            <ac:inkMk id="12" creationId="{30B4BBA0-CB71-EA58-5178-703EA06F0AAD}"/>
          </ac:inkMkLst>
        </pc:inkChg>
        <pc:inkChg chg="add mod">
          <ac:chgData name="木村　湊" userId="18030a92-e387-4fb8-9fb3-56230bee2947" providerId="ADAL" clId="{E18DE044-798D-48A0-AE8F-2F5EF3DB3E1E}" dt="2024-12-31T10:33:28.326" v="11"/>
          <ac:inkMkLst>
            <pc:docMk/>
            <pc:sldMk cId="1474899964" sldId="256"/>
            <ac:inkMk id="13" creationId="{B9F0C894-35C8-1810-CA3E-7C1C999A9B42}"/>
          </ac:inkMkLst>
        </pc:inkChg>
        <pc:inkChg chg="add del">
          <ac:chgData name="木村　湊" userId="18030a92-e387-4fb8-9fb3-56230bee2947" providerId="ADAL" clId="{E18DE044-798D-48A0-AE8F-2F5EF3DB3E1E}" dt="2024-12-31T10:33:55.284" v="13"/>
          <ac:inkMkLst>
            <pc:docMk/>
            <pc:sldMk cId="1474899964" sldId="256"/>
            <ac:inkMk id="15" creationId="{4A234813-2A74-2ADC-450F-CE2854A30D54}"/>
          </ac:inkMkLst>
        </pc:inkChg>
        <pc:inkChg chg="add del mod">
          <ac:chgData name="木村　湊" userId="18030a92-e387-4fb8-9fb3-56230bee2947" providerId="ADAL" clId="{E18DE044-798D-48A0-AE8F-2F5EF3DB3E1E}" dt="2024-12-31T10:34:02.552" v="20"/>
          <ac:inkMkLst>
            <pc:docMk/>
            <pc:sldMk cId="1474899964" sldId="256"/>
            <ac:inkMk id="17" creationId="{115D1B7F-9555-4563-6F4F-278F3699F8B9}"/>
          </ac:inkMkLst>
        </pc:inkChg>
        <pc:inkChg chg="add del mod">
          <ac:chgData name="木村　湊" userId="18030a92-e387-4fb8-9fb3-56230bee2947" providerId="ADAL" clId="{E18DE044-798D-48A0-AE8F-2F5EF3DB3E1E}" dt="2024-12-31T10:34:02.551" v="18"/>
          <ac:inkMkLst>
            <pc:docMk/>
            <pc:sldMk cId="1474899964" sldId="256"/>
            <ac:inkMk id="18" creationId="{9C852E4C-50F4-598F-1FFE-75C9DA5B87E4}"/>
          </ac:inkMkLst>
        </pc:inkChg>
        <pc:inkChg chg="add del mod">
          <ac:chgData name="木村　湊" userId="18030a92-e387-4fb8-9fb3-56230bee2947" providerId="ADAL" clId="{E18DE044-798D-48A0-AE8F-2F5EF3DB3E1E}" dt="2024-12-31T10:34:02.551" v="19"/>
          <ac:inkMkLst>
            <pc:docMk/>
            <pc:sldMk cId="1474899964" sldId="256"/>
            <ac:inkMk id="19" creationId="{5E0B27FF-0E90-B34C-BEF6-74CEEE64842C}"/>
          </ac:inkMkLst>
        </pc:inkChg>
        <pc:inkChg chg="add del">
          <ac:chgData name="木村　湊" userId="18030a92-e387-4fb8-9fb3-56230bee2947" providerId="ADAL" clId="{E18DE044-798D-48A0-AE8F-2F5EF3DB3E1E}" dt="2024-12-31T10:34:13.496" v="22"/>
          <ac:inkMkLst>
            <pc:docMk/>
            <pc:sldMk cId="1474899964" sldId="256"/>
            <ac:inkMk id="21" creationId="{32BFC77E-6030-7B98-64AD-4CD2A95D7FA3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31T08:26:33.353"/>
    </inkml:context>
    <inkml:brush xml:id="br0">
      <inkml:brushProperty name="width" value="0.35" units="cm"/>
      <inkml:brushProperty name="height" value="2.1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08.4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5296 1 320 0 0,'0'0'27047'0'0,"4"0"-26928"0"0,-4 4 0 0 0,5-4 0 0 0,-5 4 0 0 0,0-4 0 0 0,0 5 1 0 0,4-5-1 0 0,-4 4 0 0 0,0-4 0 0 0,0 4 0 0 0,0 0 0 0 0,0-4 0 0 0,4 4 0 0 0,-4-4 0 0 0,0 5 0 0 0,0-1 0 0 0,0-4 0 0 0,0 4 0 0 0,-4 0 0 0 0,4-4 0 0 0,0 4 0 0 0,0-4 1 0 0,0 5-1 0 0,0-5 0 0 0,-4 4 0 0 0,4 4 0 0 0,-131 215 256 0 0,-7-1 1 0 0,-173 207-1 0 0,-390 411 649 0 0,381-471-870 0 0,-2817 3067-154 0 0,3032-3323 48 0 0,67-66-109 0 0,0-1 0 0 0,-8 0 1 0 0,4-8-1 0 0,-4 4 0 0 0,-4-4 0 0 0,3-5 1 0 0,-74 43-1 0 0,100-118-4191 0 0,16 17 3086 0 0,1-1-1 0 0,0 1 1 0 0,4 4-1 0 0,0-4 1 0 0,0 0-1 0 0,4 0 1 0 0,-4-1-1 0 0,4 1 1 0 0,5 4-1 0 0,-5-4 1 0 0,4 0-1 0 0,13-26 1 0 0,30-100-8987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08.8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134 1 1104 0 0,'-113'67'19026'0'0,"100"-50"-18272"0"0,5 67 1971 0 0,25-34-2399 0 0,0 1-1 0 0,-1-1 0 0 0,5 1 0 0 0,5-5 0 0 0,-1 0 0 0 0,4 0 0 0 0,1-4 0 0 0,-1 4 0 0 0,5-8 0 0 0,3 4 0 0 0,-3-4 0 0 0,4 0 0 0 0,4-5 0 0 0,63 47 0 0 0,63 38 1102 0 0,8-5 1 0 0,257 118-1 0 0,146 25-2171 0 0,707 215 1 0 0,-392-156-1896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09.2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383 337 2408 0 0,'-138'50'5326'0'0,"-106"5"15597"0"0,416-122-16813 0 0,63-17-4149 0 0,1 8 0 0 0,7 9 0 0 0,1 12 0 0 0,432-37 0 0 0,-663 92-1141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09.75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1559 690 8797 0 0,'-109'25'17917'0'0,"109"-25"-17780"0"0,80-84 4651 0 0,37 0-5680 0 0,72-8 1094 0 0,0 8 0 0 0,9 4 0 0 0,-1 13 0 0 0,5 8 0 0 0,-1 8 0 0 0,5 9 0 0 0,4 13 0 0 0,-4 4 0 0 0,365 8 0 0 0,-520 17-202 0 0,-1 0 0 0 0,-4 4 0 0 0,5 5 0 0 0,-5-1 0 0 0,4 0 0 0 0,85 34 0 0 0,-119-33 0 0 0,-3-1 0 0 0,0-4 0 0 0,-1 5 0 0 0,1-1 0 0 0,-1 5 0 0 0,1-5 0 0 0,0 1 0 0 0,-1 3 0 0 0,-3 1 0 0 0,3-1 0 0 0,-3 1 0 0 0,-1 0 0 0 0,0-1 0 0 0,1 1 0 0 0,-1-1 0 0 0,1 1 0 0 0,-5 4 0 0 0,0-5 0 0 0,4 5 0 0 0,-3-4 0 0 0,-5 4 0 0 0,4-1 0 0 0,0-3 0 0 0,-4 4 0 0 0,0 21 0 0 0,0 71 0 0 0,-8 0 0 0 0,-5-4 0 0 0,-4 0 0 0 0,-4 0 0 0 0,-4 0 0 0 0,-55 147 0 0 0,-12-17 0 0 0,-198 362 0 0 0,-201 209 0 0 0,-614 773 0 0 0,1038-1486 0 0 0,-924 1183 0 0 0,789-1045 0 0 0,-12-4 0 0 0,-5-13 0 0 0,-306 227 0 0 0,504-428 0 0 0,5 0 0 0 0,-5-1 0 0 0,0 1 0 0 0,4-1 0 0 0,-4-3 0 0 0,-34 12 0 0 0,51-21-62 0 0,0 0 0 0 0,4 4 0 0 0,-4-4 0 0 0,-1 0 0 0 0,1 0 0 0 0,0 0 0 0 0,0 0 0 0 0,4-4 0 0 0,-4 4 0 0 0,-1 0 0 0 0,1 0 0 0 0,0 0 0 0 0,0-4 0 0 0,4 4 0 0 0,-4 0 0 0 0,-1-5 0 0 0,1 5 1 0 0,4-4-1 0 0,-4 4 0 0 0,0-4 0 0 0,4 4 0 0 0,-4-4 0 0 0,4 4 0 0 0,-5-4 0 0 0,1-1 0 0 0,4 5 0 0 0,-4-4 0 0 0,4 0 0 0 0,0 4 0 0 0,-4-4 0 0 0,4 0 0 0 0,-4-1 0 0 0,4 1 0 0 0,0 4 0 0 0,0-4 0 0 0,0 0 0 0 0,-5-5 0 0 0,-24-121-9013 0 0,46-76 1956 0 0,-17 185 6147 0 0,29-138-9514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10.5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2810 55 6145 0 0,'-21'-55'22892'0'0,"-235"475"-21411"0"0,-232 521-1 0 0,110-194-711 0 0,-411 593-769 0 0,-72 139 0 0 0,844-1446-1694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10.8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0 673 3968 0 0,'0'0'20607'0'0,"21"0"-18863"0"0,235-17 865 0 0,479-105 0 0 0,-285 38-1379 0 0,3082-365-1230 0 0,-3335 470-3077 0 0,-340 155-13572 0 0,1-62 6368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11.1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774 64 4008 0 0,'-101'-63'17290'0'0,"88"80"-15582"0"0,-20 25-936 0 0,3 0 1 0 0,1 0-1 0 0,4 4 1 0 0,0 0-1 0 0,4 0 0 0 0,0 1 1 0 0,4 3-1 0 0,-17 59 1 0 0,-79 458 1636 0 0,71-319-2062 0 0,-80 542-478 0 0,38 3 1 0 0,21 1102-1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11.4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17 925 2880 0 0,'-17'-134'11550'0'0,"55"16"-4682"0"0,-26 97-6227 0 0,5 0 0 0 0,-4 0 0 0 0,4 0 0 0 0,-1 0-1 0 0,1 4 1 0 0,4 0 0 0 0,-4 1 0 0 0,38-26 0 0 0,16 0 29 0 0,0 4 0 0 0,1 0 0 0 0,3 4 1 0 0,152-45-1 0 0,46 7-401 0 0,4 13 1 0 0,1 13 0 0 0,482-21-1 0 0,882 80 750 0 0,-596 12-766 0 0,-773-25-718 0 0,-441 130-10837 0 0,-219 109 3181 0 0,169-129-1998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11.8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 1588 5569 0 0,'-13'0'22408'0'0,"446"-139"-21676"0"0,3 17 0 0 0,472-58-1 0 0,998-81 1546 0 0,-1129 169-1959 0 0,4977-404-318 0 0,-5720 496 17 0 0,-13 0-76 0 0,0 0 0 0 0,0 0 0 0 0,0-4 0 0 0,0 4 0 0 0,0-4 0 0 0,0 0 0 0 0,0-5 1 0 0,-4 5-1 0 0,4-4 0 0 0,0-1 0 0 0,17-12 0 0 0,-366-214-29258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12.3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854 68 2024 0 0,'-68'-67'26173'0'0,"14"164"-23042"0"0,41-55-2941 0 0,5 0 1 0 0,-1 0 0 0 0,1 0 0 0 0,4 0 0 0 0,4 0 0 0 0,0 79 0 0 0,4 14-88 0 0,-348 3867-103 0 0,83-1335 0 0 0,173-882 0 0 0,159 168 0 0 0,-71-1906-1570 0 0,-46-367-26867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13.0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446 312 576 0 0,'-168'96'13534'0'0,"-109"85"1703"0"0,411-194-14468 0 0,1-3 1 0 0,-1-5 0 0 0,227-72 0 0 0,17 1-450 0 0,395-47-201 0 0,911-41 0 0 0,-1133 154-4243 0 0,16 18-4462 0 0,-630 16 3489 0 0,-13 22 3311 0 0,21-5-129 0 0,-100 21-6801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13.3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71 668 8553 0 0,'-71'71'21774'0'0,"159"-75"-20593"0"0,-37 0-2676 0 0,4959-336 4249 0 0,-4863 327-2754 0 0,46 0 0 0 0,282-62 0 0 0,-471 75-175 0 0,0 0 0 0 0,1 0-1 0 0,-1 0 1 0 0,0 0 0 0 0,-4 0 0 0 0,4 0 0 0 0,0 0 0 0 0,1-4-1 0 0,-1 4 1 0 0,-4 0 0 0 0,4 0 0 0 0,0-5 0 0 0,0 5 0 0 0,-4-4-1 0 0,5 4 1 0 0,-1 0 0 0 0,-4-4 0 0 0,4 4 0 0 0,0-4 0 0 0,-4 0-1 0 0,4 4 1 0 0,-4-5 0 0 0,5 5 0 0 0,-5-4 0 0 0,4 0 0 0 0,-4 4-1 0 0,4-4 1 0 0,-4 0 0 0 0,0-1 0 0 0,4 5 0 0 0,-4-4 0 0 0,0 0-1 0 0,0 0 1 0 0,0 0 0 0 0,0 4 0 0 0,4-5 0 0 0,-4 1 0 0 0,0 0-1 0 0,0 0 1 0 0,0 4 0 0 0,-4-4 0 0 0,4-1 0 0 0,0 1 0 0 0,0 0-1 0 0,0 4 1 0 0,-4-4 0 0 0,4 0 0 0 0,0-1 0 0 0,-4 5 0 0 0,4-4-1 0 0,0 0 1 0 0,-4 0 0 0 0,-1 0 0 0 0,-104-156-10655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13.8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1411 51 7873 0 0,'-12'-8'5103'0'0,"-98"-34"5570"0"0,85 67-10227 0 0,0 5 0 0 0,0 3 0 0 0,4-3 1 0 0,0 3-1 0 0,0 1 0 0 0,4-1 0 0 0,0 1 0 0 0,0 4 0 0 0,5-5 1 0 0,-18 81-1 0 0,-70 449 2924 0 0,66-337-2732 0 0,-210 1123-440 0 0,-398 2905-194 0 0,617-3977-4 0 0,12-4 0 0 0,13 5 0 0 0,13-1 0 0 0,12 0 0 0 0,8-4 0 0 0,140 512 0 0 0,-131-659 0 0 0,4-4 0 0 0,8 0 0 0 0,1-4 0 0 0,8-1 0 0 0,4-3 0 0 0,5-5 0 0 0,91 105 0 0 0,-95-138 0 0 0,-1-5 0 0 0,8 0 0 0 0,1-8 0 0 0,4 0 0 0 0,0-4 0 0 0,4-4 0 0 0,4-1 0 0 0,0-7 0 0 0,0-1 0 0 0,114 34 0 0 0,-51-38 4 0 0,-4-5 1 0 0,4-7-1 0 0,5-5 1 0 0,-5-8-1 0 0,4-9 1 0 0,-4-4-1 0 0,5-8 1 0 0,-1-4-1 0 0,215-47 1 0 0,113-46-117 0 0,739-251 0 0 0,-416 66-4108 0 0,-423 131-3937 0 0,402-232 0 0 0,-520 236-1137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15.0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 98 4048 0 0,'-25'100'25340'0'0,"29"-100"-25145"0"0,231-25-1384 0 0,-100 4 3746 0 0,3086-105-919 0 0,-2116 105-1460 0 0,-824 21-6619 0 0,43-4-1228 0 0,-568 50-8228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15.7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1642 0 4304 0 0,'-12'4'12223'0'0,"3"0"-11851"0"0,1-4-1 0 0,4 5 1 0 0,-5-1 0 0 0,1 0 0 0 0,4 0 0 0 0,-5 0-1 0 0,1 1 1 0 0,4-1 0 0 0,-1 0 0 0 0,-3 0-1 0 0,4 0 1 0 0,-5 5 0 0 0,5-5 0 0 0,0 0-1 0 0,0 5 1 0 0,0-1 0 0 0,-1-4 0 0 0,1 5 0 0 0,0-5-1 0 0,0 17 1 0 0,0-4-32 0 0,-1-1 0 0 0,1 1 0 0 0,0 0 0 0 0,4 0-1 0 0,0 0 1 0 0,0-1 0 0 0,0 1 0 0 0,0 0 0 0 0,4 21 0 0 0,17 46 159 0 0,0-4 0 0 0,4 4 0 0 0,43 84-1 0 0,-39-97 441 0 0,278 702-381 0 0,-5-26 213 0 0,236 887 0 0 0,-538-1621-771 0 0,365 1654 0 0 0,-327-1427 0 0 0,-13-1 0 0 0,-12 5 0 0 0,-9-1 0 0 0,-8-3 0 0 0,-43 247 0 0 0,26-361 0 0 0,-4-4 0 0 0,-8-1 0 0 0,-5 1 0 0 0,-4-4 0 0 0,-4-1 0 0 0,-9-3 0 0 0,-4-1 0 0 0,-4-4 0 0 0,-4-4 0 0 0,-88 110 0 0 0,92-140 0 0 0,0-3 0 0 0,-5-5 0 0 0,-3-4 0 0 0,0 0 0 0 0,-9-4 0 0 0,4-5 0 0 0,-4 1 0 0 0,-4-9 0 0 0,0 0 0 0 0,-4-8 0 0 0,0 0 0 0 0,-4-5 0 0 0,-156 39 0 0 0,202-64 0 0 0,-1 1 0 0 0,1-5 0 0 0,0 0 0 0 0,0-4 0 0 0,0 0 0 0 0,-1 0 0 0 0,1-4 0 0 0,0-5 0 0 0,0 1 0 0 0,0 0 0 0 0,4-5 0 0 0,-5-4 0 0 0,5 5 0 0 0,-4-9 0 0 0,4 4 0 0 0,4-8 0 0 0,-4 4 0 0 0,5-5 0 0 0,-1-3 0 0 0,0 4 0 0 0,4-9 0 0 0,-3 5 0 0 0,-52-72 0 0 0,56 59 0 0 0,3-4 0 0 0,1 4 0 0 0,4-9 0 0 0,0 5 0 0 0,4-4 0 0 0,0-1 0 0 0,4 1 0 0 0,4 0 0 0 0,-4-1 0 0 0,9-3 0 0 0,0 3 0 0 0,-1-3 0 0 0,5-1 0 0 0,4 0 0 0 0,0 5 0 0 0,4-5 0 0 0,0 1 0 0 0,5 3 0 0 0,3-3 0 0 0,22-76 0 0 0,-5 46 0 0 0,1 4 0 0 0,8 0 0 0 0,-1 0 0 0 0,10 0 0 0 0,-1 5 0 0 0,0 3 0 0 0,9 1 0 0 0,-1 4 0 0 0,85-80 0 0 0,-43 59 0 0 0,5 4 0 0 0,4 4 0 0 0,0 4 0 0 0,9 5 0 0 0,196-93 0 0 0,-70 63 0 0 0,3 9 0 0 0,5 16 0 0 0,4 5 0 0 0,0 16 0 0 0,475-46 0 0 0,-408 80 0 0 0,0 17 0 0 0,0 13 0 0 0,1 16 0 0 0,-5 13 0 0 0,0 12 0 0 0,323 97 0 0 0,-260-34 0 0 0,0 18 0 0 0,-8 11 0 0 0,-9 22 0 0 0,508 302 0 0 0,-491-188 369 0 0,-75-43-2308 0 0,-366-433-15791 0 0,-9 26 7023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16.6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71 533 8709 0 0,'-4'30'17995'0'0,"323"-144"-17442"0"0,853-247 2811 0 0,-1046 332-3096 0 0,-4 8 1 0 0,4 4-1 0 0,4 4 0 0 0,-4 9 0 0 0,0 0 1 0 0,0 12-1 0 0,214 30 0 0 0,-310-29-268 0 0,-5-5 0 0 0,4 4 0 0 0,1 1 0 0 0,-5 3 0 0 0,0 1 0 0 0,5-1 0 0 0,-5 1 0 0 0,0 0 0 0 0,0 3 0 0 0,-4 1 0 0 0,4 4 0 0 0,17 17 0 0 0,-29-25 0 0 0,-5-1 0 0 0,1 1 0 0 0,-1-1 0 0 0,1 5 0 0 0,-1-4 0 0 0,0 4 0 0 0,-3-5 0 0 0,3 5 0 0 0,-4-4 0 0 0,0 3 0 0 0,1 1 0 0 0,-5 0 0 0 0,4-4 0 0 0,-4 3 0 0 0,4 1 0 0 0,-4 0 0 0 0,-4 0 0 0 0,4 0 0 0 0,0-1 0 0 0,-4-3 0 0 0,-1 4 0 0 0,1 0 0 0 0,-4 16 0 0 0,-22 43 0 0 0,-3-1 0 0 0,-1 1 0 0 0,-4-5 0 0 0,-4 1 0 0 0,-4-5 0 0 0,-55 67 0 0 0,-344 370 0 0 0,382-436 0 0 0,-285 280 0 0 0,-18-8 0 0 0,-12-20 0 0 0,-731 473 0 0 0,1000-730 0 0 0,42-21 0 0 0,164-71 0 0 0,50-13 0 0 0,0 4 0 0 0,4 5 0 0 0,0 7 0 0 0,0 5 0 0 0,0 13 0 0 0,1 0 0 0 0,3 12 0 0 0,-4 0 0 0 0,0 13 0 0 0,1 4 0 0 0,-1 4 0 0 0,0 13 0 0 0,-4 0 0 0 0,-4 8 0 0 0,4 8 0 0 0,-9 5 0 0 0,165 97 0 0 0,-219-106 0 0 0,-4 9 0 0 0,-1 0 0 0 0,1 4 0 0 0,-8 0 0 0 0,-1 8 0 0 0,0 0 0 0 0,-8 5 0 0 0,0 4 0 0 0,76 126 0 0 0,-80-97 0 0 0,-5 4 0 0 0,-3 1 0 0 0,-5-1 0 0 0,-4 5 0 0 0,-8-1 0 0 0,37 249 0 0 0,-50-161 0 0 0,-8 5 0 0 0,-9 0 0 0 0,-13 0 0 0 0,-7 0 0 0 0,-5 0 0 0 0,-17-4 0 0 0,-4 0 0 0 0,-126 361 0 0 0,80-328 0 0 0,-9-3 0 0 0,-12-10 0 0 0,-9 1 0 0 0,-8-8 0 0 0,-189 243 0 0 0,240-362 0 0 0,-5-3 0 0 0,0-5 0 0 0,-8-3 0 0 0,-5-5 0 0 0,1-5 0 0 0,-5-3 0 0 0,-3-5 0 0 0,-5-3 0 0 0,0-5 0 0 0,-5-5 0 0 0,-3-3 0 0 0,-202 63 0 0 0,281-110-398 0 0,-3 0 1 0 0,3 1-1 0 0,-4-5 1 0 0,5-4-1 0 0,-5 4 1 0 0,4-4-1 0 0,-67-8 1 0 0,59-1-552 0 0,0-3 1 0 0,5-1 0 0 0,-5 1 0 0 0,4-5-1 0 0,0 0 1 0 0,0-4 0 0 0,0 0 0 0 0,1 0-1 0 0,3-4 1 0 0,0 0 0 0 0,1-5 0 0 0,3 1 0 0 0,1-1-1 0 0,0 1 1 0 0,-1-5 0 0 0,-24-41 0 0 0,-114-186-9759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17.3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970 333 1536 0 0,'-59'-114'10203'0'0,"-130"-104"3924"0"0,181 218-13995 0 0,0 4 0 0 0,-1-4 0 0 0,1 4 1 0 0,4 1-1 0 0,-5-1 0 0 0,1 0 0 0 0,-1 0 0 0 0,5 0 1 0 0,-4 1-1 0 0,4-1 0 0 0,-5 0 0 0 0,5 4 0 0 0,-4-3 1 0 0,3 3-1 0 0,1-4 0 0 0,-4 5 0 0 0,4-1 1 0 0,-1-4-1 0 0,1 5 0 0 0,0-1 0 0 0,4 0 0 0 0,-4-3 1 0 0,0 3-1 0 0,-1 13 0 0 0,-70 239 3262 0 0,66-205-3192 0 0,-146 772-202 0 0,-51 971 0 0 0,177-1487 0 0 0,-72 1902 0 0 0,109-1898 0 0 0,18-4 0 0 0,7 0 0 0 0,18-5 0 0 0,12 1 0 0 0,109 310 0 0 0,-130-495 0 0 0,8 0 0 0 0,5 0 0 0 0,4-5 0 0 0,8-3 0 0 0,4-1 0 0 0,1-8 0 0 0,7 0 0 0 0,140 143 0 0 0,-165-198 0 0 0,1 1 0 0 0,0-5 0 0 0,3 0 0 0 0,5-4 0 0 0,0-4 0 0 0,0-4 0 0 0,5-1 0 0 0,-1-3 0 0 0,0-1 0 0 0,4-4 0 0 0,1-4 0 0 0,-1-4 0 0 0,1 0 0 0 0,-1-9 0 0 0,5 5 0 0 0,117-9 0 0 0,-25-17 0 0 0,-4-3 0 0 0,4-14 0 0 0,-5-3 0 0 0,1-5 0 0 0,-4-13 0 0 0,-1-3 0 0 0,270-135 0 0 0,-68-4 0 0 0,-8-17 0 0 0,331-257 0 0 0,312-347-3437 0 0,-627 465-729 0 0,-20-12 0 0 0,-17-17-1 0 0,546-802 1 0 0,-694 881-5739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18.1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3524 228 5352 0 0,'239'-227'25736'0'0,"-230"227"-24899"0"0,-14 21-261 0 0,-28 80-529 0 0,-5 0 0 0 0,-8-5-1 0 0,0-3 1 0 0,-5-1 0 0 0,-3 0 0 0 0,-106 127 0 0 0,-491 528-94 0 0,428-503 32 0 0,-428 453 15 0 0,206-235 0 0 0,-647 878 0 0 0,1054-1285 0 0 0,1 3 0 0 0,3 1 0 0 0,5 4 0 0 0,-1-4 0 0 0,5 8 0 0 0,0-4 0 0 0,-17 84 0 0 0,38-109 0 0 0,-5 0 0 0 0,9 0 0 0 0,-4-1 0 0 0,4 1 0 0 0,4 0 0 0 0,-4 0 0 0 0,9 0 0 0 0,-5-1 0 0 0,4 1 0 0 0,5 0 0 0 0,-5 0 0 0 0,5-5 0 0 0,4 5 0 0 0,16 34 0 0 0,26 24 0 0 0,4 1 0 0 0,8-5 0 0 0,1-4 0 0 0,-1 1 0 0 0,9-5 0 0 0,4-5 0 0 0,0-3 0 0 0,101 67 0 0 0,806 478 0 0 0,-815-520 0 0 0,-113-63 0 0 0,1743 1046 0 0 0,-1323-757 0 0 0,710 614 0 0 0,-937-702 0 0 0,-121-104 0 0 0,8-5 0 0 0,184 126 0 0 0,-260-218 0 0 0,-4-38 0 0 0,-54-4-293 0 0,3-5 0 0 0,1 1-1 0 0,-5 0 1 0 0,1-1 0 0 0,-1 1 0 0 0,5-1 0 0 0,-5-3-1 0 0,1 3 1 0 0,-5-3 0 0 0,4 3 0 0 0,1-3-1 0 0,-5-1 1 0 0,4 1 0 0 0,-4-1 0 0 0,1 5 0 0 0,3-30-1 0 0,51-244-7639 0 0,-51 224 6758 0 0,30-215-4032 0 0,-4-42-5500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19.4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425 9194 808 0 0,'-105'206'24113'0'0,"93"-240"-23205"0"0,-14-63-307 0 0,5 1 0 0 0,0-1-1 0 0,9-4 1 0 0,3 5 0 0 0,5-156 0 0 0,50-538 696 0 0,47 97-943 0 0,29 9 0 0 0,29 3 0 0 0,248-696 0 0 0,-378 1314-347 0 0,105-315 184 0 0,12 4 1 0 0,228-428-1 0 0,-127 365-175 0 0,303-407-1 0 0,-437 705-14 0 0,0 5 0 0 0,8 8 0 0 0,5 4 0 0 0,8 4 1 0 0,4 5-1 0 0,240-160 0 0 0,-324 243-1 0 0,114-70 0 0 0,276-131 0 0 0,-385 210 0 0 0,-5 0 0 0 0,4 4 0 0 0,1 0 0 0 0,-1 4 0 0 0,5 5 0 0 0,-5 0 0 0 0,5-1 0 0 0,-5 9 0 0 0,5-4 0 0 0,92 12 0 0 0,-130-3 0 0 0,4-1 0 0 0,-5 0 0 0 0,1 4 0 0 0,0-3 0 0 0,0 3 0 0 0,0 0 0 0 0,-1 1 0 0 0,1-1 0 0 0,0 5 0 0 0,-4-1 0 0 0,3-3 0 0 0,-3 3 0 0 0,0 1 0 0 0,3 0 0 0 0,-7 3 0 0 0,3-3 0 0 0,1 4 0 0 0,-5 0 0 0 0,5-5 0 0 0,-5 5 0 0 0,1 0 0 0 0,-1 0 0 0 0,-4-1 0 0 0,5 5 0 0 0,-5-4 0 0 0,0 0 0 0 0,0 4 0 0 0,1-4 0 0 0,-5 21 0 0 0,8 46 0 0 0,-4 4 0 0 0,0 0 0 0 0,-8 0 0 0 0,-29 164 0 0 0,-14-50 0 0 0,-11-5 0 0 0,-5 1 0 0 0,-13-5 0 0 0,-163 307 0 0 0,108-223 0 0 0,-780 1520 0 0 0,-635 904 0 0 0,177-773 0 0 0,1058-1512 0 0 0,202-257 0 0 0,-151 181 0 0 0,260-340-5 0 0,0 0 0 0 0,0 5 0 0 0,0-5 0 0 0,0 0-1 0 0,0 0 1 0 0,0 0 0 0 0,0 0 0 0 0,0 4 0 0 0,0-4 0 0 0,0 0 0 0 0,0 0 0 0 0,-4 0-1 0 0,4 0 1 0 0,0 0 0 0 0,0 0 0 0 0,0 4 0 0 0,0-4 0 0 0,0 0 0 0 0,0 0 0 0 0,-5 0-1 0 0,5 0 1 0 0,0 0 0 0 0,0 0 0 0 0,0 0 0 0 0,0 0 0 0 0,0 0 0 0 0,-4 0 0 0 0,4 4-1 0 0,0-4 1 0 0,0 0 0 0 0,0 0 0 0 0,0 0 0 0 0,-4 0 0 0 0,4 0 0 0 0,0 0 0 0 0,0 0 0 0 0,0 0-1 0 0,0 0 1 0 0,-4-4 0 0 0,4 4 0 0 0,0 0 0 0 0,0 0 0 0 0,0 0 0 0 0,0 0 0 0 0,0 0-1 0 0,-4 0 1 0 0,4 0 0 0 0,0 0 0 0 0,0 0 0 0 0,0 0 0 0 0,0-4 0 0 0,0 4 0 0 0,0 0-1 0 0,-5 0 1 0 0,5 0 0 0 0,0 0 0 0 0,0 0 0 0 0,0 0 0 0 0,0-4 0 0 0,0 4 0 0 0,0 0 0 0 0,0 0-1 0 0,0 0 1 0 0,0 0 0 0 0,0-5 0 0 0,-8-83-1501 0 0,33-84-5482 0 0,72-122-3906 0 0,-34 134 613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21.9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1176 5443 4480 0 0,'-273'479'14250'0'0,"-25"-21"-8673"0"0,-307 533-773 0 0,912-1764-3735 0 0,8-50-819 0 0,676-1353 241 0 0,-449 1110 1008 0 0,-433 877-1211 0 0,-13 50-229 0 0,-230 551-59 0 0,-605 1499 0 0 0,273-656 0 0 0,411-1112 0 0 0,-348 974 0 0 0,394-1062 0 0 0,-41 117 0 0 0,247-810 0 0 0,51-148 0 0 0,533-1364 0 0 0,-298 970 0 0 0,-84 231 0 0 0,-310 646 0 0 0,-152 534 0 0 0,21-71 0 0 0,-72 180 0 0 0,-1226 2411 0 0 0,1193-2461 0 0 0,-390 882 0 0 0,831-1849 0 0 0,1033-2153 0 0 0,-1314 2804 0 0 0,310-633 0 0 0,265-488 0 0 0,-533 1026 0 0 0,-43 87 0 0 0,1 0 0 0 0,4-3 0 0 0,-1 7 0 0 0,5-3 0 0 0,17-30 0 0 0,-84 281 0 0 0,-815 2004 0 0 0,538-1559 0 0 0,-446 677 0 0 0,698-1214 0 0 0,41-67 0 0 0,-3-4 0 0 0,-1-1 0 0 0,0-3 0 0 0,-8 3 0 0 0,-71 72 0 0 0,113-126 0 0 0,0 0 0 0 0,0 0 0 0 0,0 0 0 0 0,0-4 0 0 0,0 4 0 0 0,0 0 0 0 0,0 0 0 0 0,0 0 0 0 0,0 0 0 0 0,0 0 0 0 0,0 0 0 0 0,0-4 0 0 0,0 4 0 0 0,0 0 0 0 0,0 0 0 0 0,0 0 0 0 0,0 0 0 0 0,0 0 0 0 0,0-4 0 0 0,-4 4 0 0 0,4 0 0 0 0,0 0 0 0 0,0 0 0 0 0,0 0 0 0 0,0 0 0 0 0,0 0 0 0 0,0 0 0 0 0,0 0 0 0 0,0-5 0 0 0,0 5 0 0 0,-4 0 0 0 0,4 0 0 0 0,0 0 0 0 0,0 0 0 0 0,0 0 0 0 0,0 0 0 0 0,0 0 0 0 0,0 0 0 0 0,-5 0 0 0 0,5 0 0 0 0,0 0 0 0 0,0 0 0 0 0,0 0 0 0 0,0 0 0 0 0,0 0 0 0 0,-4 0 0 0 0,4 0 0 0 0,0 0 0 0 0,0 0 0 0 0,0 0 0 0 0,0 0 0 0 0,0 0 0 0 0,0 0 0 0 0,-4 0 0 0 0,4 0 0 0 0,0 0 0 0 0,0 0 0 0 0,0 5 0 0 0,17-186 0 0 0,8 5 0 0 0,9-1 0 0 0,8 5 0 0 0,75-210 0 0 0,-29 96 0 0 0,59-197 0 0 0,17 9 0 0 0,25 7 0 0 0,429-772 0 0 0,-564 1155 0 0 0,5 0 0 0 0,4 0 0 0 0,118-117 0 0 0,-144 176 0 0 0,35 25 0 0 0,-60 4 0 0 0,-3 4 0 0 0,3 1 0 0 0,1-5 0 0 0,-5 4 0 0 0,5 5 0 0 0,-5-5 0 0 0,5 1 0 0 0,-5-1 0 0 0,1 5 0 0 0,-1-1 0 0 0,1-3 0 0 0,-1 3 0 0 0,-4 1 0 0 0,5-1 0 0 0,-5 1 0 0 0,4 0 0 0 0,-4-1 0 0 0,1 1 0 0 0,-1-1 0 0 0,-4 1 0 0 0,4 0 0 0 0,-4 3 0 0 0,4 18 0 0 0,0 50 0 0 0,1-4 0 0 0,-18 147 0 0 0,9-160 0 0 0,-34 319 0 0 0,-17-4 0 0 0,-16 1 0 0 0,-13-5 0 0 0,-256 663 0 0 0,197-713 0 0 0,-21-9 0 0 0,-386 576 0 0 0,533-874 0 0 0,17-21 0 0 0,0 0 0 0 0,0-5 0 0 0,0 5 0 0 0,0 0 0 0 0,0 0 0 0 0,0 0 0 0 0,0 0 0 0 0,0 0 0 0 0,0 0 0 0 0,0 0 0 0 0,0-4 0 0 0,0 4 0 0 0,0 0 0 0 0,0 0 0 0 0,0 0 0 0 0,-4 0 0 0 0,4 0 0 0 0,0 0 0 0 0,0 0 0 0 0,0 0 0 0 0,0 0 0 0 0,0 0 0 0 0,0 0 0 0 0,0 0 0 0 0,0 0 0 0 0,-4 0 0 0 0,4-4 0 0 0,0 4 0 0 0,0 0 0 0 0,0 0 0 0 0,0 0 0 0 0,0 0 0 0 0,0 0 0 0 0,-4 0 0 0 0,4 0 0 0 0,0 0 0 0 0,0 4 0 0 0,0-4 0 0 0,0 0 0 0 0,0 0 0 0 0,0 0 0 0 0,-5 0 0 0 0,18-155 0 0 0,8-5 0 0 0,4 5 0 0 0,68-223 0 0 0,-14 50 0 0 0,43-130 0 0 0,319-772 0 0 0,-348 995 0 0 0,486-958 0 0 0,-386 836 0 0 0,-167 302 0 0 0,150-281 0 0 0,303-437 0 0 0,-479 773 0 0 0,0 0 0 0 0,0 0 0 0 0,4-4 0 0 0,-4 4 0 0 0,0 0 0 0 0,0 0 0 0 0,0 0 0 0 0,0 0 0 0 0,4 0 0 0 0,-4 0 0 0 0,0 0 0 0 0,0-4 0 0 0,4 4 0 0 0,-4 0 0 0 0,0 0 0 0 0,0 0 0 0 0,0 0 0 0 0,5 0 0 0 0,-5 0 0 0 0,0 0 0 0 0,0 0 0 0 0,4 0 0 0 0,-4 0 0 0 0,0 0 0 0 0,0 0 0 0 0,0 0 0 0 0,4 4 0 0 0,-4-4 0 0 0,0 0 0 0 0,0 0 0 0 0,0 0 0 0 0,4 0 0 0 0,-4 0 0 0 0,0 0 0 0 0,0 0 0 0 0,0 4 0 0 0,0-4 0 0 0,4 0 0 0 0,-4 0 0 0 0,0 0 0 0 0,0 0 0 0 0,0 5 0 0 0,0-5 0 0 0,0 0 0 0 0,5 0 0 0 0,-5 0 0 0 0,0 4 0 0 0,0-4 0 0 0,0 0 0 0 0,0 0 0 0 0,0 0 0 0 0,0 4 0 0 0,0-4 0 0 0,0 0 0 0 0,0 0 0 0 0,0 4 0 0 0,0-4 0 0 0,0 0 0 0 0,0 0 0 0 0,0 0 0 0 0,0 4 0 0 0,0-4 0 0 0,0 0 0 0 0,0 0 0 0 0,0 0 0 0 0,-5 5 0 0 0,5-5 0 0 0,0 0 0 0 0,0 4 0 0 0,5 71 0 0 0,-18-3 0 0 0,0-1 0 0 0,-3-4 0 0 0,-5 1 0 0 0,-5-1 0 0 0,1 0 0 0 0,-59 97 0 0 0,13-17 0 0 0,-1357 2957 0 0 0,1369-2978 0 0 0,139-286 0 0 0,88-176 0 0 0,109-206 0 0 0,466-840 0 0 0,-596 1139 0 0 0,416-656 0 0 0,-449 689 0 0 0,-14 4 0 0 0,-368 551 0 0 0,-106 247 0 0 0,-374 811 0 0 0,673-1227 0 0 0,310-546 0 0 0,592-1192 0 0 0,-705 1314 0 0 0,-122 215 0 0 0,-80 133 0 0 0,-348 568-1859 0 0,-404 937-7974 0 0,622-1127 767 0 0,114-221-183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23.3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571 1988 488 0 0,'4'21'5923'0'0,"-4"-9"-4875"0"0,30 127 6806 0 0,-9 100-2492 0 0,-17-222-5022 0 0,-4 4 0 0 0,0-4 0 0 0,-4 0 0 0 0,4 4 0 0 0,-4-5-1 0 0,-1 1 1 0 0,1 0 0 0 0,0 4 0 0 0,0-4 0 0 0,-5 0 0 0 0,1-1 0 0 0,0 1 0 0 0,-1-4 0 0 0,1 4 0 0 0,-5-1 0 0 0,5-3 0 0 0,-5 4 0 0 0,-25 21 0 0 0,30-38-201 0 0,0 4 1 0 0,-1-4-1 0 0,1 4 1 0 0,-1-4 0 0 0,5 0-1 0 0,-4 0 1 0 0,-1 0-1 0 0,1 0 1 0 0,0 0-1 0 0,-1 0 1 0 0,1-4 0 0 0,-1 4-1 0 0,1-4 1 0 0,0 4-1 0 0,-1-5 1 0 0,1 1-1 0 0,-1 4 1 0 0,5-4-1 0 0,-4 0 1 0 0,-1 0 0 0 0,5-1-1 0 0,-13-11 1 0 0,9 11-191 0 0,-9-7 124 0 0,0-5 1 0 0,-4 0-1 0 0,5 0 1 0 0,3 1 0 0 0,-4-1-1 0 0,5-4 1 0 0,-5 0-1 0 0,4 4 1 0 0,5-4 0 0 0,-5 0-1 0 0,5-4 1 0 0,-17-34-1 0 0,4-8 80 0 0,4 0 0 0 0,-17-131 0 0 0,22 72-79 0 0,3 0 1 0 0,5 0 0 0 0,8 0 0 0 0,5 0-1 0 0,7 0 1 0 0,31-122 0 0 0,-26 152-95 0 0,4 8 1 0 0,8-5 0 0 0,1 5-1 0 0,4 0 1 0 0,4 0 0 0 0,4 4 0 0 0,0 4-1 0 0,97-122 1 0 0,-130 185 28 0 0,-5 5 0 0 0,0-1-1 0 0,5 1 1 0 0,0 3 0 0 0,-5-3 0 0 0,5-1 0 0 0,-1 5-1 0 0,1-1 1 0 0,4-3 0 0 0,-5 3 0 0 0,1 5 0 0 0,4-4 0 0 0,-5-1-1 0 0,5 5 1 0 0,0 0 0 0 0,-5 0 0 0 0,5-1 0 0 0,0 1-1 0 0,0 0 1 0 0,0 4 0 0 0,-1 0 0 0 0,-3 0 0 0 0,4 0-1 0 0,0 0 1 0 0,-1 0 0 0 0,1 4 0 0 0,0 0 0 0 0,-4 1 0 0 0,3-1-1 0 0,1 0 1 0 0,-4 0 0 0 0,4 5 0 0 0,-5-1 0 0 0,5 0-1 0 0,-4 1 1 0 0,-1-1 0 0 0,5 1 0 0 0,-4-1 0 0 0,16 21-1 0 0,17 18 32 0 0,0 3 0 0 0,-4-4 0 0 0,0 9-1 0 0,-4-5 1 0 0,0 5 0 0 0,-4-1 0 0 0,-1 5-1 0 0,34 101 1 0 0,-25-55-40 0 0,-8 0 0 0 0,-5 4 0 0 0,-3 0 0 0 0,-5 5 0 0 0,-5-5 0 0 0,1 181 0 0 0,-17-240 0 0 0,0 0 0 0 0,-4 1 0 0 0,-4-5 0 0 0,3 4 0 0 0,-7-3 0 0 0,-1 3 0 0 0,1-4 0 0 0,-5 0 0 0 0,0 1 0 0 0,-4-1 0 0 0,0 0 0 0 0,-4-4 0 0 0,0 0 0 0 0,-5 0 0 0 0,1-4 0 0 0,-1 0 0 0 0,-58 54 0 0 0,76-79 0 0 0,-5-1 0 0 0,4 1 0 0 0,-4-1 0 0 0,1-3 0 0 0,-1 3 0 0 0,0-3 0 0 0,-4-1 0 0 0,4 1 0 0 0,0-5 0 0 0,-4 4 0 0 0,5-4 0 0 0,-5 1 0 0 0,0-1 0 0 0,4 0 0 0 0,-4-4 0 0 0,0 4 0 0 0,4-4 0 0 0,-33-4 0 0 0,24 0 0 0 0,1-5 0 0 0,0 1 0 0 0,0 0 0 0 0,0-1 0 0 0,4-3 0 0 0,-5-1 0 0 0,5 0 0 0 0,-4 1 0 0 0,4-1 0 0 0,0-4 0 0 0,0 1 0 0 0,-25-26 0 0 0,8-5 0 0 0,-4 5 0 0 0,9-8 0 0 0,-5 4 0 0 0,8-5 0 0 0,-3 1 0 0 0,8 0 0 0 0,-5-5 0 0 0,9 0 0 0 0,0 1 0 0 0,0-5 0 0 0,-12-84 0 0 0,24 93 0 0 0,5 4 0 0 0,4-1 0 0 0,0 1 0 0 0,4-4 0 0 0,0 4 0 0 0,5-1 0 0 0,-1 1 0 0 0,1 0 0 0 0,3 0 0 0 0,5 0 0 0 0,0 4 0 0 0,0-5 0 0 0,4 5 0 0 0,4 0 0 0 0,34-50 0 0 0,-43 71 0 0 0,1-4 0 0 0,0 4 0 0 0,4 0 0 0 0,0 0 0 0 0,0 4 0 0 0,0-4 0 0 0,0 4 0 0 0,4 0 0 0 0,0 5 0 0 0,1-5 0 0 0,-1 4 0 0 0,0 1 0 0 0,0 3 0 0 0,5-3 0 0 0,-5 3 0 0 0,4 1 0 0 0,-4 4 0 0 0,5 0 0 0 0,-1-1 0 0 0,1 1 0 0 0,-5 4 0 0 0,4 0 0 0 0,1 0 0 0 0,-1 4 0 0 0,0 1 0 0 0,39 7 0 0 0,-47-3 0 0 0,0-5 0 0 0,-5 4 0 0 0,5-4 0 0 0,0 5 0 0 0,-4 3 0 0 0,4-3 0 0 0,-4 3 0 0 0,0 1 0 0 0,0 0 0 0 0,-1-1 0 0 0,1 1 0 0 0,-4-1 0 0 0,4 5 0 0 0,-5 0 0 0 0,1 0 0 0 0,-1 0 0 0 0,18 29 0 0 0,-18-21 0 0 0,1 4 0 0 0,0 1 0 0 0,-5-5 0 0 0,0 4 0 0 0,1 5 0 0 0,-5-5 0 0 0,0 1 0 0 0,0-1 0 0 0,-4 1 0 0 0,5 3 0 0 0,-10 39 0 0 0,1-39 0 0 0,0 1 0 0 0,0-5 0 0 0,0 5 0 0 0,-5-1 0 0 0,1-3 0 0 0,-5 3 0 0 0,1-3 0 0 0,-1 3 0 0 0,0-3 0 0 0,-3-1 0 0 0,-1-4 0 0 0,0 5 0 0 0,-4-5 0 0 0,0 0 0 0 0,0 0 0 0 0,0 1 0 0 0,-4-1 0 0 0,0-4 0 0 0,-1 0 0 0 0,1-4 0 0 0,-4 4 0 0 0,-1-5 0 0 0,-28 18 0 0 0,45-30 0 0 0,5 0 0 0 0,-5-4 0 0 0,0 5 0 0 0,1-1 0 0 0,3-4 0 0 0,-3 0 0 0 0,-1 4 0 0 0,1-4 0 0 0,3 0 0 0 0,-3-4 0 0 0,-1 4 0 0 0,0 0 0 0 0,5-4 0 0 0,-5 4 0 0 0,1-5 0 0 0,3 1 0 0 0,-3 0 0 0 0,-1 0 0 0 0,5 0 0 0 0,-1-5 0 0 0,-3 5 0 0 0,3-4 0 0 0,1 3 0 0 0,-5-3 0 0 0,-8-13 0 0 0,5 0 0 0 0,-5 0 0 0 0,4-4 0 0 0,0 4 0 0 0,4-4 0 0 0,1-1 0 0 0,-5 1 0 0 0,-4-34 0 0 0,4 22 0 0 0,5-5 0 0 0,-1 0 0 0 0,5 0 0 0 0,-1-5 0 0 0,1 5 0 0 0,4 0 0 0 0,4 0 0 0 0,0-58 0 0 0,4 70 0 0 0,-4 1 0 0 0,4 4 0 0 0,0-5 0 0 0,5 5 0 0 0,-1-4 0 0 0,0 3 0 0 0,1 1 0 0 0,3-4 0 0 0,1 4 0 0 0,0-1 0 0 0,3 5 0 0 0,-3-4 0 0 0,42-38 0 0 0,-13 21 0 0 0,16 13 0 0 0,10 41 0 0 0,-47 1 0 0 0,-5 0 0 0 0,1-1 0 0 0,0 5 0 0 0,0-4 0 0 0,0 3 0 0 0,-5 1 0 0 0,1 0 0 0 0,4 4 0 0 0,-5-4 0 0 0,-3 4 0 0 0,3-4 0 0 0,-3 4 0 0 0,-1 0 0 0 0,0 0 0 0 0,1 0 0 0 0,-5 0 0 0 0,4 0 0 0 0,-3 0 0 0 0,-1 25 0 0 0,4 17 0 0 0,1 0 0 0 0,-5 0 0 0 0,0 0 0 0 0,-8 0 0 0 0,-9 101 0 0 0,-4-55 0 0 0,13-67 0 0 0,0 4 0 0 0,-4-4 0 0 0,-5 0 0 0 0,0 4 0 0 0,1-4 0 0 0,-5-4 0 0 0,-29 67 0 0 0,8-38 0 0 0,38-67 0 0 0,0 0 0 0 0,0 0 0 0 0,0 0 0 0 0,0 4 0 0 0,0-4 0 0 0,0 0 0 0 0,0 0 0 0 0,0 5 0 0 0,0-5 0 0 0,0 0 0 0 0,0 0 0 0 0,0 0 0 0 0,-4 0 0 0 0,4 4 0 0 0,0-4 0 0 0,0 0 0 0 0,0 0 0 0 0,0 0 0 0 0,0 0 0 0 0,-4 4 0 0 0,4-4 0 0 0,0 0 0 0 0,0 0 0 0 0,0 0 0 0 0,0 0 0 0 0,-5 0 0 0 0,5 0 0 0 0,0 0 0 0 0,0 4 0 0 0,0-4 0 0 0,-4 0 0 0 0,4 0 0 0 0,0 0 0 0 0,0 0 0 0 0,0 0 0 0 0,-4 0 0 0 0,4 0 0 0 0,0 0 0 0 0,0 0 0 0 0,0 0 0 0 0,-4 0 0 0 0,4 0 0 0 0,0 0 0 0 0,0 0 0 0 0,-4-4 0 0 0,4 4 0 0 0,0 0 0 0 0,0 0 0 0 0,0 0 0 0 0,0 0 0 0 0,-5 0 0 0 0,5 0 0 0 0,0 0 0 0 0,0-4 0 0 0,0 4 0 0 0,-12-13 0 0 0,-9-25 0 0 0,8-109 0 0 0,5 114 0 0 0,8-190 0 0 0,0 194 0 0 0,-9 33 0 0 0,-28 118 0 0 0,20-68-446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35.79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5 1 7785 0 0,'-4'4'9984'0'0,"4"30"1858"0"0,134-13-10790 0 0,1-9 0 0 0,230-7 0 0 0,-96-5-1052 0 0,-168-5 0 0 0,-17 5 0 0 0,-21-8-1570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36.23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0 773 6297 0 0,'29'-9'16520'0'0,"34"-7"-8281"0"0,21-5-5763 0 0,194-55-5391 0 0,-178 51 5061 0 0,2975-551-2142 0 0,-2903 547-4 0 0,-109 21 0 0 0,-4-5-1570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36.650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203 0 6489 0 0,'0'0'9985'0'0,"-13"17"-7355"0"0,-4 8-2175 0 0,0-4 1 0 0,1 8-1 0 0,3-3 1 0 0,0-1-1 0 0,1 4 1 0 0,3-4-1 0 0,-3 5 0 0 0,3-1 1 0 0,5 1-1 0 0,-8 49 1 0 0,-9 341 6256 0 0,12-155-4771 0 0,-8 46-1941 0 0,9-257-233 0 0,8-41-1290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36.898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98 2112 0 0,'0'-5'9529'0'0,"25"-49"4151"0"0,9 45-10787 0 0,256 26 1660 0 0,-206-17-4553 0 0,4-4 0 0 0,0-4 0 0 0,-12-1 0 0 0,3-3-1837 0 0,-20-1-7945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37.130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424 0 5889 0 0,'-21'0'1336'0'0,"4"4"0"0"0,-4-4 0 0 0,5 4 0 0 0,-1 1 0 0 0,-4-1-1 0 0,4 4 1 0 0,0-4 0 0 0,0 5 0 0 0,1-1 0 0 0,-1 1 0 0 0,0-1 0 0 0,4 5 0 0 0,-3-5 0 0 0,-18 17 0 0 0,26-12-846 0 0,-1-1-1 0 0,1 5 0 0 0,-1-4 0 0 0,1-1 1 0 0,0 1-1 0 0,3 4 0 0 0,1-5 1 0 0,0 5-1 0 0,-9 17 0 0 0,-12 247 334 0 0,25-264-2125 0 0,-8 138-12969 0 0,-1-129 9686 0 0,-20 37-4141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37.395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26 983 2792 0 0,'-25'0'26486'0'0,"67"-30"-26351"0"0,0 1-1 0 0,0 0 1 0 0,4 3 0 0 0,0 1-1 0 0,1 4 1 0 0,-1 0 0 0 0,63-12-1 0 0,382-77 1117 0 0,-381 94-1057 0 0,3-5-1 0 0,-4-5 1 0 0,0-3-1 0 0,-4-9 1 0 0,152-67-1 0 0,-131 21-3373 0 0,-80 38-850 0 0,0 4 0 0 0,0-4 0 0 0,59-84 0 0 0,-46 54-6677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37.782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50 25 5312 0 0,'-37'-25'25838'0'0,"28"159"-25532"0"0,5-3 0 0 0,8-1 1 0 0,5 4-1 0 0,41 202 0 0 0,-8-50-220 0 0,-4-1-86 0 0,96 371 0 0 0,-100-535 0 0 0,-1-7 0 0 0,9 3 0 0 0,9-3 0 0 0,-1-5 0 0 0,122 189 0 0 0,-167-281 0 0 0,-1-13 0 0 0,-4 0 0 0 0,0 1 0 0 0,4-5 0 0 0,-4 4 0 0 0,4 0 0 0 0,0 0 0 0 0,-4 0 0 0 0,5 1 0 0 0,-5-5 0 0 0,4 4 0 0 0,0 0 0 0 0,0-4 0 0 0,0 4 0 0 0,-4 0 0 0 0,5-4 0 0 0,-1 5 0 0 0,0-5 0 0 0,0 4 0 0 0,0-4 0 0 0,1 0 0 0 0,-1 4 0 0 0,4-4 0 0 0,59 8 0 0 0,-46-20-159 0 0,-4-1 0 0 0,4 1 0 0 0,-4-1 0 0 0,0-4 0 0 0,0 5 0 0 0,-1-5 0 0 0,1 0 0 0 0,0 0 0 0 0,-4-4 0 0 0,-1 4 0 0 0,1-4 0 0 0,-1 0 0 0 0,1 5 0 0 0,-5-5 0 0 0,9-26 0 0 0,21-45-1882 0 0,0 0 0 0 0,21-118 0 0 0,12-164-8592 0 0,-54 164-74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37.938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194 240 3880 0 0,'-8'-21'2136'0'0,"-5"0"0"0"0,5 0 0 0 0,-5 0 0 0 0,-4 0 0 0 0,5 0 0 0 0,-5 5 0 0 0,4-1-1 0 0,-3-4 1 0 0,-1 4 0 0 0,-42-25 3990 0 0,59 63-4939 0 0,0 97-972 0 0,46 54-2302 0 0,84 97-5963 0 0,13 29-1160 0 0,-109-193-1450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38.48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1 2704 0 0,'0'0'29702'0'0,"17"25"-29357"0"0,88 160-327 0 0,-93-147-17 0 0,-3 12-4 0 0,8 30-3271 0 0,-13 75-13046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38.775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93 265 1600 0 0,'-16'4'10010'0'0,"-60"34"10956"0"0,1470-194-20723 0 0,-293 9-784 0 0,-1089 143-2719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39.055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941 1 9081 0 0,'-17'4'537'0'0,"-4"0"-1"0"0,4 1 1 0 0,0 3 0 0 0,1 0-1 0 0,-1 1 1 0 0,4-1 0 0 0,-4 1 0 0 0,1-1-1 0 0,3 5 1 0 0,0-1 0 0 0,-3-3-1 0 0,3 3 1 0 0,0 5 0 0 0,1-4 0 0 0,3-1-1 0 0,-3 5 1 0 0,3-4 0 0 0,-3 3-1 0 0,-9 31 1 0 0,0 11 1792 0 0,0 1 0 0 0,8 0 0 0 0,-4 4 0 0 0,-4 88-1 0 0,0-4-1020 0 0,-462 2130-1308 0 0,467-2219 0 0 0,-10 1-543 0 0,18-46-2904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39.47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50 349 2216 0 0,'-50'-63'18959'0'0,"67"12"-10949"0"0,-9 43-7694 0 0,5-1 0 0 0,-5 1 0 0 0,5 0 0 0 0,-1 3 0 0 0,1-3 0 0 0,0 4 0 0 0,-1 0 0 0 0,1-1 0 0 0,-1 1 1 0 0,26-4-1 0 0,647-152-924 0 0,-673 156-957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39.893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571 1 360 0 0,'-159'101'5857'0'0,"129"-84"-3818"0"0,1 4 0 0 0,4 0 0 0 0,-1 4 1 0 0,1-4-1 0 0,-25 38 0 0 0,29-30-411 0 0,4 0-1 0 0,-4 1 1 0 0,4-1 0 0 0,0 5-1 0 0,5-1 1 0 0,-13 35 0 0 0,-38 188 1293 0 0,46-193-2921 0 0,8-38 0 0 0,1-38 0 0 0,21-159 0 0 0,-9 139 0 0 0,0-1 0 0 0,4 5 0 0 0,1-5 0 0 0,3 5 0 0 0,1-1 0 0 0,0-3 0 0 0,-1 3 0 0 0,5 5 0 0 0,0-4 0 0 0,4-1 0 0 0,33-37 0 0 0,-7 17 0 0 0,-43 50 0 0 0,0-5 0 0 0,-4 1 0 0 0,4 0 0 0 0,0 4 0 0 0,1-4 0 0 0,-5 0 0 0 0,4 4 0 0 0,0-5 0 0 0,0 5 0 0 0,0-4 0 0 0,1 4 0 0 0,-1-4 0 0 0,0 4 0 0 0,0 0 0 0 0,0 0 0 0 0,1-4 0 0 0,-1 4 0 0 0,0 0 0 0 0,0 0 0 0 0,5 0 0 0 0,54-13 0 0 0,-34 5 0 0 0,0 4 0 0 0,-3-1 0 0 0,3 5 0 0 0,0-4 0 0 0,1 4 0 0 0,-5 4 0 0 0,4-4 0 0 0,1 5 0 0 0,-1-1 0 0 0,-4 4 0 0 0,5 1 0 0 0,-5-1 0 0 0,4 0 0 0 0,-3 5 0 0 0,45 21 0 0 0,0 3 0 0 0,-50-37 0 0 0,135 97 0 0 0,-97-55 0 0 0,-26 0 0 0 0,-29 17 0 0 0,-29-13-2423 0 0,-42 13-5406 0 0,38-55-1847 0 0,-81 9-403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40.12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38 77 8445 0 0,'-38'-21'24183'0'0,"168"-5"-24044"0"0,-29 14-139 0 0,-17-1 0 0 0,-4 9 0 0 0,33 12 21 0 0,-100 1-306 0 0,-1-5-1333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40.358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122 148 5120 0 0,'-34'13'7187'0'0,"-54"24"6146"0"0,193-95-6206 0 0,218-52-7130 0 0,-239 89-1 0 0,-54 13-2024 0 0,3 8 4086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40.638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274 513 6489 0 0,'-139'76'12039'0'0,"60"-38"-7612"0"0,70-34-2816 0 0,-29 13 642 0 0,30-13-1346 0 0,33-8 4094 0 0,828-143-4952 0 0,-601 117-52 0 0,-4-7 1 0 0,-5-14 0 0 0,358-121 0 0 0,-513 134-1597 0 0,4-21-4913 0 0,-87 55 5891 0 0,-1 0 1 0 0,0 0-1 0 0,0 0 1 0 0,0-1 0 0 0,1 1-1 0 0,-1-4 1 0 0,0 4-1 0 0,0-1 1 0 0,0 1 0 0 0,-4-4-1 0 0,5 4 1 0 0,-1-5-1 0 0,-4 5 1 0 0,4 0-1 0 0,-4-5 1 0 0,0 5 0 0 0,4-4-1 0 0,-4-9 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40.917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567 56 7041 0 0,'-88'-51'11243'0'0,"12"47"-3902"0"0,68 8-6978 0 0,-1 0 1 0 0,1 1 0 0 0,4-1 0 0 0,-5 0-1 0 0,1 4 1 0 0,0-3 0 0 0,3 3 0 0 0,-3-4-1 0 0,0 5 1 0 0,3-1 0 0 0,1-4 0 0 0,-4 5 0 0 0,4-1-1 0 0,-1 0 1 0 0,1 1 0 0 0,0-1 0 0 0,-4 17-1 0 0,-39 110-263 0 0,10 8 0 0 0,-1-5 0 0 0,13 5 0 0 0,4 0 0 0 0,-9 289 0 0 0,9-104-105 0 0,4-181 5 0 0,-8 84 0 0 0,8-4 0 0 0,9 4 0 0 0,12 0 0 0 0,34 252 0 0 0,-30-458-1700 0 0,9 9-5136 0 0,0 3-3934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41.538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509 214 1640 0 0,'17'-50'12135'0'0,"12"-22"-4716"0"0,-3 9-2625 0 0,-22 34 1854 0 0,17 180-6628 0 0,-9 0 1 0 0,-7-4-1 0 0,-5 5 1 0 0,-5-1-1 0 0,-11 0 1 0 0,-1-4-1 0 0,-46 160 1 0 0,-17-9-32 0 0,-8 0 0 0 0,-198 424 0 0 0,240-638-42 0 0,42-75-1702 0 0,-13-211-26444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41.77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13 2536 0 0,'38'-13'27261'0'0,"-21"34"-27135"0"0,4-4-1 0 0,-5 0 1 0 0,1 4-1 0 0,-4 0 1 0 0,4 0-1 0 0,-5 0 1 0 0,1 0 0 0 0,-1 0-1 0 0,-3 4 1 0 0,-1 0-1 0 0,9 25 1 0 0,59 324 950 0 0,-1 38-689 0 0,-54-332-387 0 0,-4-22-213 0 0,-9-45-3741 0 0,30-5 1171 0 0,-29-12-1558 0 0,66-126-14375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42.08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43 1536 0 0,'17'-42'31142'0'0,"16"260"-31116"0"0,-12 5 0 0 0,-8 0 0 0 0,-21 281 1 0 0,3 63-43 0 0,60 1003 16 0 0,-47-1494 0 0 0,-3-34-1570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44.533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1 131 6377 0 0,'0'0'21368'0'0,"42"-12"-19253"0"0,76-18-1494 0 0,-1 5-1 0 0,244-25 1 0 0,458 37 410 0 0,-684 13-1017 0 0,-39 0-14 0 0,-24 4 0 0 0,-34 9-131 0 0,-30-5-3584 0 0,5 47 919 0 0,-18-30-1641 0 0,-3-4-3952 0 0,-72 109-2150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44.78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29 1 9461 0 0,'0'0'22521'0'0,"9"21"-21825"0"0,16 88-607 0 0,4 47-690 0 0,-24-144-2698 0 0,-10 5-3115 0 0,1 0 4673 0 0,-4 21-85 0 0,-17 4-4248 0 0,-30 21-3978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45.07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89 139 8961 0 0,'-88'29'6711'0'0,"210"-50"2870"0"0,79-8-2067 0 0,-100 29-7651 0 0,395-17-4846 0 0,487-84-4605 0 0,-1009 122 4621 0 0,-100 71-5365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45.355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781 1 6425 0 0,'-180'21'12118'0'0,"167"-17"-11503"0"0,0 0-1 0 0,5 1 0 0 0,-5-1 0 0 0,5 0 0 0 0,-5 4 0 0 0,5-3 0 0 0,0 3 0 0 0,-1-4 1 0 0,-16 21-1 0 0,8-8-15 0 0,5 4 0 0 0,-1 0 0 0 0,0 0 1 0 0,5 0-1 0 0,0 0 0 0 0,-5 4 0 0 0,9-4 1 0 0,-5 0-1 0 0,5 5 0 0 0,-4-1 0 0 0,4 25 1 0 0,-127 929 181 0 0,35-169-671 0 0,-43 77-577 0 0,135-875-2720 0 0,17-62-13051 0 0,37-206 6123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45.650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0 332 208 0 0,'0'0'23132'0'0,"17"-21"-19751"0"0,12 17 2432 0 0,30 8-5788 0 0,0 0 1 0 0,4 0-1 0 0,-4-8 0 0 0,4 0 0 0 0,-5 0 0 0 0,1-9 0 0 0,0 5 0 0 0,0-9 0 0 0,63-21 0 0 0,4 0-43 0 0,50-25 23 0 0,-88 30-14 0 0,0-1 0 0 0,143-25 0 0 0,-222 55-493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46.085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496 1 8825 0 0,'-38'29'1333'0'0,"0"5"0"0"0,4 0 1 0 0,1 3-1 0 0,-1 1 0 0 0,1 0 1 0 0,7 0-1 0 0,-3 4 0 0 0,4 0 1 0 0,-21 50-1 0 0,25-33 784 0 0,0 0 0 0 0,4 4 0 0 0,-17 105 0 0 0,1 147 24 0 0,33-240-2141 0 0,0-37 0 0 0,-5-42 0 0 0,-20-156 0 0 0,25 123 0 0 0,-4-1 0 0 0,8 0 0 0 0,-4 0 0 0 0,4 0 0 0 0,1 1 0 0 0,3-1 0 0 0,0 0 0 0 0,1 0 0 0 0,3 0 0 0 0,1 5 0 0 0,4-1 0 0 0,0-4 0 0 0,25-33 0 0 0,-34 54 0 0 0,5 5 0 0 0,-5-1 0 0 0,5 0 0 0 0,-1 1 0 0 0,1-1 0 0 0,-1 1 0 0 0,1 3 0 0 0,0-3 0 0 0,3 3 0 0 0,-3 1 0 0 0,4-1 0 0 0,-5 1 0 0 0,5 0 0 0 0,29-5 0 0 0,-33 9 0 0 0,50-9 0 0 0,-42 13 0 0 0,-4-4 0 0 0,4 4 0 0 0,-4 0 0 0 0,4 4 0 0 0,0-4 0 0 0,-5 4 0 0 0,5 1 0 0 0,-4-1 0 0 0,0 4 0 0 0,4-4 0 0 0,-4 5 0 0 0,0-1 0 0 0,-1 1 0 0 0,1-1 0 0 0,21 17 0 0 0,-34-21 0 0 0,59 34 0 0 0,-21 8 0 0 0,-21 1 0 0 0,9 16 0 0 0,-14 8 0 0 0,-16 5 0 0 0,-4-22 0 0 0,4-45 0 0 0,0-5 0 0 0,0 0 0 0 0,0 0 0 0 0,0 5 0 0 0,0-5 0 0 0,0 0 0 0 0,0 0 0 0 0,-4 5 0 0 0,4-5 0 0 0,0 0 0 0 0,-4 0 0 0 0,4 0 0 0 0,-4 5 0 0 0,4-5 0 0 0,-5 0 0 0 0,5 0 0 0 0,-12 9 0 0 0,-26 37 0 0 0,21-37-1772 0 0,-29 21-5313 0 0,0-1-3991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46.349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42 266 192 0 0,'-13'-17'14499'0'0,"9"13"-13778"0"0,0-1 0 0 0,4 1-1 0 0,-4 0 1 0 0,0 0-1 0 0,4 0 1 0 0,-5-1 0 0 0,5 1-1 0 0,-4-4 1 0 0,4 4 0 0 0,0-1-1 0 0,0 1 1 0 0,-4 0-1 0 0,4 0 1 0 0,0-5 0 0 0,0 5-1 0 0,0 0 1 0 0,4-9 0 0 0,13-16 129 0 0,33-26 1849 0 0,169 1-1144 0 0,-148 41-1555 0 0,-8 9-119 0 0,-59 4-117 0 0,-4 0 0 0 0,5 0 0 0 0,-1 0 0 0 0,-4 0 0 0 0,4 0 0 0 0,0 0 0 0 0,-4 0 0 0 0,4 0 0 0 0,-4 0 0 0 0,5 4 0 0 0,-1-4 0 0 0,-4 0 0 0 0,4 0 0 0 0,-4 4 0 0 0,4-4 0 0 0,0 0 0 0 0,-4 5 0 0 0,5-5 0 0 0,-5 0 1 0 0,4 4-1 0 0,-4-4 0 0 0,0 4 0 0 0,4-4 0 0 0,-4 4 0 0 0,4-4 0 0 0,-4 4 0 0 0,0-4 0 0 0,4 5 0 0 0,-4-5 0 0 0,0 4 0 0 0,0 0 0 0 0,5-4 0 0 0,-5 4 0 0 0,0-4 0 0 0,0 4 0 0 0,0 1 0 0 0,0-5 0 0 0,0 4 0 0 0,0 0 0 0 0,0-4 0 0 0,0 4 0 0 0,0 0 0 0 0,-21 80-7171 0 0,-13-37 5496 0 0,-21 7-2231 0 0,1 5-2139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46.58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139 140 3792 0 0,'-17'4'4682'0'0,"0"0"-1036"0"0,-67 34 5948 0 0,63-21-1927 0 0,139-51-4281 0 0,-18 5-3386 0 0,-11 16 0 0 0,45-4 0 0 0,-121 13 0 0 0,134-51 0 0 0,-89 34 0 0 0,-20-4-135 0 0,-29 21-738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46.860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113 470 8493 0 0,'-113'13'13609'0'0,"172"-34"-5092"0"0,8 0-6369 0 0,122-17-2148 0 0,0 5 0 0 0,298-9 0 0 0,-315 37 0 0 0,1-11 0 0 0,-5-5 0 0 0,193-55 0 0 0,-344 72-169 0 0,-5 0 0 0 0,5-1-1 0 0,-4-3 1 0 0,-1 4 0 0 0,1-5 0 0 0,4 1 0 0 0,-5 0 0 0 0,1-1-1 0 0,-5 1 1 0 0,5-1 0 0 0,-1-3 0 0 0,-3 3 0 0 0,16-20-1 0 0,-21 25-199 0 0,9-76-16524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47.18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281 42 6529 0 0,'-4'-4'615'0'0,"4"0"0"0"0,-4 4 0 0 0,0-5 1 0 0,0 1-1 0 0,4 0 0 0 0,-5 4 0 0 0,1-4 1 0 0,0 4-1 0 0,0-4 0 0 0,0 4 0 0 0,-1-5 0 0 0,1 5 1 0 0,0-4-1 0 0,0 4 0 0 0,0 0 0 0 0,-1-4 1 0 0,1 4-1 0 0,0 0 0 0 0,0 0 0 0 0,0 0 1 0 0,-1 0-1 0 0,-7 0 0 0 0,8 4-225 0 0,-1-4 0 0 0,1 4 1 0 0,4-4-1 0 0,-4 5 0 0 0,0-1 0 0 0,0-4 0 0 0,-1 4 0 0 0,5 0 1 0 0,-4 0-1 0 0,0-4 0 0 0,4 5 0 0 0,-4-1 0 0 0,4 0 0 0 0,-4 0 1 0 0,4 0-1 0 0,-5 1 0 0 0,5-1 0 0 0,-4 8 0 0 0,-29 236 3835 0 0,28-223-3960 0 0,-32 1185-37 0 0,16-345-271 0 0,8-613 43 0 0,-8 500 0 0 0,21-697-289 0 0,0-47-2280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48.257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412 0 8873 0 0,'0'0'18910'0'0,"-17"29"-17664"0"0,-202 333 2006 0 0,140-203-4503 0 0,74-142-1290 0 0,-20 12 2071 0 0,-42 5-24789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48.599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1 466 7849 0 0,'4'-12'5002'0'0,"13"-18"-4106"0"0,0 1 0 0 0,0-1 1 0 0,-1 1-1 0 0,5 0 0 0 0,0 3 1 0 0,0 1-1 0 0,5 0 0 0 0,-5 0 1 0 0,4 4-1 0 0,4 0 0 0 0,-4 0 1 0 0,5 0-1 0 0,-1 4 0 0 0,1 0 1 0 0,-1 5-1 0 0,0-5 0 0 0,43-8 1 0 0,-34 16-477 0 0,-1 1 0 0 0,1-1 0 0 0,0 5 1 0 0,0 0-1 0 0,0 4 0 0 0,4 0 0 0 0,-5 4 1 0 0,56 9-1 0 0,-68-13-420 0 0,-4 4 0 0 0,0 0 0 0 0,0 5 0 0 0,0-1 0 0 0,0-4 0 0 0,0 5 0 0 0,0 3 0 0 0,0-3 0 0 0,-4 3 0 0 0,4 1 0 0 0,-4-1 0 0 0,4 1 0 0 0,-5 4 0 0 0,1-5 0 0 0,-4 5 0 0 0,4 0 0 0 0,20 33 0 0 0,-20-20 0 0 0,-4-1 0 0 0,4 1 0 0 0,-5 3 0 0 0,-3-3 0 0 0,3 3 0 0 0,-3 1 0 0 0,-5-1 0 0 0,4 1 0 0 0,-4 0 0 0 0,-4 62 0 0 0,-4 5 0 0 0,-4 0 0 0 0,-9 0 0 0 0,0 4 0 0 0,-4-9 0 0 0,-8 5 0 0 0,-1-4 0 0 0,-49 96 0 0 0,66-155 0 0 0,-210 415 0 0 0,198-407 0 0 0,-4-4 0 0 0,4 5 0 0 0,-9-5 0 0 0,0-5 0 0 0,1 1 0 0 0,-5 0 0 0 0,-59 50 0 0 0,51-67 0 0 0,-21-21-661 0 0,0-25-1730 0 0,-30-59-11838 0 0,64 46 11367 0 0,-26-29-7002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48.847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0 155 336 0 0,'0'-37'6093'0'0,"13"-39"10577"0"0,-9 59-14996 0 0,0 5-3834 0 0,0-1 4190 0 0,72 21 5969 0 0,474 358-7874 0 0,-495-341-125 0 0,20 0 0 0 0,5-21 0 0 0,38-29-2848 0 0,-64-25-5929 0 0,-41 33 6309 0 0,4-4-2739 0 0,33-50-5500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49.188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21 5545 0 0,'21'-21'26953'0'0,"63"269"-26684"0"0,-55-185-269 0 0,-24-55-352 0 0,-5-4 1 0 0,4 1-1 0 0,-4-1 0 0 0,4 0 1 0 0,0 4-1 0 0,0-3 1 0 0,1-1-1 0 0,-5 0 0 0 0,4 0 1 0 0,0 0-1 0 0,0 1 0 0 0,0-5 1 0 0,5 4-1 0 0,-5 0 0 0 0,0 0 1 0 0,0-4-1 0 0,9 9 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49.359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22 7641 0 0,'34'-21'25051'0'0,"37"97"-24976"0"0,-58-60-143 0 0,-1-3 1 0 0,1 0-1 0 0,-5 3 1 0 0,5 1-1 0 0,-5-4 1 0 0,1 4-1 0 0,-1-1 1 0 0,-4 1-1 0 0,5 0 1 0 0,-5 0-1 0 0,0 4 1 0 0,0-4-1 0 0,0-1 1 0 0,1 1-1 0 0,-5 21 0 0 0,4 8-853 0 0,4 47-5363 0 0,-8-1 0 0 0,-17 173 0 0 0,5-118-2869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50.120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407 210 104 0 0,'9'-17'2006'0'0,"20"-67"3007"0"0,9-8 7084 0 0,-38 92-11958 0 0,0 0-1 0 0,0-4 1 0 0,0 4 0 0 0,0 0-1 0 0,0 0 1 0 0,0 0-1 0 0,0 0 1 0 0,0 0 0 0 0,0 0-1 0 0,0-5 1 0 0,0 5-1 0 0,0 0 1 0 0,0 0 0 0 0,0 0-1 0 0,0 0 1 0 0,0 0-1 0 0,0 0 1 0 0,0 0 0 0 0,0 0-1 0 0,0-4 1 0 0,0 4-1 0 0,4 0 1 0 0,-4 0 0 0 0,0 0-1 0 0,0 0 1 0 0,0 0-1 0 0,0 0 1 0 0,0 0 0 0 0,0 0-1 0 0,0 0 1 0 0,0 0-1 0 0,0 0 1 0 0,4 0 0 0 0,-4 0-1 0 0,0-4 1 0 0,0 4-1 0 0,0 0 1 0 0,0 0 0 0 0,0 0-1 0 0,0 0 1 0 0,5 0-1 0 0,-5 0 1 0 0,0 0 0 0 0,0 0-1 0 0,0 0 1 0 0,0 0-1 0 0,0 0 1 0 0,0 4 0 0 0,0-4-1 0 0,4 0 1 0 0,-4 0-1 0 0,0 0 1 0 0,0 0 0 0 0,0 0-1 0 0,0 0 1 0 0,0 0-1 0 0,0 0 1 0 0,0 0 0 0 0,0 0-1 0 0,4 0 1 0 0,-4 0-1 0 0,0 0 1 0 0,0 4 0 0 0,0-4-1 0 0,0 0 1 0 0,0 0-1 0 0,0 0 1 0 0,4 101 3983 0 0,-16 8-4122 0 0,-5 1 0 0 0,-4-5 0 0 0,-9 4 0 0 0,1-4 0 0 0,-84 180 0 0 0,-1 18 0 0 0,55-152 0 0 0,34-88 0 0 0,4 0 0 0 0,0 0 0 0 0,4 0 0 0 0,-8 84 0 0 0,21-84 0 0 0,25 4 0 0 0,42-46 0 0 0,-50-21 0 0 0,-1 4 0 0 0,1-4 0 0 0,-5 0 0 0 0,5 0 0 0 0,-1 0 0 0 0,-3 0 0 0 0,3 0 0 0 0,1-4 0 0 0,0 0 0 0 0,-5 4 0 0 0,5-4 0 0 0,-5 0 0 0 0,5-1 0 0 0,16-7 0 0 0,5-9 0 0 0,260-63 0 0 0,814-181 0 0 0,-1049 257 0 0 0,-13-1-205 0 0,-37 9-2076 0 0,24-4-10833 0 0,-3-4 11260 0 0,-13-1-252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3:50.353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0 420 2832 0 0,'4'-71'7966'0'0,"9"-39"-1823"0"0,4-24 629 0 0,-17 29 1517 0 0,42 273-7545 0 0,8-17-723 0 0,5 173-21 0 0,-26-114 0 0 0,13 0 0 0 0,4-5 0 0 0,135 362 0 0 0,-169-550-2030 0 0,60 88-15240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24.085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1 382 8901 0 0,'0'0'23047'0'0,"29"-17"-22342"0"0,68-33-634 0 0,189-68 1 0 0,377-54-101 0 0,-596 160 29 0 0,-12 3-418 0 0,-42 5-2598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24.87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1 572 1576 0 0,'13'0'27057'0'0,"12"0"-24819"0"0,63-17-6184 0 0,-46 5 6351 0 0,-8 3-2365 0 0,528-159 1658 0 0,938-142 1 0 0,-1399 289-1660 0 0,-43 8-88 0 0,1 5 0 0 0,4-1 0 0 0,-4 5 0 0 0,84 4 1 0 0,-131 0-1283 0 0,-247 55-27140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25.15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782 0 5288 0 0,'-46'13'2596'0'0,"0"-1"0"0"0,4 5-1 0 0,-4 0 1 0 0,4 4-1 0 0,-55 29 1 0 0,76-33-1238 0 0,4-4 0 0 0,-4-1 0 0 0,4 5 0 0 0,1 0 0 0 0,-1 0 1 0 0,-17 29-1 0 0,-37 88 1040 0 0,50-88-2398 0 0,-17 51 0 0 0,-54 184 0 0 0,-1 341 0 0 0,89-572-215 0 0,4-37-1347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25.403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1 198 5545 0 0,'0'0'14219'0'0,"13"-50"-10913"0"0,-1 42-415 0 0,1-9-2384 0 0,-9 13-68 0 0,4-5 0 0 0,1 5 0 0 0,-1-4 0 0 0,1 3 0 0 0,-1-3 0 0 0,0 4 1 0 0,5 0-1 0 0,-5-1 0 0 0,1 1 0 0 0,-1 4 0 0 0,5-4 0 0 0,-5 0 0 0 0,22 0 1 0 0,12-9-425 0 0,4 0 0 0 0,0 5 0 0 0,0 0 0 0 0,5-1 0 0 0,-5 5 0 0 0,0 4 0 0 0,72 4 1 0 0,113-4-125 0 0,-219 0-762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25.63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530 1 5609 0 0,'-21'0'2289'0'0,"-122"38"9015"0"0,-4 29-5193 0 0,135-54-5719 0 0,-5-5 0 0 0,4 5 0 0 0,-3 3 0 0 0,3-3 0 0 0,0 0 0 0 0,5 3-1 0 0,-5 1 1 0 0,5-4 0 0 0,-5 4 0 0 0,5-1 0 0 0,0 1 0 0 0,3 0 0 0 0,-3 4 0 0 0,4-4 0 0 0,-5 0 0 0 0,5 4 0 0 0,0-5 0 0 0,0 39 0 0 0,-5 67 641 0 0,14-13-8265 0 0,-1-42 237 0 0,-4-54 2970 0 0,-9-1-511 0 0,-20 56-3709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25.869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1059 3304 0 0,'17'0'26841'0'0,"8"0"-24580"0"0,59-12-6279 0 0,-42 3 6448 0 0,1529-356-481 0 0,-1542 357-2410 0 0,1 3 0 0 0,-1-3 0 0 0,0-5 0 0 0,1 5 0 0 0,-5-5-1 0 0,4 1 1 0 0,-3-5 0 0 0,49-33 0 0 0,-33 16-1671 0 0,-4-4 0 0 0,4-4 0 0 0,-8 0-1 0 0,-1 0 1 0 0,55-88 0 0 0,-12 17-919 0 0,-9 16-6962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26.319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156 63 2176 0 0,'-58'-63'17877'0'0,"20"80"-8544"0"0,17 46-5719 0 0,8 33-3938 0 0,-8 316 347 0 0,17 0 0 0 0,17-1-1 0 0,100 618 1 0 0,-92-915-23 0 0,-17-51 0 0 0,5-5 0 0 0,3 1 0 0 0,5 0 0 0 0,0 0 0 0 0,0 0 0 0 0,46 83 0 0 0,-63-142 0 0 0,0 0 0 0 0,0 5 0 0 0,4-5 0 0 0,-4 0 0 0 0,0 4 0 0 0,0-4 0 0 0,0 0 0 0 0,0 4 0 0 0,4-4 0 0 0,-4 0 0 0 0,0 0 0 0 0,0 4 0 0 0,4-4 0 0 0,-4 0 0 0 0,0 0 0 0 0,4 0 0 0 0,-4 4 0 0 0,0-4 0 0 0,5 0 0 0 0,-5 0 0 0 0,0 0 0 0 0,4 0 0 0 0,-4 0 0 0 0,0 0 0 0 0,4 0 0 0 0,-4 0 0 0 0,0 0 0 0 0,4 0 0 0 0,-4 0 0 0 0,0 0 0 0 0,4 0 0 0 0,-4 0 0 0 0,0 0 0 0 0,5 0 0 0 0,-5 0 0 0 0,0 0 0 0 0,4 0 0 0 0,-4-4 0 0 0,21-4-417 0 0,-4-5-1 0 0,-1 5 1 0 0,1-5-1 0 0,0-4 1 0 0,0 5 0 0 0,0-5-1 0 0,-5 4 1 0 0,5-3-1 0 0,-4-1 1 0 0,-1 0 0 0 0,1 0-1 0 0,-5-4 1 0 0,5 4-1 0 0,-5-4 1 0 0,1 5 0 0 0,7-26-1 0 0,31-80-5286 0 0,41-176-1 0 0,-80 256 4796 0 0,34-126-9684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26.505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88 92 448 0 0,'0'-16'9926'0'0,"-38"-60"12444"0"0,26 122-22446 0 0,-1-4 1 0 0,5 4-1 0 0,-1 1 1 0 0,5-1-1 0 0,0 0 0 0 0,4 55 1 0 0,21 42-4583 0 0,-13-97 197 0 0,-3-17 2296 0 0,-5-4-135 0 0,4 13-3264 0 0,17 76-4743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27.157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156 0 1296 0 0,'0'0'30824'0'0,"-8"38"-30233"0"0,-55 424-560 0 0,-8 735-1 0 0,58-752-35 0 0,21 336-3147 0 0,1-852-4661 0 0,20-9 5424 0 0,-4 13 915 0 0,-4-105-3446 0 0,-4 4-5339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27.56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0 828 8089 0 0,'21'-138'12593'0'0,"42"33"-6762"0"0,-38 80-5240 0 0,0 4 0 0 0,1 0 0 0 0,3 0 0 0 0,-4 0 0 0 0,5 4 0 0 0,33-17 0 0 0,25-8-419 0 0,0 4 0 0 0,4 1 0 0 0,5 7 0 0 0,-5 5 0 0 0,169-30 0 0 0,516-16 735 0 0,-361 42-729 0 0,537-64-178 0 0,-877 89 0 0 0,-5 21 0 0 0,-37 42 0 0 0,-30-22 0 0 0,-4 5 0 0 0,0-4 0 0 0,-4 0 0 0 0,-1 0 0 0 0,1 4 0 0 0,-4-4 0 0 0,-13 41 0 0 0,-109 291 0 0 0,79-236 0 0 0,-104 370 0 0 0,100-310 0 0 0,-4-1 0 0 0,-125 260 0 0 0,179-436 0 0 0,-49 46 0 0 0,12-38-346 0 0,33-20-2421 0 0,-7-31-3887 0 0,-140-175-3316 0 0,102 92-300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27.825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988 72 2240 0 0,'-101'-71'16925'0'0,"21"71"-8407"0"0,68 8-8188 0 0,3 1-1 0 0,-3-1 1 0 0,3 1 0 0 0,1-1-1 0 0,0 5 1 0 0,-1-5 0 0 0,1 5-1 0 0,-1-5 1 0 0,1 5 0 0 0,4-1 0 0 0,0 1-1 0 0,-5-1 1 0 0,5 1 0 0 0,-4 12-1 0 0,-81 231-287 0 0,10 1-1 0 0,11 7 0 0 0,-41 354 1 0 0,-42 217-576 0 0,147-822-2788 0 0,-13-34-3126 0 0,-109-168-3215 0 0,84 109-404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28.089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25 350 3280 0 0,'-4'0'9045'0'0,"-17"-51"3574"0"0,34 34-12417 0 0,-1 5 1 0 0,1-5-1 0 0,-1 0 0 0 0,1 5 1 0 0,0-5-1 0 0,3 4 1 0 0,-3 1-1 0 0,4-1 1 0 0,0 0-1 0 0,-1 5 1 0 0,1-5-1 0 0,0 5 1 0 0,0 0-1 0 0,4-1 1 0 0,-4 5-1 0 0,4-4 1 0 0,-5 3-1 0 0,5 1 0 0 0,34-4 1 0 0,79-13 1654 0 0,223-17-1 0 0,-310 38-1795 0 0,368-13-61 0 0,-322 9 0 0 0,-18 4 0 0 0,-7-4-292 0 0,-56 4-1515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28.399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366 22 3536 0 0,'-365'260'28042'0'0,"399"-268"-27037"0"0,617-93-795 0 0,-278 30-223 0 0,661-30 0 0 0,-879 101-4377 0 0,307 0-5313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29.082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1 680 7001 0 0,'0'0'20483'0'0,"21"-21"-19012"0"0,42-33-1248 0 0,4 3 0 0 0,-4 5 0 0 0,9 0 0 0 0,-1 4 0 0 0,0 4 0 0 0,5 5 0 0 0,0-1 0 0 0,-1 5 0 0 0,106-26 0 0 0,92-12 568 0 0,411-47 0 0 0,-595 102-791 0 0,-18-1 0 0 0,5 1 0 0 0,-1 3 0 0 0,5 5 0 0 0,-4 4 0 0 0,-1 4 0 0 0,1 0 0 0 0,79 22 0 0 0,-151-26 0 0 0,1 0 0 0 0,-1 0 0 0 0,0 0 0 0 0,0 0 0 0 0,0 4 0 0 0,1-4 0 0 0,-1 0 0 0 0,0 4 0 0 0,0-4 0 0 0,0 0 0 0 0,1 4 0 0 0,-1-4 0 0 0,-4 4 0 0 0,4-4 0 0 0,0 5 0 0 0,0-1 0 0 0,1-4 0 0 0,-5 4 0 0 0,4 0 0 0 0,0 0 0 0 0,-4-4 0 0 0,4 5 0 0 0,-4-1 0 0 0,4 0 0 0 0,-4 0 0 0 0,5 0 0 0 0,-1 5 0 0 0,-4-1 0 0 0,4-4 0 0 0,0 1 0 0 0,-4-1 0 0 0,4 4 0 0 0,-4-4 0 0 0,5 1 0 0 0,-5-1 0 0 0,4 0 0 0 0,-4 0 0 0 0,0 5 0 0 0,4-5 0 0 0,-4 0 0 0 0,0 0 0 0 0,0 5 0 0 0,0-5 0 0 0,0 0 0 0 0,0 4 0 0 0,0-3 0 0 0,0-1 0 0 0,-4 0 0 0 0,4 0 0 0 0,0 5 0 0 0,-4-5 0 0 0,4 0 0 0 0,-5 9 0 0 0,-3-1 0 0 0,0 51 0 0 0,-5 0 0 0 0,0 0 0 0 0,-3 0 0 0 0,-5 0 0 0 0,-5-4 0 0 0,1 0 0 0 0,-4 0 0 0 0,-1-1 0 0 0,-3-3 0 0 0,-72 96 0 0 0,8-75-3254 0 0,68-59 929 0 0,-5-1-1 0 0,1-3 1 0 0,-1 0 0 0 0,-4-1-1 0 0,5-3 1 0 0,-43 7 0 0 0,13-7-8151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29.37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35 555 4416 0 0,'-34'30'28888'0'0,"168"-64"-31066"0"0,-16 1 3808 0 0,995-173-1617 0 0,-588 118-15 0 0,-466 75 2 0 0,4-4 0 0 0,-25 0-95 0 0,-30 13-968 0 0,-126-113-18168 0 0,47 62 9613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29.65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1374 1 1832 0 0,'-25'4'2239'0'0,"4"0"-1"0"0,-4 1 1 0 0,0-1 0 0 0,4 4-1 0 0,-4 1 1 0 0,4 3 0 0 0,-38 18-1 0 0,46-22-1630 0 0,1 5 1 0 0,3-5-1 0 0,-3 5 0 0 0,3-1 0 0 0,1-3 0 0 0,-5 3 0 0 0,5 1 0 0 0,4-1 1 0 0,-5 5-1 0 0,1-4 0 0 0,4-1 0 0 0,-1 5 0 0 0,1-4 0 0 0,-8 29 0 0 0,-35 197 781 0 0,-20 282 0 0 0,-4 42-263 0 0,-43-5-1126 0 0,-188 560 0 0 0,-101-43 0 0 0,386-1037-131 0 0,17-30-1894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29.997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609 1 2880 0 0,'34'13'29704'0'0,"-139"176"-29843"0"0,-240 331 0 0 0,316-482-5582 0 0,-30 13-2156 0 0,30-30 2055 0 0,-47 29-4304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30.26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1 403 7977 0 0,'0'0'19967'0'0,"25"-21"-18506"0"0,34-12-1242 0 0,-4 3 0 0 0,8 1 0 0 0,-5 4 0 0 0,5-1 1 0 0,0 5-1 0 0,0 5 0 0 0,0-1 0 0 0,5 8 0 0 0,-5-3 0 0 0,79 3 1 0 0,52-16 255 0 0,331-84 1 0 0,-475 92-632 0 0,-42 13-954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30.54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375 340 5224 0 0,'-240'130'9975'0'0,"106"-58"1784"0"0,281-102-5950 0 0,92-28-5809 0 0,450-56 0 0 0,-34 13 0 0 0,-608 93 0 0 0,-31 4 0 0 0,5 0 0 0 0,-4-1 0 0 0,0 1 0 0 0,0 0 0 0 0,0-4 0 0 0,-1 3 0 0 0,-3-3 0 0 0,4 0 0 0 0,16-13 0 0 0,47-51-3390 0 0,-67 1-8066 0 0,-9 54 5789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31.02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533 1 6377 0 0,'0'0'20079'0'0,"-16"17"-18244"0"0,-14 16-1570 0 0,5 1-1 0 0,4 4 0 0 0,-4 0 0 0 0,8-1 0 0 0,-4 1 1 0 0,4 0-1 0 0,-21 80 0 0 0,-83 352 1764 0 0,74-268-1694 0 0,18-81-334 0 0,-5-11 0 0 0,9-5 0 0 0,0 4 0 0 0,8 4 0 0 0,5-4 0 0 0,3 5 0 0 0,5-5 0 0 0,21 189 0 0 0,-17-285 0 0 0,4-1 0 0 0,0 1 0 0 0,-4 4 0 0 0,4-5 0 0 0,1 1 0 0 0,-1 0 0 0 0,4-1 0 0 0,-4 1 0 0 0,5-5 0 0 0,-5 5 0 0 0,4-1 0 0 0,1-3 0 0 0,-1 3 0 0 0,1-3 0 0 0,3 3 0 0 0,-3-3 0 0 0,-1-1 0 0 0,5 1 0 0 0,-5-1 0 0 0,5 0 0 0 0,-1-3 0 0 0,1 3 0 0 0,20 5 0 0 0,1-1 0 0 0,4-3 0 0 0,-5-1 0 0 0,5 0 0 0 0,0-3 0 0 0,67-1 0 0 0,-101-4 0 0 0,131 0 0 0 0,-1-9 0 0 0,0-3 0 0 0,1-5 0 0 0,167-50 0 0 0,513-198 0 0 0,-798 261 0 0 0,-5 0 0 0 0,1 0 0 0 0,4-1 0 0 0,-5 1 0 0 0,1-4 0 0 0,0 4 0 0 0,-1-5 0 0 0,1 1 0 0 0,-1-1 0 0 0,1 1 0 0 0,0-5 0 0 0,-5 5 0 0 0,5-5 0 0 0,-5 5 0 0 0,5-5 0 0 0,-5 1 0 0 0,0-1 0 0 0,9-16 0 0 0,38-110-2232 0 0,-55 106 829 0 0,4 3-1 0 0,-4-3 1 0 0,0 3 0 0 0,-4 1 0 0 0,4-5 0 0 0,-4 5-1 0 0,-13-38 1 0 0,13 46 768 0 0,-26-84-4572 0 0,-8 0-5500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35.98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1299 0 8001 0 0,'0'0'20354'0'0,"-13"34"-18620"0"0,-37 92-1390 0 0,-9-5 1 0 0,-4 1 0 0 0,-8-4 0 0 0,-106 138-1 0 0,123-185-224 0 0,-5 1-1 0 0,0-5 0 0 0,-8-4 1 0 0,4 0-1 0 0,-9-4 0 0 0,1-5 1 0 0,-152 89-1 0 0,144-126-3581 0 0,70-17 2735 0 0,5 0 0 0 0,-4-4 0 0 0,3 4-1 0 0,-3-4 1 0 0,4 4 0 0 0,-5-5 0 0 0,5 1 0 0 0,0 4-1 0 0,-4-4 1 0 0,3 0 0 0 0,1 0 0 0 0,0-1-1 0 0,0 1 1 0 0,-5 0 0 0 0,5 0 0 0 0,0-5 0 0 0,4 5-1 0 0,-4 0 1 0 0,0 0 0 0 0,-1-5 0 0 0,1 5-1 0 0,0-8 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36.37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21 3984 0 0,'29'-21'28708'0'0,"9"63"-28696"0"0,0 4 0 0 0,-4 0-1 0 0,-1 1 1 0 0,-3 3-1 0 0,-1-4 1 0 0,-4 9 0 0 0,26 62-1 0 0,142 438-27 0 0,-160-450 14 0 0,30 101 2 0 0,-8 4 0 0 0,-9 4 0 0 0,-12 0 0 0 0,16 332 0 0 0,-50-433 0 0 0,0 1 0 0 0,-8-1 0 0 0,-1-4 0 0 0,-7 5 0 0 0,-10-5 0 0 0,1 0 0 0 0,-4 0 0 0 0,-9 1 0 0 0,0-5 0 0 0,-84 155 0 0 0,72-193-1570 0 0,25-79-5527 0 0,12 3 5574 0 0,-46-45-2193 0 0,26-14-1678 0 0,8 10-5313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36.65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718 93 5032 0 0,'0'0'7143'0'0,"17"-63"1996"0"0,-21 34 2021 0 0,-76 163-11102 0 0,-8-3 1 0 0,-5-5 0 0 0,-7-5-1 0 0,-194 190 1 0 0,256-281-59 0 0,0-14-1570 0 0,63-255-26867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37.135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127 202 2176 0 0,'-34'12'9888'0'0,"5"1"-5544"0"0,-34 8 11874 0 0,1109-227-16077 0 0,-1000 198-162 0 0,-38 3-580 0 0,43-24-6955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37.367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358 1 4160 0 0,'-109'25'5524'0'0,"96"-21"-4532"0"0,5-4-1 0 0,-5 5 1 0 0,5 3-1 0 0,-1-4 1 0 0,1 0-1 0 0,-5 1 1 0 0,5 3-1 0 0,0-4 1 0 0,-1 5-1 0 0,1-1 1 0 0,4 0-1 0 0,-5 1 0 0 0,1-1 1 0 0,4 1-1 0 0,-5-1 1 0 0,5 0-1 0 0,-9 13 1 0 0,-37 126 4244 0 0,37-100-5257 0 0,5 3 0 0 0,0-4 0 0 0,-1 0 0 0 0,5 1 0 0 0,4 3 0 0 0,0-4 0 0 0,0 5 0 0 0,4-5 0 0 0,17 71 0 0 0,-17-104-2276 0 0,76-13-25203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37.569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274 9 9173 0 0,'4'-8'23353'0'0,"5"58"-23319"0"0,-1 5-1 0 0,0-5 1 0 0,-8 5 0 0 0,5 0 0 0 0,-10-5 0 0 0,5 5 0 0 0,-16 54 0 0 0,-1 0-64 0 0,-25 126-3451 0 0,12-126-2111 0 0,1-4 0 0 0,-93 210 0 0 0,76-226-4158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37.849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344 0 6617 0 0,'-12'4'973'0'0,"-1"-4"1"0"0,-4 4 0 0 0,5 1-1 0 0,3-5 1 0 0,-3 4 0 0 0,-1 0-1 0 0,1 4 1 0 0,-1-3 0 0 0,0 3-1 0 0,5-4 1 0 0,-5 5 0 0 0,5-1 0 0 0,-5 0-1 0 0,5 1 1 0 0,0-1 0 0 0,-1 1-1 0 0,-3-1 1 0 0,7 5 0 0 0,-3-5-1 0 0,0 5 1 0 0,-9 16 0 0 0,-21 122 3755 0 0,0 206-7395 0 0,13 580-9361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38.252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13 1336 1896 0 0,'-13'-185'13965'0'0,"38"4"-6505"0"0,21 22-3930 0 0,-25 112-3039 0 0,0 5 0 0 0,0 0 0 0 0,5 0-1 0 0,3 0 1 0 0,0 0 0 0 0,1 5 0 0 0,3-1 0 0 0,1 4 0 0 0,0 1 0 0 0,3-1 0 0 0,77-50 0 0 0,-34 38-488 0 0,4 4 0 0 0,0 4 0 0 0,0 4 0 0 0,4 5 0 0 0,0 4 1 0 0,0 0-1 0 0,126-13 0 0 0,-142 25-3 0 0,3 9 0 0 0,1 17 0 0 0,-26 20 0 0 0,-45-24 0 0 0,3-1 0 0 0,-4 0 0 0 0,5 1 0 0 0,-5 3 0 0 0,0-3 0 0 0,0-1 0 0 0,0 5 0 0 0,1-5 0 0 0,-1 1 0 0 0,-4 3 0 0 0,4-3 0 0 0,-4 3 0 0 0,4 1 0 0 0,-4-5 0 0 0,0 5 0 0 0,0-5 0 0 0,0 5 0 0 0,0-5 0 0 0,-4 5 0 0 0,0 8 0 0 0,0 25 0 0 0,4 21 0 0 0,-5 164 0 0 0,-7 0 0 0 0,-9-4 0 0 0,-13 0 0 0 0,-71 264 0 0 0,88-445 0 0 0,-29 22 2 0 0,25-64-7 0 0,17-4-3 0 0,-4 4-599 0 0,-127-159-18803 0 0,93 71 9431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38.500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147 68 1104 0 0,'-4'-12'11381'0'0,"-21"-26"-5407"0"0,-13 21 8189 0 0,25 63-14141 0 0,5 0-1 0 0,-1 5 0 0 0,1-5 0 0 0,4 4 0 0 0,4-3 1 0 0,0 3-1 0 0,4 51 0 0 0,4 50-46 0 0,-33 487 25 0 0,17-566 0 0 0,-5-26-370 0 0,9-33-2480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38.749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102 387 2856 0 0,'-13'-16'2447'0'0,"-33"-35"9146"0"0,25 26-3912 0 0,0-9-7234 0 0,21 9 7197 0 0,42-34-7545 0 0,13 30-99 0 0,-1 12 0 0 0,358-71 0 0 0,-248 46-117 0 0,-156 42-775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38.96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337 1 9297 0 0,'-80'71'6089'0'0,"47"-45"-3999"0"0,3 3-1 0 0,1 0 1 0 0,-1 1 0 0 0,5-1 0 0 0,0 1 0 0 0,0 3-1 0 0,-30 55 1 0 0,51-41-1520 0 0,54 11-477 0 0,30-45-93 0 0,-4-21 0 0 0,-1 3 0 0 0,85-7-7622 0 0,-110 12 631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39.57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30 303 1064 0 0,'-29'0'31441'0'0,"63"-25"-31400"0"0,-1 0 0 0 0,1 4 0 0 0,-1 0 0 0 0,5 0 0 0 0,0 4 0 0 0,0 0 0 0 0,67-16 0 0 0,75-5-74 0 0,270-12 0 0 0,-383 41 33 0 0,13-3 69 0 0,-55 7-69 0 0,-12-3-566 0 0,-1 8-2721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40.145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449 134 7017 0 0,'-42'34'2111'0'0,"5"0"0"0"0,-1 3 0 0 0,0 1 0 0 0,4 0 0 0 0,1 4 0 0 0,-1 0 0 0 0,5 4 1 0 0,4-4-1 0 0,-30 63 0 0 0,38-63-1183 0 0,5-4-1 0 0,-1 4 1 0 0,5 0 0 0 0,-5 55 0 0 0,-4 138-928 0 0,17-164 0 0 0,0 9 0 0 0,0-9 0 0 0,0-12-235 0 0,0-46-938 0 0,4-177-3696 0 0,-8 147 5020 0 0,0-4 0 0 0,4 0 0 0 0,0 4 1 0 0,0-4-1 0 0,0 0 0 0 0,4 5 0 0 0,0-5 1 0 0,1 0-1 0 0,-1 4 0 0 0,8-25 0 0 0,22-34 158 0 0,4 5-1 0 0,0-5 1 0 0,8 5-1 0 0,0 4 1 0 0,0-1-1 0 0,9 5 1 0 0,104-105-1 0 0,-125 135-165 0 0,8-1 0 0 0,-4 5 0 0 0,4-1 0 0 0,0 5 0 0 0,0 0 0 0 0,4 0 1 0 0,-4 4-1 0 0,4 0 0 0 0,5 4 0 0 0,-5 4 0 0 0,0 1 0 0 0,4-1 0 0 0,1 5 0 0 0,62-5 0 0 0,-96 13-143 0 0,-4-4 0 0 0,-1 4 0 0 0,5 0 0 0 0,-4 4 0 0 0,3-4 0 0 0,-3 4 0 0 0,0-4 0 0 0,3 5 0 0 0,-3-1 0 0 0,0 0 0 0 0,-1 0 0 0 0,5 5 0 0 0,-4-5 0 0 0,-1 4 0 0 0,1 1 0 0 0,-5-1 0 0 0,5 0 0 0 0,-1 1 0 0 0,-3-1 0 0 0,3 5 0 0 0,-3-5 0 0 0,-1 5 0 0 0,5-5 0 0 0,-5 5 0 0 0,-4-1 0 0 0,5 1 0 0 0,8 21 0 0 0,-1 12 0 0 0,-3 4 0 0 0,0-4 0 0 0,-5 5 0 0 0,0-5 0 0 0,-3 4 0 0 0,-1-3 0 0 0,-8 58 0 0 0,4-72 0 0 0,0 1 0 0 0,-5 4 0 0 0,-3-5 0 0 0,4 1 0 0 0,-5-1 0 0 0,-3 1 0 0 0,3 0 0 0 0,-3-5 0 0 0,-5 5 0 0 0,4-5 0 0 0,-3 0 0 0 0,-31 39 0 0 0,-16-26-2573 0 0,-42-38-12164 0 0,97-4 12479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40.409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126 252 1024 0 0,'-4'0'2686'0'0,"-80"-55"13149"0"0,84 55-15506 0 0,0 0 0 0 0,-4 0 0 0 0,4 0 0 0 0,-5 0 0 0 0,5-4 0 0 0,-4 4 0 0 0,4 0 0 0 0,0 0 0 0 0,-4-4 0 0 0,4 4 0 0 0,-4 0 0 0 0,4 0 0 0 0,0-4 0 0 0,-4 4 0 0 0,4 0 0 0 0,0-4 0 0 0,-5 4 1 0 0,5-5-1 0 0,0 5 0 0 0,0 0 0 0 0,0-4 0 0 0,-4 4 0 0 0,4-4 0 0 0,0 4 0 0 0,0-4 0 0 0,0 4 0 0 0,0-4 0 0 0,0 4 0 0 0,0-5 0 0 0,0 5 0 0 0,-4 0 0 0 0,8-4 0 0 0,-4 4 0 0 0,0-4 0 0 0,0 4 0 0 0,0-4 0 0 0,0 4 0 0 0,0-4 0 0 0,0-1 0 0 0,93-49-268 0 0,-14 29-61 0 0,-3 16 0 0 0,-5-3 0 0 0,1-1 0 0 0,-5 5 0 0 0,-8-1-193 0 0,-51 5-1060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40.658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148 38 9401 0 0,'-147'113'23090'0'0,"218"-113"-23022"0"0,1-4-1 0 0,3-4 1 0 0,-3-1 0 0 0,79-24-1 0 0,227-51-129 0 0,-332 75-11 0 0,-42 5-803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40.999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361 1 784 0 0,'-75'55'9256'0'0,"-47"24"-1716"0"0,-25 26 1752 0 0,138-100-6963 0 0,1 3-223 0 0,8-8-2085 0 0,0 0-1 0 0,4 0 1 0 0,-4 0 0 0 0,0 0-1 0 0,0 0 1 0 0,0 0 0 0 0,0 0-1 0 0,0 0 1 0 0,0 0 0 0 0,0 0 0 0 0,0 0-1 0 0,4 0 1 0 0,-4 0 0 0 0,0 0-1 0 0,0 0 1 0 0,0 0 0 0 0,0 0 0 0 0,0 0-1 0 0,0 0 1 0 0,0 0 0 0 0,0 0-1 0 0,0 0 1 0 0,0 0 0 0 0,0 4-1 0 0,5-4 1 0 0,-5 0 0 0 0,0 0 0 0 0,0 0-1 0 0,0 0 1 0 0,0 0 0 0 0,0 0-1 0 0,0 0 1 0 0,0 0 0 0 0,0 0-1 0 0,0 4 1 0 0,0-4 0 0 0,0 0 0 0 0,0 0-1 0 0,0 0 1 0 0,0 0 0 0 0,0 0-1 0 0,0 0 1 0 0,0 0 0 0 0,0 0-1 0 0,0 5 1 0 0,0-5 0 0 0,0 0 0 0 0,0 0-1 0 0,0 0 1 0 0,0 0 0 0 0,0 0-1 0 0,-5 0 1 0 0,5 0 0 0 0,0 0 0 0 0,0 0-1 0 0,0 0 1 0 0,0 4 0 0 0,0-4-1 0 0,0 0 1 0 0,139-13 197 0 0,718-67-218 0 0,-210 80 0 0 0,-559 5 0 0 0,-17-10 0 0 0,9-7-2777 0 0,-72-5-3030 0 0,9 9 298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41.46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194 8 6313 0 0,'-4'-8'14146'0'0,"-25"12"-2512"0"0,-1 269-11411 0 0,18 0-1 0 0,24 336 1 0 0,-8 265-217 0 0,-125 1293-6 0 0,112-2100 0 0 0,5-16-1570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47.14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5 1 1872 0 0,'-4'25'30722'0'0,"122"-16"-30549"0"0,-30 3-173 0 0,-21 1 0 0 0,-4-1 0 0 0,13 5 0 0 0,-13-4 0 0 0,-13-9-247 0 0,-37-4-2179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47.470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46 0 4672 0 0,'-8'8'7101'0'0,"-30"55"13763"0"0,151-54-20734 0 0,-16-18-130 0 0,-17-3 0 0 0,-13 8 0 0 0,-8-5-345 0 0,-47 9-2417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47.842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140 924 488 0 0,'-17'21'7166'0'0,"-25"46"2575"0"0,-17 34-4046 0 0,42-51-133 0 0,13-41-2206 0 0,4 3-2692 0 0,8 43-569 0 0,34-9-95 0 0,34-37 0 0 0,-63-5 0 0 0,-1-4 0 0 0,5 0 0 0 0,-4 0 0 0 0,-1-4 0 0 0,1 4 0 0 0,4-5 0 0 0,-5 5 0 0 0,1-4 0 0 0,-1 0 0 0 0,1 0 0 0 0,0 0 0 0 0,-1-5 0 0 0,1 5 0 0 0,-1-4 0 0 0,14-9 0 0 0,16-13 0 0 0,58-28 0 0 0,-3-5 0 0 0,-5-5 0 0 0,1-3 0 0 0,96-97 0 0 0,298-353 0 0 0,-428 441 0 0 0,-34 22 0 0 0,-21 53 4 0 0,0 1 0 0 0,-4 0 0 0 0,5 0-1 0 0,-5 0 1 0 0,4-1 0 0 0,-4 1 0 0 0,4-4 0 0 0,-4 4 0 0 0,0-1-1 0 0,0 1 1 0 0,4 0 0 0 0,-4 0 0 0 0,0-5 0 0 0,0 5 0 0 0,0 0 0 0 0,0 0-1 0 0,-4 0 1 0 0,4-1 0 0 0,-4-11 0 0 0,0 3-1651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48.35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1 2944 0 0,'0'0'29516'0'0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48.773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533 46 1192 0 0,'-54'51'31398'0'0,"314"-131"-31221"0"0,-197 67-177 0 0,9 9 0 0 0,-14 21 0 0 0,-45 50 0 0 0,-26-17 0 0 0,-3 1 0 0 0,-1-1 0 0 0,-4 1 0 0 0,0-5 0 0 0,-4 0 0 0 0,-1 4 0 0 0,-53 68 0 0 0,-257 306 0 0 0,306-390 0 0 0,-331 314-492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49.038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8 7337 0 0,'34'-8'25365'0'0,"-34"29"-25358"0"0,4 218 65 0 0,-25-83-86 0 0,17-114 14 0 0,-1 432 0 0 0,10-398 0 0 0,11-26-567 0 0,-11-41-2966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49.253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0 119 3536 0 0,'4'-5'1875'0'0,"30"-74"11897"0"0,-30 74-13471 0 0,-4 5 0 0 0,0-4 1 0 0,0 4-1 0 0,0-4 0 0 0,0 4 1 0 0,4 0-1 0 0,-4-4 0 0 0,0 4 1 0 0,0 0-1 0 0,0-4 0 0 0,4 4 1 0 0,-4 0-1 0 0,0-5 0 0 0,5 5 1 0 0,-5 0-1 0 0,0-4 0 0 0,4 4 1 0 0,-4 0-1 0 0,0 0 0 0 0,4 0 1 0 0,-4-4-1 0 0,4 4 0 0 0,-4 0 1 0 0,0 0-1 0 0,4 0 0 0 0,-4 0 1 0 0,5 0-1 0 0,-5 0 0 0 0,4 0 0 0 0,-4 0 1 0 0,0 0-1 0 0,4 0 0 0 0,-4 0 1 0 0,4 0-1 0 0,-4 0 0 0 0,4 0 1 0 0,-4 0-1 0 0,0 0 0 0 0,5 0 1 0 0,-5 0-1 0 0,4 4 0 0 0,-4-4 1 0 0,4 0-1 0 0,4 9-269 0 0,5-5 1 0 0,-5 4-1 0 0,5 1 0 0 0,-5-1 1 0 0,1 0-1 0 0,-1 1 0 0 0,1-1 1 0 0,-1 5-1 0 0,0-5 1 0 0,-3 5-1 0 0,3-5 0 0 0,-4 5 1 0 0,5-5-1 0 0,3 30 0 0 0,13 21-282 0 0,110 100-1229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49.92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30 214 4584 0 0,'-29'0'27978'0'0,"184"-155"-27729"0"0,-54 125-274 0 0,-42 22 6 0 0,12-5 19 0 0,9 5 0 0 0,-8 25 0 0 0,-22 25 0 0 0,-37 25 0 0 0,-26 9 0 0 0,9-60-275 0 0,0 5-1 0 0,-5-4 1 0 0,1 0-1 0 0,-1 0 1 0 0,1 0 0 0 0,-5-1-1 0 0,5 1 1 0 0,-21 17-1 0 0,12-17-710 0 0,4-5-1 0 0,-4 5 0 0 0,1-4 1 0 0,-1-1-1 0 0,-4 1 0 0 0,4-1 0 0 0,-33 14 1 0 0,-30 3-18649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50.170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50 0 2512 0 0,'-4'0'16908'0'0,"-42"29"-3678"0"0,50-12-13220 0 0,0 0-1 0 0,5 0 1 0 0,-5 0-1 0 0,4-1 1 0 0,1 1-1 0 0,-1 0 0 0 0,1 0 1 0 0,3 0-1 0 0,-3-5 1 0 0,3 1-1 0 0,1 4 1 0 0,-1-5-1 0 0,22 22 1 0 0,21 16-26 0 0,314 408-245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50.77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345 84 4776 0 0,'9'-13'4869'0'0,"16"-37"6004"0"0,-25 50-10719 0 0,0 0 1 0 0,0-4 0 0 0,0 4 0 0 0,0 0 0 0 0,0 0 0 0 0,0 0-1 0 0,0 0 1 0 0,0 0 0 0 0,0-4 0 0 0,0 4 0 0 0,0 0 0 0 0,0 0 0 0 0,0 0-1 0 0,0 0 1 0 0,0 0 0 0 0,0-5 0 0 0,0 5 0 0 0,0 0 0 0 0,0 0 0 0 0,0 0-1 0 0,0 0 1 0 0,0 0 0 0 0,0 0 0 0 0,0-4 0 0 0,-4 4 0 0 0,4 0 0 0 0,0 0-1 0 0,0 0 1 0 0,0 0 0 0 0,0 0 0 0 0,0 0 0 0 0,0 0 0 0 0,0 0-1 0 0,-4-4 1 0 0,4 4 0 0 0,0 0 0 0 0,0 0 0 0 0,0 0 0 0 0,0 0 0 0 0,0 0-1 0 0,0 0 1 0 0,-5 0 0 0 0,5 0 0 0 0,0 0 0 0 0,0 0 0 0 0,0 0 0 0 0,0 0-1 0 0,0 0 1 0 0,-4 0 0 0 0,4 0 0 0 0,0 0 0 0 0,0 0 0 0 0,0 0-1 0 0,-4 0 1 0 0,-93 55 3578 0 0,39-13-3733 0 0,20 0 0 0 0,-25 25-2110 0 0,33-21-6016 0 0,1 0-1143 0 0,-13-4-1233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51.085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97 17 6273 0 0,'0'0'5649'0'0,"-59"63"3921"0"0,25-21-4242 0 0,34-42-5241 0 0,0 0 1 0 0,0 0 0 0 0,0 4 0 0 0,0-4-1 0 0,0 0 1 0 0,0 0 0 0 0,0 0-1 0 0,-4 0 1 0 0,4 0 0 0 0,0 0 0 0 0,0 0-1 0 0,0 0 1 0 0,0 0 0 0 0,0 0 0 0 0,0 0-1 0 0,0 4 1 0 0,0-4 0 0 0,0 0-1 0 0,0 0 1 0 0,0 0 0 0 0,0 0 0 0 0,0 0-1 0 0,0 0 1 0 0,0 0 0 0 0,0 0-1 0 0,0 4 1 0 0,0-4 0 0 0,0 0 0 0 0,0 0-1 0 0,0 0 1 0 0,0 0 0 0 0,0 0 0 0 0,0 0-1 0 0,0 0 1 0 0,0 0 0 0 0,4 0-1 0 0,-4 0 1 0 0,0 5 0 0 0,0-5 0 0 0,0 0-1 0 0,0 0 1 0 0,0 0 0 0 0,0 0-1 0 0,0 0 1 0 0,0 0 0 0 0,0 0 0 0 0,0 0-1 0 0,0 0 1 0 0,0 0 0 0 0,4 0-1 0 0,-4 0 1 0 0,0 0 0 0 0,0 0 0 0 0,0 0-1 0 0,0 0 1 0 0,0 0 0 0 0,0 0 0 0 0,0 0-1 0 0,0 0 1 0 0,5 0 0 0 0,-5 0-1 0 0,0 0 1 0 0,0 0 0 0 0,0 0 0 0 0,0 0-1 0 0,0 0 1 0 0,462-89-5 0 0,-198 43-84 0 0,320 42-11 0 0,-525 4-206 0 0,-47 0-2106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51.472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500 0 3856 0 0,'0'0'28253'0'0,"-4"21"-27668"0"0,-17 67-512 0 0,-17 135-112 0 0,-71 251 1 0 0,88-406-335 0 0,-5-1 1 0 0,1 0 0 0 0,-8 0 0 0 0,-1-4 0 0 0,0 0 0 0 0,-62 76 0 0 0,37-110-16559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52.140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85 1 1040 0 0,'0'0'31206'0'0,"-8"17"-30726"0"0,-39 67-439 0 0,26 0-41 0 0,21-9 0 0 0,-8-20-528 0 0,8-42-2868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52.32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25 1088 0 0,'29'-25'31564'0'0,"26"92"-31692"0"0,-42-50-1288 0 0,8 29-11928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52.558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181 59 6425 0 0,'33'-51'14885'0'0,"-33"51"-14699"0"0,0-4-1 0 0,0 4 1 0 0,4 0 0 0 0,-4 0-1 0 0,0 0 1 0 0,0 0 0 0 0,0 0-1 0 0,0 0 1 0 0,5 0-1 0 0,-5-4 1 0 0,0 4 0 0 0,0 0-1 0 0,0 0 1 0 0,4 0-1 0 0,-4 0 1 0 0,0 0 0 0 0,0 0-1 0 0,0 0 1 0 0,4 0-1 0 0,-4 0 1 0 0,0 0 0 0 0,0 0-1 0 0,0 0 1 0 0,4 0-1 0 0,-4 0 1 0 0,0 0 0 0 0,0 0-1 0 0,0 4 1 0 0,4-4-1 0 0,-4 0 1 0 0,0 0 0 0 0,0 0-1 0 0,0 0 1 0 0,5 0-1 0 0,-5 0 1 0 0,0 4 0 0 0,0-4-1 0 0,0 0 1 0 0,0 0-1 0 0,0 0 1 0 0,4 0 0 0 0,-4 5-1 0 0,21 100 3291 0 0,-25-21-3476 0 0,4-38-11 0 0,-5-4-1 0 0,-3 0 1 0 0,0 0-1 0 0,-1 4 1 0 0,-3-4-1 0 0,-1-4 1 0 0,-4 4-1 0 0,0 0 1 0 0,1-4-1 0 0,-5-1 1 0 0,0 1-1 0 0,-51 63 1 0 0,26-67-13169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53.112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211 1 7721 0 0,'0'0'23455'0'0,"-13"13"-22111"0"0,-54 45-1097 0 0,29 1-247 0 0,17 0 0 0 0,-4 4 0 0 0,4-8 0 0 0,0-9-163 0 0,17-38-1033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53.47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1 357 7977 0 0,'0'0'5258'0'0,"42"-50"1371"0"0,50-43-1181 0 0,-71 81-5277 0 0,30-18 869 0 0,3 5 1 0 0,1 0 0 0 0,4 4-1 0 0,-5 0 1 0 0,5 4-1 0 0,80-8 1 0 0,-72 8-1041 0 0,0 4 0 0 0,0 5 0 0 0,-8 29 0 0 0,-38 42 0 0 0,-29 71 0 0 0,-13-100 0 0 0,4-13 0 0 0,-75 185 0 0 0,-9-5 0 0 0,-4-7 0 0 0,-13-1 0 0 0,-243 298 0 0 0,311-436-193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54.172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312 1 7001 0 0,'0'0'6122'0'0,"21"0"-2521"0"0,-21 0-3422 0 0,4 0 0 0 0,-4 0 1 0 0,4 0-1 0 0,-4 0 0 0 0,4 0 1 0 0,1 0-1 0 0,-5 0 1 0 0,4 0-1 0 0,-4 0 0 0 0,4 4 1 0 0,-4-4-1 0 0,4 0 0 0 0,-4 0 1 0 0,4 0-1 0 0,-4 4 0 0 0,5-4 1 0 0,-5 0-1 0 0,4 5 1 0 0,-4-5-1 0 0,4 0 0 0 0,-4 4 1 0 0,4-4-1 0 0,-4 4 0 0 0,0-4 1 0 0,4 0-1 0 0,-4 4 1 0 0,0-4-1 0 0,5 4 0 0 0,-5-4 1 0 0,0 5-1 0 0,0-5 0 0 0,4 4 1 0 0,-4 0-1 0 0,0-4 1 0 0,0 4-1 0 0,0-4 0 0 0,0 4 1 0 0,0-4-1 0 0,0 5 0 0 0,0-5 1 0 0,0 4-1 0 0,0 0 1 0 0,0-4-1 0 0,0 4 0 0 0,0-4 1 0 0,-4 9-1 0 0,-89 142 7401 0 0,89-139-7547 0 0,-42 51-261 0 0,0-4 0 0 0,-93 92 0 0 0,76-79-658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54.483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97 3984 0 0,'4'-17'1317'0'0,"21"-63"24940"0"0,1 97-25225 0 0,3 16-1018 0 0,0-3 1 0 0,-3 3 0 0 0,-1 1 0 0 0,0 0 0 0 0,-4 3-1 0 0,0-3 1 0 0,0 4 0 0 0,-4 0 0 0 0,0 4-1 0 0,-5-5 1 0 0,18 56 0 0 0,12 66-15 0 0,-5 5 0 0 0,-3 0 0 0 0,-13 0 0 0 0,-4 4 0 0 0,-5 0 0 0 0,-12-4 0 0 0,-4 4 0 0 0,-8 0 0 0 0,-35 163 0 0 0,22-242-3030 0 0,4-60-8728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54.762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341 164 6849 0 0,'21'-118'12675'0'0,"-25"72"537"0"0,-349 407-13420 0 0,349-357-2191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55.320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101 123 4048 0 0,'0'0'6961'0'0,"-101"12"14608"0"0,139-33-21358 0 0,8 0-197 0 0,143-12-50 0 0,-109 20 36 0 0,-13 9 0 0 0,0-4 0 0 0,-8-5-276 0 0,-46 9-2940 0 0,16-13 2588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55.553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298 0 7769 0 0,'0'0'5743'0'0,"-12"0"-1685"0"0,-56 4-2226 0 0,47 0 2117 0 0,5 1-3377 0 0,11-5-168 0 0,-3 4-1 0 0,0-4 0 0 0,3 4 1 0 0,-3 0-1 0 0,4-4 1 0 0,-5 4-1 0 0,1 1 0 0 0,4-1 1 0 0,0 0-1 0 0,-5 0 0 0 0,5 0 1 0 0,-13 13-1 0 0,9-4-103 0 0,-1 4 0 0 0,-3-5 0 0 0,3 5 0 0 0,5 0 0 0 0,-4 0 0 0 0,-1-1 0 0 0,5 1 0 0 0,0 0 0 0 0,0 4 0 0 0,0-4 0 0 0,-1 21 0 0 0,1 33-300 0 0,0 5 0 0 0,8 8-2023 0 0,5-63-5205 0 0,-5 0 1640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55.755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30 67 2448 0 0,'51'-67'30303'0'0,"-34"176"-30287"0"0,-22-8-16 0 0,-7 59-3335 0 0,-18-43-7944 0 0,5-29 5891 0 0,0 1-4617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56.03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176 0 6913 0 0,'0'0'5847'0'0,"-126"143"9704"0"0,105-26-14660 0 0,9 1 1 0 0,-1 4-1 0 0,9-5 0 0 0,12 144 0 0 0,-8-232-2857 0 0,-4 85-12730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56.407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21 806 6297 0 0,'0'-8'5600'0'0,"-4"-51"-3044"0"0,0 30 2557 0 0,4 20-5066 0 0,-5-20 665 0 0,1 0 0 0 0,4-1 0 0 0,-4 1 0 0 0,8-5 0 0 0,-4 5 1 0 0,4-1-1 0 0,1 1 0 0 0,3 0 0 0 0,13-55 0 0 0,-4 63-377 0 0,-5-5 0 0 0,5 5 1 0 0,0-4-1 0 0,0 4 0 0 0,4 0 0 0 0,-4 4 0 0 0,4-4 0 0 0,0 5 1 0 0,4-1-1 0 0,-4 0 0 0 0,4 4 0 0 0,-4-3 0 0 0,4 3 0 0 0,0 0 1 0 0,1 5-1 0 0,-1 0 0 0 0,34-9 0 0 0,-1-4-335 0 0,10 8 0 0 0,-1 9 0 0 0,-4 25 0 0 0,-21 21 0 0 0,-17 13 0 0 0,-12 33 0 0 0,-5-4 0 0 0,0 4 0 0 0,-12 114 0 0 0,-21 92 0 0 0,12-236 0 0 0,-3 52-3933 0 0,20-110 3318 0 0,-4 4-1 0 0,0 0 1 0 0,0 0 0 0 0,0-4 0 0 0,0 4 0 0 0,0 1 0 0 0,0-1 0 0 0,0 0 0 0 0,-4-4-1 0 0,4 4 1 0 0,0 0 0 0 0,0-4 0 0 0,-5 5 0 0 0,5-1 0 0 0,0 0 0 0 0,-4-4-1 0 0,4 4 1 0 0,0-4 0 0 0,-4 4 0 0 0,4 1 0 0 0,-4-5 0 0 0,4 4 0 0 0,-4-4 0 0 0,4 4-1 0 0,-5-4 1 0 0,-3 4 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56.67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68 77 3792 0 0,'-4'-17'4983'0'0,"-17"-38"6220"0"0,21 55-11064 0 0,0 0-1 0 0,0 0 1 0 0,0-4 0 0 0,0 4 0 0 0,0 0-1 0 0,0 0 1 0 0,-4 0 0 0 0,4 0 0 0 0,0 0-1 0 0,0 0 1 0 0,0 0 0 0 0,0 0 0 0 0,0 0-1 0 0,-4 0 1 0 0,4 0 0 0 0,0 0 0 0 0,0 0-1 0 0,0 0 1 0 0,0 0 0 0 0,0 0 0 0 0,-5 0-1 0 0,5 0 1 0 0,0 0 0 0 0,0 0 0 0 0,0 0-1 0 0,0 0 1 0 0,0 0 0 0 0,-4 0 0 0 0,4 0-1 0 0,0 0 1 0 0,0 0 0 0 0,0 0 0 0 0,0 0-1 0 0,0 0 1 0 0,0 0 0 0 0,-4 0 0 0 0,4 4-1 0 0,0-4 1 0 0,0 0 0 0 0,0 0 0 0 0,0 0-1 0 0,0 0 1 0 0,0 0 0 0 0,0 0 0 0 0,0 0-1 0 0,0 4 1 0 0,-4-4 0 0 0,4 0 0 0 0,0 0-1 0 0,0 0 1 0 0,0 0 0 0 0,0 0 0 0 0,0 5-1 0 0,0-5 1 0 0,0 0 0 0 0,0 0 0 0 0,0 0-1 0 0,0 0 1 0 0,0 0 0 0 0,0 4 0 0 0,0-4-1 0 0,0 0 1 0 0,0 0 0 0 0,-17 155 3770 0 0,21 127-3909 0 0,0-194 0 0 0,1-17 0 0 0,-10-12-320 0 0,1-46-1607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56.93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67 156 5785 0 0,'-42'-29'12361'0'0,"38"29"-11997"0"0,4 0 1 0 0,0-4 0 0 0,0 4 0 0 0,-4 0-1 0 0,4 0 1 0 0,0 0 0 0 0,-4 0 0 0 0,4-4-1 0 0,0 4 1 0 0,0 0 0 0 0,-5 0 0 0 0,5 0 0 0 0,0-5-1 0 0,0 5 1 0 0,0 0 0 0 0,-4 0 0 0 0,4-4-1 0 0,0 4 1 0 0,0 0 0 0 0,0-4 0 0 0,0 4-1 0 0,0 0 1 0 0,0 0 0 0 0,-4-4 0 0 0,4 4 0 0 0,0 0-1 0 0,0-4 1 0 0,0 4 0 0 0,0 0 0 0 0,0-5-1 0 0,0 5 1 0 0,0 0 0 0 0,0-4 0 0 0,0 4-1 0 0,4 0 1 0 0,-4-4 0 0 0,0 4 0 0 0,0 0 0 0 0,0-4-1 0 0,72-30-333 0 0,-9 13-31 0 0,8 4 0 0 0,-12 9-316 0 0,-51 8-1372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4:57.21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189 1 4416 0 0,'-17'21'5564'0'0,"-33"38"2890"0"0,-72 67 4617 0 0,139-109-12008 0 0,46 41-864 0 0,4-41-199 0 0,0-17 0 0 0,9 0 0 0 0,-9 0 0 0 0,34-21-6966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06.12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46 56 2704 0 0,'-46'29'25864'0'0,"46"-29"-25662"0"0,143-17 3795 0 0,-13-16-3997 0 0,-130 33 0 0 0,302-21 0 0 0,-222 16 0 0 0,-13 1 0 0 0,-4 0-1570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06.402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445 1 192 0 0,'-92'34'7550'0'0,"79"-26"-5705"0"0,-4-4-1 0 0,5 5 1 0 0,-1-5 0 0 0,1 4-1 0 0,-1 1 1 0 0,0-1-1 0 0,5 5 1 0 0,-5-5 0 0 0,5 0-1 0 0,-5 5 1 0 0,-12 21-1 0 0,-17 41 1046 0 0,21-8-2890 0 0,-4 1 0 0 0,8-1 0 0 0,0 4 0 0 0,5-4 0 0 0,3 5 0 0 0,-3 138 0 0 0,-18 235 0 0 0,22-361 0 0 0,8-4 0 0 0,8-17-119 0 0,-8-46-1862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06.65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1 294 2560 0 0,'0'-13'8023'0'0,"13"-83"3926"0"0,-5 71-4216 0 0,-8 16-6865 0 0,8-8 270 0 0,64-16-642 0 0,-13 16-496 0 0,4-4 0 0 0,4 8 0 0 0,-4-3 0 0 0,38-18-5317 0 0,-80 34-648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06.91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101 1 6657 0 0,'-13'4'8407'0'0,"-67"55"7993"0"0,80-59-16380 0 0,0 0 0 0 0,0 0 1 0 0,0 0-1 0 0,-4 0 0 0 0,4 0 0 0 0,0 0 0 0 0,0 0 0 0 0,0 0 0 0 0,0 4 0 0 0,0-4 0 0 0,0 0 0 0 0,0 0 0 0 0,0 0 1 0 0,0 0-1 0 0,0 0 0 0 0,0 4 0 0 0,0-4 0 0 0,-4 0 0 0 0,4 0 0 0 0,0 0 0 0 0,0 0 0 0 0,0 0 0 0 0,0 5 1 0 0,0-5-1 0 0,0 0 0 0 0,0 0 0 0 0,4 0 0 0 0,-4 0 0 0 0,0 4 0 0 0,0-4 0 0 0,0 0 0 0 0,0 0 0 0 0,0 0 1 0 0,0 0-1 0 0,0 0 0 0 0,0 4 0 0 0,0-4 0 0 0,0 0 0 0 0,0 0 0 0 0,0 0 0 0 0,4 0 0 0 0,-4 0 0 0 0,0 0 0 0 0,0 0 1 0 0,0 0-1 0 0,0 4 0 0 0,0-4 0 0 0,0 0 0 0 0,5 0 0 0 0,-5 0 0 0 0,0 0 0 0 0,0 0 0 0 0,0 0 0 0 0,0 0 1 0 0,4 0-1 0 0,113 0 157 0 0,-20-21-177 0 0,-30 0 0 0 0,-4 0 0 0 0,-25 13-247 0 0,-34 4-1241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07.177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190 509 8105 0 0,'-189'231'22710'0'0,"210"-227"-21065"0"0,172-20-1282 0 0,-142-14-375 0 0,-9-3-32 0 0,-5 12 50 0 0,14-5-57 0 0,3-3 0 0 0,-3 0 1 0 0,-1-5-1 0 0,-4-4 0 0 0,1 0 0 0 0,-1 1 1 0 0,-4-5-1 0 0,63-76 0 0 0,-93 101-2102 0 0,-3 0-1 0 0,3 1 1 0 0,-3-1-1 0 0,-1 0 0 0 0,-4-4 1 0 0,5 4-1 0 0,3-25 1 0 0,-3 4-1086 0 0,8-12-5850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07.427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109 428 1472 0 0,'-4'-92'12289'0'0,"-9"-59"-4165"0"0,5-34 2683 0 0,-30 1000-10714 0 0,9-55-111 0 0,12-432-1552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08.063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395 147 4456 0 0,'0'0'16980'0'0,"-17"4"-14910"0"0,-33 0-227 0 0,50-20 1058 0 0,71-52 1535 0 0,-63 60-4355 0 0,55-30-81 0 0,0 21 0 0 0,5 9 0 0 0,-1 21 0 0 0,-29 20 0 0 0,-34-29 0 0 0,0 1 0 0 0,-4 3 0 0 0,4-4 0 0 0,0 0 0 0 0,-4 1 0 0 0,5 3 0 0 0,-5-4 0 0 0,4 0 0 0 0,-4 5 0 0 0,4-5 0 0 0,-4 4 0 0 0,0-3 0 0 0,0 3 0 0 0,0-4 0 0 0,0 0 0 0 0,0 5 0 0 0,0-5 0 0 0,0 4 0 0 0,0-3 0 0 0,-4-1 0 0 0,0 13 0 0 0,-1 4 0 0 0,-3 54 0 0 0,-5 5 0 0 0,1-4 0 0 0,-5-1 0 0 0,-8 1 0 0 0,-34 92 0 0 0,-185 348 0 0 0,186-402 0 0 0,28-43 0 0 0,18-46 0 0 0,3 1 0 0 0,-3-1 0 0 0,-1-4 0 0 0,0 4 0 0 0,1-4 0 0 0,-5 0 0 0 0,0 0 0 0 0,0 0 0 0 0,-25 17 0 0 0,9-9-131 0 0,16-46-885 0 0,-12-159-12038 0 0,16-34 5937 0 0,26-4 8285 0 0,20 29 10631 0 0,-29 177-8606 0 0,5 8-3084 0 0,3 4 1 0 0,-3-4 0 0 0,-1 4-1 0 0,5 0 1 0 0,-5 0 0 0 0,1 1-1 0 0,-1-1 1 0 0,0 0 0 0 0,1 0-1 0 0,-1 5 1 0 0,1-5 0 0 0,-1 4-1 0 0,0-4 1 0 0,1 5 0 0 0,-1-1-1 0 0,5 9 1 0 0,134 176 2119 0 0,-17-21-1164 0 0,-67-96-1065 0 0,59 50 0 0 0,63-17 0 0 0,-160-96-2512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09.05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130 34 976 0 0,'-84'33'21537'0'0,"38"-3"-14414"0"0,50-30-7079 0 0,-4 0 0 0 0,0 0 0 0 0,0 0 0 0 0,0 0 0 0 0,0 0 0 0 0,0 0 0 0 0,0 0 0 0 0,0 0 1 0 0,0 0-1 0 0,0 0 0 0 0,0 0 0 0 0,0 0 0 0 0,4 0 0 0 0,-4 0 0 0 0,0 0 0 0 0,0 0 0 0 0,0 0 1 0 0,0 0-1 0 0,0 0 0 0 0,0 4 0 0 0,0-4 0 0 0,0 0 0 0 0,0 0 0 0 0,0 0 0 0 0,0 0 0 0 0,0 0 1 0 0,0 0-1 0 0,0 0 0 0 0,0 0 0 0 0,0 0 0 0 0,0 0 0 0 0,0 0 0 0 0,0 4 0 0 0,0-4 0 0 0,0 0 1 0 0,5 0-1 0 0,-5 0 0 0 0,0 0 0 0 0,-5 0 0 0 0,5 0 0 0 0,0 0 0 0 0,0 0 0 0 0,0 0 0 0 0,0 0 1 0 0,0 0-1 0 0,0 4 0 0 0,0-4 0 0 0,0 0 0 0 0,0 0 0 0 0,0 0 0 0 0,0 0 0 0 0,0 0 0 0 0,0 0 1 0 0,0 0-1 0 0,0 0 0 0 0,0 0 0 0 0,0 0 0 0 0,0 0 0 0 0,0 0 0 0 0,0 0 0 0 0,0 0 0 0 0,-4 4 1 0 0,4-4-1 0 0,0 0 0 0 0,0 0 0 0 0,0 0 0 0 0,118 13 132 0 0,-22-17-176 0 0,-12-9 0 0 0,-71 13-383 0 0,0 0 1 0 0,-5-4-1 0 0,5 4 0 0 0,-1-4 1 0 0,-3 4-1 0 0,3-4 0 0 0,-3-1 0 0 0,3 1 1 0 0,-3 0-1 0 0,-1 0 0 0 0,5 0 1 0 0,8-9-1 0 0,-5-4-2080 0 0,31-29-11390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09.272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227 9 4200 0 0,'-9'0'8545'0'0,"-12"-8"-7767"0"0,-12 16 12973 0 0,20-8-13058 0 0,-29 13-374 0 0,-21 84 3934 0 0,42-30-4025 0 0,9 8-228 0 0,3-3 0 0 0,5 3 0 0 0,8 5 0 0 0,5-21 0 0 0,3-4-184 0 0,-8-43-1066 0 0,1 34-6109 0 0,-1-37 3545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09.520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42 126 7513 0 0,'0'0'9340'0'0,"-8"0"-5767"0"0,-26-8 8661 0 0,160-26-12127 0 0,-38 17-107 0 0,-16 0 0 0 0,79-20-8346 0 0,-105 24 3395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09.738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526 0 848 0 0,'0'0'13313'0'0,"-34"4"-10188"0"0,-12-4-2088 0 0,-42 4 112 0 0,4 26 3176 0 0,76-22-4035 0 0,-5 1 0 0 0,5-1 0 0 0,-1 0 0 0 0,1 1 1 0 0,-1-1-1 0 0,1 5 0 0 0,0-5 0 0 0,-1 5 0 0 0,5-5 0 0 0,-4 5 1 0 0,3-1-1 0 0,1-3 0 0 0,-4 3 0 0 0,-1 22 0 0 0,-45 193 4129 0 0,50-189-4220 0 0,-93 419-578 0 0,97-448-2501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09.95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1 224 656 0 0,'0'-9'2531'0'0,"0"1"-1"0"0,4-1 1 0 0,-4 1-1 0 0,4 0 1 0 0,-4-1-1 0 0,5 1 1 0 0,-1-1-1 0 0,0 1 1 0 0,0 0-1 0 0,0-1 1 0 0,9-3-1 0 0,247-39-785 0 0,-184 39-1745 0 0,4-1 0 0 0,-9 0 0 0 0,26-16-5309 0 0,-80 29-301 0 0,-13 0 4975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10.22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765 1 9721 0 0,'-25'13'1565'0'0,"0"-1"1"0"0,0 5-1 0 0,4-4 1 0 0,-4 3 0 0 0,4 5-1 0 0,0-4 1 0 0,0 4-1 0 0,4 0 1 0 0,-4 0-1 0 0,4 0 1 0 0,-29 46-1 0 0,-38 85 2695 0 0,-311 620-4480 0 0,395-763-2112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10.51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22 2216 0 0,'4'0'17126'0'0,"26"-21"-16333"0"0,-14 21 2372 0 0,1 0 3697 0 0,281 76-5701 0 0,-100-26-439 0 0,365 47 0 0 0,1133-51-722 0 0,-192-17 0 0 0,-1420-29 0 0 0,-8-4 0 0 0,-18-9-1570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11.46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173 1 9401 0 0,'-8'4'7043'0'0,"-26"21"-5460"0"0,22-16 1908 0 0,3-1-3112 0 0,1 1 1 0 0,-1 3-1 0 0,1-3 0 0 0,0 3 0 0 0,-1-3 1 0 0,5 3-1 0 0,-4 1 0 0 0,3-1 1 0 0,1 1-1 0 0,0 0 0 0 0,0-1 1 0 0,-5 13-1 0 0,-12 274 5211 0 0,13-98-4862 0 0,8-108-728 0 0,0-22 0 0 0,0-100 0 0 0,0-39 0 0 0,4 5 0 0 0,5-4 0 0 0,-1 4 0 0 0,9 0 0 0 0,-5 0 0 0 0,9 0 0 0 0,26-63 0 0 0,-18 59 0 0 0,5 12 0 0 0,12 22 0 0 0,4 20 0 0 0,-41 9 0 0 0,-1 4 0 0 0,-4-4 0 0 0,5 4 0 0 0,-5 0 0 0 0,4 0 0 0 0,-4 0 0 0 0,5 0 0 0 0,-1 0 0 0 0,-4 0 0 0 0,5 0 0 0 0,-5 4 0 0 0,4-4 0 0 0,1 0 0 0 0,-5 4 0 0 0,4-4 0 0 0,-3 4 0 0 0,-1 1 0 0 0,4-5 0 0 0,-4 4 0 0 0,5 0 0 0 0,-5 0 0 0 0,0 0 0 0 0,0 1 0 0 0,5-1 0 0 0,-1 8 0 0 0,9 5 0 0 0,0-4 0 0 0,-5-1 0 0 0,5 5 0 0 0,-4-4 0 0 0,-1 4 0 0 0,1-1 0 0 0,0-3 0 0 0,-5 4 0 0 0,5 0 0 0 0,8 29 0 0 0,0 21 0 0 0,-13-4 0 0 0,-4 4 0 0 0,-16 51-3174 0 0,-22-59-7711 0 0,9-34 5644 0 0,-9 25-5466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11.647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38 403 4624 0 0,'-9'4'16997'0'0,"-20"-4"-14221"0"0,54-12 5438 0 0,55-26-6536 0 0,21-17-3629 0 0,222-150-14493 0 0,-277 175 13687 0 0,55-37-7620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12.113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260 84 7257 0 0,'-8'0'5962'0'0,"-51"-13"-3447"0"0,42 13 3680 0 0,-159 17 4643 0 0,428-29-10838 0 0,176-56 0 0 0,-411 64-2185 0 0,21 0-7738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12.408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639 1 384 0 0,'-222'113'16719'0'0,"-194"93"-1120"0"0,693-218-15534 0 0,215-43-65 0 0,-236 30 0 0 0,311-63 0 0 0,-508 71 0 0 0,-17 0-1570 0 0,-30-42-8856 0 0,-8 38 8389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12.718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462 64 488 0 0,'-21'-13'3701'0'0,"-55"-29"5819"0"0,-12 34 9179 0 0,80 8-18688 0 0,-1 4 0 0 0,1 0 0 0 0,0 1 1 0 0,-1-1-1 0 0,1 0 0 0 0,-1 0 0 0 0,1 0 0 0 0,0 1 1 0 0,-1 3-1 0 0,1-4 0 0 0,4 5 0 0 0,-5-1 1 0 0,5-4-1 0 0,-4 5 0 0 0,3-1 0 0 0,-3 0 1 0 0,4 1-1 0 0,0-1 0 0 0,-1 1 0 0 0,1-1 0 0 0,0 0 1 0 0,4 1-1 0 0,-4-1 0 0 0,0 5 0 0 0,4-5 1 0 0,0 1-1 0 0,-5-1 0 0 0,5 5 0 0 0,0-5 1 0 0,0 0-1 0 0,5 13 0 0 0,-39 219-11 0 0,17-1 0 0 0,9 269 0 0 0,4-50 0 0 0,8-302 245 0 0,-8-47-698 0 0,-1 0-1 0 0,-7 0 0 0 0,-26 118 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12.967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760 105 6849 0 0,'0'-8'7731'0'0,"0"-43"-4778"0"0,0 30 4894 0 0,0 21-7823 0 0,0 0 1 0 0,0-4-1 0 0,0 4 0 0 0,0 0 1 0 0,0 0-1 0 0,0 0 1 0 0,0-4-1 0 0,0 4 1 0 0,0 0-1 0 0,0 0 1 0 0,0 0-1 0 0,0-4 1 0 0,0 4-1 0 0,-4 0 0 0 0,4 0 1 0 0,0 0-1 0 0,0-5 1 0 0,0 5-1 0 0,0 0 1 0 0,0 0-1 0 0,0 0 1 0 0,-4 0-1 0 0,4-4 0 0 0,0 4 1 0 0,0 0-1 0 0,0 0 1 0 0,0 0-1 0 0,-4 0 1 0 0,4 0-1 0 0,0 0 1 0 0,0 0-1 0 0,0 0 1 0 0,-5 0-1 0 0,5-4 0 0 0,0 4 1 0 0,0 0-1 0 0,0 0 1 0 0,-4 0-1 0 0,4 0 1 0 0,0 0-1 0 0,0 0 1 0 0,-4 0-1 0 0,4 0 1 0 0,0 4-1 0 0,0-4 0 0 0,0 0 1 0 0,-4 0-1 0 0,4 0 1 0 0,0 0-1 0 0,0 0 1 0 0,0 0-1 0 0,-4 0 1 0 0,4 0-1 0 0,0 0 1 0 0,0 4-1 0 0,0-4 0 0 0,0 0 1 0 0,-5 0-1 0 0,5 0 1 0 0,0 0-1 0 0,0 5 1 0 0,0-5-1 0 0,0 0 1 0 0,-96 88 2031 0 0,-131 181 1363 0 0,172-206-3072 0 0,-16 29-113 0 0,37-46-535 0 0,1-4 1 0 0,-1 0-1 0 0,-4-4 0 0 0,-4 0 1 0 0,-50 37-1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13.169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5 5865 0 0,'59'-4'11398'0'0,"-5"12"-4708"0"0,98 76-15 0 0,-110-54-4803 0 0,147 92-1624 0 0,-63-38-248 0 0,4-9 0 0 0,0-3 0 0 0,181 66 0 0 0,-311-134 1044 0 0,17 1 491 0 0,-1 3-3521 0 0,31 13-14082 0 0,-31-13 12237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14.239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194 0 10177 0 0,'0'0'89'0'0,"-109"13"18238"0"0,67 12-14979 0 0,13 8-2629 0 0,16 22-612 0 0,21 12-524 0 0,-3-54-1968 0 0,16 54-5268 0 0,-17-54 4189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14.549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101 135 8509 0 0,'-101'72'13699'0'0,"156"-81"-5261"0"0,8-7-6317 0 0,21-10-2121 0 0,0 10 0 0 0,155-18 0 0 0,336-54 0 0 0,-524 71-247 0 0,-39 17-2179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14.73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471 0 8617 0 0,'-12'4'7550'0'0,"-30"13"-5869"0"0,21-9 2199 0 0,-4 5-3299 0 0,-5 4 0 0 0,5 0 0 0 0,0-1 0 0 0,0 1 0 0 0,-1 4 0 0 0,5 0 0 0 0,0 0 0 0 0,0 0 0 0 0,0 4 0 0 0,0 1 0 0 0,5-1 0 0 0,-1 0 0 0 0,0 0 0 0 0,4 5 0 0 0,1-1 0 0 0,-1-4 0 0 0,1 5 0 0 0,-5 37 0 0 0,4-17-581 0 0,9 9 0 0 0,4-55-275 0 0,0 0 1 0 0,0 1-1 0 0,0-1 1 0 0,0 0-1 0 0,0 0 1 0 0,4 5-1 0 0,-4-5 1 0 0,0 0-1 0 0,0 0 1 0 0,4 0-1 0 0,-4 1 0 0 0,5-1 1 0 0,-5-4-1 0 0,4 4 1 0 0,-4 0-1 0 0,4 0 1 0 0,0 1-1 0 0,-4-1 1 0 0,13 4-1 0 0,20-4-7873 0 0,1-16 2392 0 0,113-55-4856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14.922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155 1 8153 0 0,'0'0'22851'0'0,"5"17"-21344"0"0,11 84-1251 0 0,-58 8-733 0 0,9-63-830 0 0,-47 46-14416 0 0,59-71 13327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15.20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227 345 8573 0 0,'-177'84'18349'0'0,"140"-71"-13921"0"0,37-13-4399 0 0,0 0-1 0 0,0 0 1 0 0,0 0 0 0 0,0 0-1 0 0,0 0 1 0 0,0 0-1 0 0,0 0 1 0 0,0 0-1 0 0,0-4 1 0 0,0 4 0 0 0,0 0-1 0 0,0 0 1 0 0,0 0-1 0 0,0 0 1 0 0,0 0-1 0 0,0 0 1 0 0,0 0 0 0 0,0 0-1 0 0,0 0 1 0 0,0 0-1 0 0,0 0 1 0 0,-5 0-1 0 0,5 0 1 0 0,0-4 0 0 0,0 4-1 0 0,0 0 1 0 0,0 0-1 0 0,0 0 1 0 0,0 0-1 0 0,0 0 1 0 0,0 0 0 0 0,0 0-1 0 0,-4 0 1 0 0,4 0-1 0 0,0 0 1 0 0,0 0-1 0 0,0 0 1 0 0,0 0 0 0 0,0 0-1 0 0,0 0 1 0 0,0 0-1 0 0,0 0 1 0 0,0 0-1 0 0,-4 0 1 0 0,4 0-1 0 0,0 4 1 0 0,0-4 0 0 0,55-42-21 0 0,3 4 0 0 0,1 4 0 0 0,4 1 0 0 0,0 3 0 0 0,0 5 0 0 0,122-34 0 0 0,508-92-19 0 0,-605 139 11 0 0,-16-1 0 0 0,-22 13-1570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15.635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480 0 2688 0 0,'-67'63'7771'0'0,"12"-17"-4340"0"0,9 0 0 0 0,-5 5 0 0 0,9-1 1 0 0,-4 5-1 0 0,-38 67 0 0 0,55-68-2742 0 0,12-16 166 0 0,4 59-678 0 0,5-9-177 0 0,4 8 0 0 0,4-7 0 0 0,0-10 0 0 0,-4-11 0 0 0,-1-110 0 0 0,1 8 0 0 0,0 5 0 0 0,4-5 0 0 0,0 0 0 0 0,0 5 0 0 0,4-5 0 0 0,0 5 0 0 0,1-5 0 0 0,-1 5 0 0 0,4-5 0 0 0,1 5 0 0 0,3 0 0 0 0,1-1 0 0 0,-1 1 0 0 0,5-1 0 0 0,17-28 0 0 0,8 3 0 0 0,8 17 0 0 0,13 21 0 0 0,-59 13 0 0 0,5 0 0 0 0,-5 4 0 0 0,4 0 0 0 0,1-4 0 0 0,-1 4 0 0 0,-4 0 0 0 0,5 0 0 0 0,-1 0 0 0 0,-4 0 0 0 0,5 0 0 0 0,-1 0 0 0 0,1 0 0 0 0,-5 4 0 0 0,4-4 0 0 0,1 4 0 0 0,-5-4 0 0 0,4 4 0 0 0,-4 1 0 0 0,5-1 0 0 0,-5-4 0 0 0,13 12 0 0 0,0 1 0 0 0,37 0 0 0 0,1 8 0 0 0,75 121 0 0 0,-113-133 93 0 0,4 12-65 0 0,0 92-804 0 0,-25-104-408 0 0,4 3 1 0 0,-5-3 0 0 0,1-1 0 0 0,0 5-1 0 0,0-5 1 0 0,0 0 0 0 0,-1 1-1 0 0,1-1 1 0 0,0 1 0 0 0,-4-1 0 0 0,3 0-1 0 0,-3 1 1 0 0,0-1 0 0 0,-9 9 0 0 0,8-9-544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15.838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67 371 4560 0 0,'-67'8'28176'0'0,"168"-37"-28364"0"0,0-5 1 0 0,134-63 0 0 0,-76 13-5409 0 0,-24-4-7515 0 0,-72 42 2404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16.53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361 89 5336 0 0,'-17'4'8236'0'0,"-96"9"1145"0"0,92-17-695 0 0,17 4-8653 0 0,4 0-1 0 0,0-4 1 0 0,0 4 0 0 0,-4 0-1 0 0,4-5 1 0 0,0 5 0 0 0,0 0-1 0 0,0-4 1 0 0,-5 4 0 0 0,5-4-1 0 0,0 4 1 0 0,0 0 0 0 0,0-4-1 0 0,0 4 1 0 0,0-4 0 0 0,0 4-1 0 0,0 0 1 0 0,0-5 0 0 0,0 5-1 0 0,0-4 1 0 0,0 4 0 0 0,0 0-1 0 0,0-4 1 0 0,0 4 0 0 0,0-4-1 0 0,5 4 1 0 0,-5 0 0 0 0,0-4-1 0 0,88-51 149 0 0,-4 55-181 0 0,-34 55 0 0 0,-33 20 0 0 0,-21-45 0 0 0,0-5 0 0 0,-1 0 0 0 0,-3 0 0 0 0,0 0 0 0 0,-1 1 0 0 0,1-1 0 0 0,-1 0 0 0 0,-3-4 0 0 0,-1 4 0 0 0,-16 21 0 0 0,-206 257 0 0 0,188-257 0 0 0,5-8 0 0 0,38-38 0 0 0,4 0 0 0 0,0 0 0 0 0,0 4 0 0 0,0-4 0 0 0,0 0 0 0 0,0 0 0 0 0,0 0 0 0 0,0 0 0 0 0,0 0 0 0 0,4 0 0 0 0,-4 0 0 0 0,0 0 0 0 0,0 0 0 0 0,0 0 0 0 0,0 0 0 0 0,0 0 0 0 0,0 4 0 0 0,0-4 0 0 0,0 0 0 0 0,0 0 0 0 0,0 0 0 0 0,0 0 0 0 0,0 0 0 0 0,0 0 0 0 0,0 0 0 0 0,0 0 0 0 0,0 4 0 0 0,0-4 0 0 0,0 0 0 0 0,0 0 0 0 0,0 0 0 0 0,0 0 0 0 0,0 0 0 0 0,0 0 0 0 0,0 0 0 0 0,0 0 0 0 0,0 0 0 0 0,0 0 0 0 0,0 5 0 0 0,-4-5 0 0 0,4 0 0 0 0,0 0 0 0 0,0 0 0 0 0,0 0 0 0 0,0 0 0 0 0,0 0 0 0 0,0 0 0 0 0,0 0 0 0 0,0 0 0 0 0,0 0 0 0 0,0 0 0 0 0,-4 0 0 0 0,29 4 0 0 0,0-4 0 0 0,-4 4 0 0 0,5 0 0 0 0,-5 5 0 0 0,4-5 0 0 0,-4 4 0 0 0,0 1 0 0 0,4 3 0 0 0,34 22 0 0 0,-51-30 0 0 0,1 4 0 0 0,-5 1 0 0 0,4-5 0 0 0,-4 4 0 0 0,5 1 0 0 0,-5-1 0 0 0,0 1 0 0 0,0-1 0 0 0,1 0 0 0 0,-1 5 0 0 0,0-5 0 0 0,4 18 0 0 0,5 11 0 0 0,-5-7 0 0 0,-3-1 0 0 0,-1 1 0 0 0,0 3 0 0 0,0-3 0 0 0,-4 3 0 0 0,0-3 0 0 0,0-1 0 0 0,-4 5 0 0 0,0-5 0 0 0,0 0 0 0 0,-5 1 0 0 0,1 3 0 0 0,-1-3 0 0 0,-16 37 0 0 0,21-46 0 0 0,-42 55 0 0 0,0-30 0 0 0,8-25-297 0 0,29-17-2299 0 0,-7-38-5938 0 0,-26-20 6719 0 0,21 37 349 0 0,-21-67-3501 0 0,8-4-5365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16.785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156 182 7553 0 0,'-88'-114'11972'0'0,"25"47"251"0"0,59 92-11335 0 0,88 1105-728 0 0,-13-387-189 0 0,-66-654 184 0 0,3-5-730 0 0,0 4 0 0 0,39 139 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17.498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98 328 2560 0 0,'0'0'7224'0'0,"-97"21"15655"0"0,139-55-22863 0 0,0 9 0 0 0,4-5 1 0 0,0 5-1 0 0,1 4 0 0 0,3 0 0 0 0,-4 4 0 0 0,84-20 1 0 0,458-68-41 0 0,-478 88 22 0 0,-18 4 2 0 0,-16 9 0 0 0,-1 21 0 0 0,-29 21 0 0 0,-29 25 0 0 0,-13 12 0 0 0,-16 1 0 0 0,-34-17 0 0 0,-1-26 0 0 0,10-16-615 0 0,28-13-659 0 0,-16 5-2796 0 0,-9-1 1749 0 0,13-8-1517 0 0,-12 4-4120 0 0,-72 5-1973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17.823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391 181 3816 0 0,'-30'21'3315'0'0,"-289"197"14757"0"0,281-201-15075 0 0,34-30 1409 0 0,134-109-4215 0 0,-92 110-198 0 0,-4 8-16 0 0,50-22 23 0 0,0 1 0 0 0,0 8 0 0 0,4 1 0 0 0,0 3 0 0 0,139 0 0 0 0,-5-3 0 0 0,261-47 0 0 0,-428 54-11 0 0,-47 5-676 0 0,-54 0-9709 0 0,8-21 8002 0 0,-8-9 990 0 0,-13 21-3835 0 0,-25 5-4637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18.119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967 63 4288 0 0,'-109'-42'5020'0'0,"-51"21"5993"0"0,148 21-10186 0 0,-1 4 1 0 0,5-4-1 0 0,-5 0 1 0 0,0 4-1 0 0,5 1 1 0 0,-5-1-1 0 0,5-4 0 0 0,-5 8 1 0 0,5-4-1 0 0,-5 1 1 0 0,-8 7-1 0 0,-54 72 1690 0 0,41-21-2517 0 0,5 0 0 0 0,4 0 0 0 0,-1 4 0 0 0,5 1 0 0 0,0-1 0 0 0,-12 101 0 0 0,-34 453 0 0 0,41-297 0 0 0,-112 612-202 0 0,79-583-1166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22.308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21 93 7425 0 0,'-21'17'24972'0'0,"181"-17"-24602"0"0,-51-8-370 0 0,-21-1 0 0 0,-4-7 0 0 0,0-1 0 0 0,-17 0 0 0 0,-12-4 0 0 0,-9 0-282 0 0,-38 21-2264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22.83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378 1 2984 0 0,'-13'13'10704'0'0,"-16"20"-4533"0"0,-68 68 5087 0 0,-8 25-9608 0 0,51-50-1650 0 0,20-18 0 0 0,1 5 0 0 0,20-4 0 0 0,89-46 0 0 0,20-47 0 0 0,114-50 0 0 0,-151 59 0 0 0,54-4 0 0 0,-71 8 0 0 0,105-63 0 0 0,-147 79 0 0 0,5 5 0 0 0,-5 0 0 0 0,0 0 0 0 0,0 0 0 0 0,0 0 0 0 0,0-4 0 0 0,4 4 0 0 0,-4 0 0 0 0,0 0 0 0 0,0 0 0 0 0,0 0 0 0 0,4 0 0 0 0,-4 0 0 0 0,0 0 0 0 0,0-4 0 0 0,0 4 0 0 0,4 0 0 0 0,-4 0 0 0 0,0 0 0 0 0,0 0 0 0 0,4 0 0 0 0,-4 0 0 0 0,0 0 0 0 0,0 0 0 0 0,0 0 0 0 0,5 0 0 0 0,-5 0 0 0 0,0 0 0 0 0,0 0 0 0 0,0 4 0 0 0,4-4 0 0 0,-4 0 0 0 0,0 0 0 0 0,0 0 0 0 0,0 0 0 0 0,4 0 0 0 0,-4 0 0 0 0,0 0 0 0 0,0 4 0 0 0,0-4 0 0 0,4 0 0 0 0,-4 0 0 0 0,0 0 0 0 0,0 0 0 0 0,0 5 0 0 0,0-5 0 0 0,0 0 0 0 0,0 4 0 0 0,30 109 0 0 0,-9-37 0 0 0,4-22-104 0 0,-21-41-685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23.33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232 332 2704 0 0,'-13'4'8284'0'0,"-20"13"-5643"0"0,-55 21 5607 0 0,-1-1 561 0 0,81-28-6799 0 0,436-148-1939 0 0,-394 135-71 0 0,159-80 0 0 0,-126 50 0 0 0,-8 5-325 0 0,-46 25-1389 0 0,-34-5-4920 0 0,8 5 6810 0 0,5 0 0 0 0,-5-4 1 0 0,5 3-1 0 0,-1-3 1 0 0,-3 4-1 0 0,3-5 0 0 0,1 1 1 0 0,0 0-1 0 0,-1-1 0 0 0,-8-8 1 0 0,-4-8 323 0 0,-8 0 1291 0 0,-63 59 2496 0 0,16 29-4132 0 0,34-9-155 0 0,25 5 0 0 0,9 8 0 0 0,-1 13 0 0 0,1 0-83 0 0,8-63-612 0 0,-46 134-15851 0 0,37-122 12021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5:23.597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412 1 4992 0 0,'-38'46'424'0'0,"-105"110"11104"0"0,101-114-10300 0 0,25-30 459 0 0,-79 64 1401 0 0,70-64-1668 0 0,22-7 159 0 0,-29 11 1120 0 0,20-7-2015 0 0,30-18 2596 0 0,29-20-3111 0 0,-29 21-170 0 0,0-5 0 0 0,4 5 0 0 0,0-1 0 0 0,-5 1 0 0 0,5-1 0 0 0,0 5 0 0 0,0-4 0 0 0,0 4 0 0 0,0-1 0 0 0,38 1 0 0 0,-4-4 1 0 0,109-17 0 0 0,285-9 0 0 0,-348 26 0 0 0,-9-5 0 0 0,-16 0 0 0 0,-17-3-1570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09.53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819 17 2640 0 0,'4'-17'29905'0'0,"-71"93"-29612"0"0,0-9 0 0 0,-9 4 0 0 0,-121 85 0 0 0,50-72-2517 0 0,-30 21-6071 0 0,169-101 6741 0 0,-5 4 38 0 0,-3 1-3092 0 0,7-5 2195 0 0,-37 21-7934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09.857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101 0 8253 0 0,'-63'59'12947'0'0,"63"-55"-12485"0"0,-4-4 0 0 0,-1 4 0 0 0,5-4 0 0 0,-4 4 0 0 0,4-4 0 0 0,-4 5 0 0 0,4-5 0 0 0,-4 4 0 0 0,4-4-1 0 0,-4 4 1 0 0,4 0 0 0 0,-5-4 0 0 0,5 4 0 0 0,0 1 0 0 0,-4-5 0 0 0,4 4 0 0 0,0 0 0 0 0,0 0 0 0 0,-4-4 0 0 0,4 4 0 0 0,0 1 0 0 0,0-1 0 0 0,0 0-1 0 0,0 4 1 0 0,8-3-461 0 0,1-1 0 0 0,-5 4 0 0 0,4-4 0 0 0,1 1 0 0 0,-1-1 0 0 0,1 0 0 0 0,-1 0 0 0 0,5-4 0 0 0,-5 4 0 0 0,0-4 0 0 0,1 5 0 0 0,-1-5 0 0 0,1 0 0 0 0,3 4 0 0 0,-3-4 0 0 0,-1 0 0 0 0,0 0 0 0 0,5-4 0 0 0,-5 4 0 0 0,18-9 0 0 0,16 1-3 0 0,1306-26 2 0 0,-1256 34 0 0 0,-20-8 0 0 0,-68 12-4 0 0,-4-4-1 0 0,4 0 1 0 0,0 0-1 0 0,0 0 1 0 0,1 0-1 0 0,-5 0 1 0 0,4 0-1 0 0,0 0 1 0 0,0 0-1 0 0,0 0 1 0 0,-4 0-1 0 0,5 0 1 0 0,-1 0-1 0 0,0-4 1 0 0,0 4-1 0 0,-4 0 1 0 0,4-4-1 0 0,1 4 1 0 0,-1 0-1 0 0,-4-5 1 0 0,4 5-1 0 0,0-4 1 0 0,-4 4 0 0 0,4-4-1 0 0,-4 4 1 0 0,5-4-1 0 0,-5 0 1 0 0,4 4-1 0 0,0-9 1 0 0,0 1-1432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10.152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434 21 8309 0 0,'-5'-4'10372'0'0,"-37"-13"-9236"0"0,13 30 7088 0 0,0 29-7863 0 0,3 4-1 0 0,1 0 0 0 0,0 0 1 0 0,4 5-1 0 0,4-5 0 0 0,0 4 1 0 0,1 1-1 0 0,3-1 0 0 0,0 0 1 0 0,9 5-1 0 0,-8 84 0 0 0,-14 50 42 0 0,-79 373-402 0 0,97-515-1570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10.400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564 0 10097 0 0,'0'0'20378'0'0,"-21"21"-18451"0"0,-206 265-1530 0 0,189-240-406 0 0,5 0-1 0 0,-5-4 1 0 0,-4 0 0 0 0,0-4 0 0 0,-76 54 0 0 0,114-88-1643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10.617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17 4136 0 0,'0'-4'8492'0'0,"38"-5"-5092"0"0,-17 5 3624 0 0,-13 8-6678 0 0,5-4-1 0 0,-5 0 1 0 0,1 4-1 0 0,3-4 1 0 0,-3 5-1 0 0,3-1 0 0 0,-3 0 1 0 0,-1 0-1 0 0,0 0 1 0 0,1 1-1 0 0,16 11 1 0 0,9 5 273 0 0,3 0-1 0 0,1-4 1 0 0,4 0 0 0 0,-4-4 0 0 0,4-1 0 0 0,-4 1-1 0 0,4-5 1 0 0,54 9 0 0 0,-16-4-619 0 0,-21-5-145 0 0,-46-8-1136 0 0,24 25-6639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11.377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43 202 3664 0 0,'-8'8'9813'0'0,"-26"42"9427"0"0,122-92-19197 0 0,-25 5-42 0 0,9 7 0 0 0,-5 1 0 0 0,4 4 0 0 0,1-1 0 0 0,3 5 0 0 0,118-12 0 0 0,-121 20-1 0 0,-5 9 0 0 0,-8 29 0 0 0,-55 51 0 0 0,-8-55 0 0 0,0 0 0 0 0,-1 0 0 0 0,-3 0 0 0 0,4-4 0 0 0,-5 4 0 0 0,1 0 0 0 0,0-5 0 0 0,-5 1 0 0 0,5 4 0 0 0,-5-4 0 0 0,0 0 0 0 0,-16 16 0 0 0,-21 30 0 0 0,12-8 0 0 0,0-9 0 0 0,9-4 0 0 0,29-42 0 0 0,0 0 0 0 0,0 0 0 0 0,4 0 0 0 0,-4 0 0 0 0,0 0 0 0 0,0 0 0 0 0,0 0 0 0 0,0 0 0 0 0,0 0 0 0 0,4 0 0 0 0,-4 0 0 0 0,0 0 0 0 0,0 0 0 0 0,0 4 0 0 0,0-4 0 0 0,0 0 0 0 0,0 0 0 0 0,0 0 0 0 0,0 0 0 0 0,4 0 0 0 0,-4 0 0 0 0,0 0 0 0 0,0 0 0 0 0,0 5 0 0 0,0-5 0 0 0,0 0 0 0 0,0 0 0 0 0,0 0 0 0 0,0 0 0 0 0,0 0 0 0 0,0 0 0 0 0,0 4 0 0 0,0-4 0 0 0,0 0 0 0 0,0 0 0 0 0,0 0 0 0 0,0 0 0 0 0,0 0 0 0 0,0 4 0 0 0,0-4 0 0 0,0 0 0 0 0,0 0 0 0 0,0 0 0 0 0,0 0 0 0 0,0 0 0 0 0,0 0 0 0 0,0 4 0 0 0,0-4 0 0 0,0 0 0 0 0,0 0 0 0 0,-4 0 0 0 0,4 0 0 0 0,0 0 0 0 0,0 0 0 0 0,0 0 0 0 0,0 4 0 0 0,0-4 0 0 0,0 0 0 0 0,0 0 0 0 0,-4 0 0 0 0,4 0 0 0 0,0 0 0 0 0,0 0 0 0 0,0 0 0 0 0,0 0 0 0 0,0 0 0 0 0,-4 0 0 0 0,134-37 0 0 0,-29 7 0 0 0,-30 13 0 0 0,5 9 0 0 0,-5 8 0 0 0,-8 17 0 0 0,-8 12 0 0 0,-18 26 0 0 0,-16 16 0 0 0,-16-62 0 0 0,-5 3 0 0 0,4 1 0 0 0,-4-1 0 0 0,4-3 0 0 0,-4 3 0 0 0,0 1 0 0 0,0 0 0 0 0,0-1 0 0 0,-4-3 0 0 0,4 3 0 0 0,0 1 0 0 0,-4-1 0 0 0,-1-3 0 0 0,1 3 0 0 0,0 1 0 0 0,0-5 0 0 0,0 5 0 0 0,-13 12 0 0 0,-4 13 0 0 0,-4 12 0 0 0,16-24 0 0 0,1-1 0 0 0,-5 0 0 0 0,1-4 0 0 0,-1 4 0 0 0,-4-4 0 0 0,0 0 0 0 0,1 0 0 0 0,-1 0 0 0 0,0-4 0 0 0,-4 4 0 0 0,-29 21 0 0 0,-1-8 0 0 0,9-18-1570 0 0,-63-133-26867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11.688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736 34 7297 0 0,'0'0'12886'0'0,"0"-9"-9822"0"0,-25-16 6434 0 0,-72 210-9480 0 0,17-26-17 0 0,-4-3 0 0 0,-8-5 0 0 0,-164 202 0 0 0,239-336-3181 0 0,-67 75-12940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12.355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97 9 4480 0 0,'0'0'25281'0'0,"-5"-8"-23050"0"0,5 8-2219 0 0,0 0-1 0 0,0 0 0 0 0,0 4 1 0 0,0-4-1 0 0,0 0 0 0 0,0 0 1 0 0,0 0-1 0 0,0 0 0 0 0,0 0 1 0 0,0 0-1 0 0,0 0 0 0 0,0 0 0 0 0,0 0 1 0 0,0 0-1 0 0,0 0 0 0 0,-4 0 1 0 0,4 0-1 0 0,0 0 0 0 0,0 0 1 0 0,0 0-1 0 0,0 0 0 0 0,0 0 1 0 0,0 0-1 0 0,0 0 0 0 0,0 0 1 0 0,0 0-1 0 0,0 0 0 0 0,0 0 1 0 0,-4 0-1 0 0,4 0 0 0 0,0 0 1 0 0,0 0-1 0 0,0 0 0 0 0,0 0 1 0 0,0 0-1 0 0,0 0 0 0 0,0 0 1 0 0,0 0-1 0 0,0 0 0 0 0,0 0 1 0 0,0 0-1 0 0,0 0 0 0 0,0 0 1 0 0,-4 0-1 0 0,4 0 0 0 0,0 0 0 0 0,0 0 1 0 0,0 0-1 0 0,0 0 0 0 0,0 0 1 0 0,0 0-1 0 0,0-4 0 0 0,0 4 1 0 0,0 0-1 0 0,0 0 0 0 0,0 0 1 0 0,0 0-1 0 0,0 0 0 0 0,0 0 1 0 0,0 0-1 0 0,0 0 0 0 0,-51 134-2516 0 0,39-71-11072 0 0,8-50 8907 0 0,-9 8 5511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12.63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88 277 1896 0 0,'-88'51'30676'0'0,"290"-123"-30628"0"0,3 5 1 0 0,5 12 0 0 0,278-33 0 0 0,-417 71-49 0 0,26-12-1570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12.99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416 0 8809 0 0,'-4'0'6640'0'0,"-43"13"-3679"0"0,31-9 3921 0 0,7-8-5022 0 0,-16 4 1852 0 0,-51 63-1809 0 0,64-42-1903 0 0,-5-5 0 0 0,4 5 0 0 0,1-4 0 0 0,-1 4 0 0 0,1 0 0 0 0,3 0 0 0 0,-3 0 0 0 0,3 0 0 0 0,1 4 0 0 0,4-4 0 0 0,-5 0 0 0 0,1 47 0 0 0,-9 7 0 0 0,-54 228 0 0 0,58-232 0 0 0,17 0 0 0 0,26-24 0 0 0,37-43 0 0 0,13-17-224 0 0,-1 1-1 0 0,1-5 1 0 0,-4-4 0 0 0,4 0-1 0 0,-5-9 1 0 0,72-33 0 0 0,-59 0-17506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13.302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248 126 10141 0 0,'17'-46'9015'0'0,"4"0"1647"0"0,-17 12-7713 0 0,-38 311-3350 0 0,-12-8 0 0 0,-143 474 0 0 0,168-671 34 0 0,25-110-12156 0 0,17-159 7316 0 0,-8 62-5500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13.67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1 701 7449 0 0,'17'-121'3782'0'0,"-17"100"-2425"0"0,0-5 0 0 0,4 5 0 0 0,0-4 0 0 0,0 4 0 0 0,1 0 1 0 0,3-4-1 0 0,0 4 0 0 0,1 0 0 0 0,16-29 0 0 0,93-72 4294 0 0,100 4-3337 0 0,-16 55-2314 0 0,-131 46 0 0 0,-8 9 0 0 0,8 21 0 0 0,-33 29 0 0 0,-21 16 0 0 0,-9-3 0 0 0,1 0 0 0 0,-5 3 0 0 0,-4-3 0 0 0,0 0 0 0 0,0-1 0 0 0,-8 1 0 0 0,-18 104 0 0 0,-3 1 0 0 0,12-34 0 0 0,-4 4 0 0 0,-54 160 0 0 0,54-231 0 0 0,0-17-1570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13.89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4 261 7913 0 0,'0'-4'15187'0'0,"-4"-42"-14725"0"0,8 21 8633 0 0,17-34-8985 0 0,21 21-110 0 0,13 5-1757 0 0,-5 12-5291 0 0,9-13-4485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14.108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85 0 7553 0 0,'-55'67'14999'0'0,"51"-67"-14686"0"0,4 4-1 0 0,-4-4 1 0 0,4 0 0 0 0,-4 5-1 0 0,4-5 1 0 0,-4 0 0 0 0,4 4 0 0 0,0-4-1 0 0,-5 4 1 0 0,5-4 0 0 0,0 4-1 0 0,-4-4 1 0 0,4 4 0 0 0,0-4-1 0 0,0 5 1 0 0,-4-5 0 0 0,4 4 0 0 0,0-4-1 0 0,0 4 1 0 0,0 0 0 0 0,0-4-1 0 0,0 4 1 0 0,0-4 0 0 0,0 5-1 0 0,0-5 1 0 0,0 4 0 0 0,0 0 0 0 0,0-4-1 0 0,0 4 1 0 0,0-4 0 0 0,0 9-1 0 0,80-1-652 0 0,-47-8-4591 0 0,39-17 2202 0 0,-60 13-1221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14.74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88 382 8845 0 0,'-88'13'10641'0'0,"159"-59"1148"0"0,-37 29-10297 0 0,33-17-1492 0 0,5 1 0 0 0,3 7 0 0 0,-3 1 0 0 0,3 4 0 0 0,1 4 0 0 0,130-12 0 0 0,16-9 0 0 0,165-46 0 0 0,-316 72 0 0 0,-37-1-369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14.993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458 1 3648 0 0,'0'0'8110'0'0,"-13"4"-3274"0"0,-41 17-3913 0 0,41-17-387 0 0,0 1-1 0 0,-3-1 0 0 0,3 0 1 0 0,0 4-1 0 0,1-3 0 0 0,-1 3 1 0 0,1 0-1 0 0,-1 1 0 0 0,5-1 1 0 0,-5 1-1 0 0,0 3 1 0 0,5-3-1 0 0,0 3 0 0 0,-1-3 1 0 0,-3 3-1 0 0,-5 22 0 0 0,-17 41 490 0 0,5 5 0 0 0,4 0 0 0 0,4 0-1 0 0,4 4 1 0 0,-13 126 0 0 0,22-135-1025 0 0,0-7 0 0 0,-5-22-831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15.25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55 386 7337 0 0,'-13'5'7012'0'0,"-29"-22"11129"0"0,88-13-18107 0 0,0 5 1 0 0,1 4-1 0 0,3 0 1 0 0,-4 4-1 0 0,5 1 1 0 0,-1-1-1 0 0,0 8 1 0 0,5-3-1 0 0,50-1 1 0 0,55-12-58 0 0,-1-4 1 0 0,223-81-1 0 0,-327 85-442 0 0,-47 21-2715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15.598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567 0 7489 0 0,'-67'42'5124'0'0,"-240"122"5840"0"0,114-84-1973 0 0,315-118-8930 0 0,0 4-1 0 0,4 5 1 0 0,205-17-1 0 0,459-1-86 0 0,-425 31 9 0 0,-234 3-3162 0 0,322-8-7735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16.359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849 114 8537 0 0,'0'-8'7544'0'0,"5"-59"8760"0"0,-5 63-16292 0 0,0 4 1 0 0,0-5-1 0 0,0 5 0 0 0,0 0 1 0 0,0-4-1 0 0,0 4 0 0 0,-5 0 1 0 0,5-4-1 0 0,0 4 0 0 0,0-4 1 0 0,0 4-1 0 0,-4 0 0 0 0,4-4 1 0 0,0 4-1 0 0,0 0 0 0 0,-4-5 0 0 0,4 5 1 0 0,0 0-1 0 0,-4 0 0 0 0,4-4 1 0 0,0 4-1 0 0,-4 0 0 0 0,4 0 1 0 0,-5 0-1 0 0,5 0 0 0 0,0-4 1 0 0,-4 4-1 0 0,4 0 0 0 0,-4 0 1 0 0,0 0-1 0 0,-93 59-12 0 0,5 25 0 0 0,-1 4 0 0 0,9 0 0 0 0,-134 181 0 0 0,21-17 0 0 0,163-210 0 0 0,168-63 0 0 0,341-172 0 0 0,256-84 0 0 0,151 62 0 0 0,-819 194 0 0 0,-30 0-68 0 0,-24 17-1738 0 0,3-63-9464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16.56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189 147 1536 0 0,'-4'-8'2254'0'0,"-72"-89"17307"0"0,22 55-9904 0 0,28 55-9915 0 0,-3 62 275 0 0,33 34-17 0 0,105 190 0 0 0,-75-228 0 0 0,-13-8 0 0 0,-13-17-471 0 0,-3-33-2726 0 0,-31 79-9703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17.16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538 71 7593 0 0,'-72'21'3782'0'0,"43"-12"-1509"0"0,-1-1 1 0 0,5 1 0 0 0,-4-1 0 0 0,4 5-1 0 0,-1-1 1 0 0,1 1 0 0 0,-25 20-1 0 0,-51 64 930 0 0,88-80-3203 0 0,5 4 0 0 0,-5-4 0 0 0,5 4 0 0 0,0-5 0 0 0,-1 5 0 0 0,5 0 0 0 0,-4 0 0 0 0,3 0 0 0 0,1 0 0 0 0,-4 38 0 0 0,8-59 0 0 0,-4 67 0 0 0,-9 17 0 0 0,9-4 0 0 0,0-8 0 0 0,-1-106 0 0 0,1 13 0 0 0,4 0 0 0 0,-4-4 0 0 0,4 4 0 0 0,0 0 0 0 0,0 0 0 0 0,4 0 0 0 0,-4 0 0 0 0,4 0 0 0 0,5 0 0 0 0,-5 0 0 0 0,13-25 0 0 0,-9-1 0 0 0,5 5 0 0 0,4 0 0 0 0,-1 0 0 0 0,1 0 0 0 0,29-50 0 0 0,-33 71 0 0 0,0 4 0 0 0,-1 0 0 0 0,1 1 0 0 0,4 3 0 0 0,-5-4 0 0 0,5 5 0 0 0,0-5 0 0 0,0 4 0 0 0,-1 1 0 0 0,1-1 0 0 0,0 5 0 0 0,4-1 0 0 0,0-3 0 0 0,-4 3 0 0 0,4 5 0 0 0,21-9 0 0 0,21 5 0 0 0,-38 8 0 0 0,0 0 0 0 0,5 4 0 0 0,-5 0 0 0 0,0 1 0 0 0,0-1 0 0 0,0 4 0 0 0,1-4 0 0 0,-1 5 0 0 0,0 3 0 0 0,0-3 0 0 0,-4 3 0 0 0,4 1 0 0 0,-4 4 0 0 0,30 16 0 0 0,-13-3 0 0 0,33 12 0 0 0,-16 25 0 0 0,-34-17 0 0 0,-9 13 0 0 0,-12 13 0 0 0,-46 50-2531 0 0,12-105-2836 0 0,26-21 3127 0 0,-84 38-17629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17.447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135 1 4968 0 0,'-25'4'3691'0'0,"-80"21"11250"0"0,101 1-8458 0 0,75 16-3799 0 0,-8-17-2684 0 0,34 0 0 0 0,256 9 0 0 0,-273-5 393 0 0,-76-8-2356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30.093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14 80 6529 0 0,'-13'0'26215'0'0,"97"-30"-26192"0"0,-71 22-23 0 0,-1 4 0 0 0,1 0 0 0 0,-1-1 0 0 0,1 1 0 0 0,4 4 0 0 0,-5-4 0 0 0,1 4 0 0 0,0-4 0 0 0,3 4 0 0 0,-3 0 0 0 0,16 4 0 0 0,131 9 0 0 0,-101-18 0 0 0,-13 5 0 0 0,-4-4 0 0 0,29-13 26 0 0,-66 9-661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30.698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526 8 7209 0 0,'-34'-4'4674'0'0,"22"4"-3387"0"0,3 0 0 0 0,-3-4 0 0 0,3 4 0 0 0,-3 0 0 0 0,3 4 0 0 0,-3-4 0 0 0,3 0 0 0 0,-3 4 1 0 0,3-4-1 0 0,-3 5 0 0 0,3-1 0 0 0,1 0 0 0 0,-5 0 0 0 0,5 0 0 0 0,-17 13 0 0 0,16-17-1274 0 0,5 4 0 0 0,-4 1-1 0 0,4 3 1 0 0,-5-4 0 0 0,5 0-1 0 0,-4 1 1 0 0,3 3-1 0 0,1-4 1 0 0,-4 5 0 0 0,4-5-1 0 0,-1 4 1 0 0,1-4 0 0 0,0 5-1 0 0,0-1 1 0 0,0 1 0 0 0,4-5-1 0 0,-5 4 1 0 0,1 1-1 0 0,4-1 1 0 0,0 0 0 0 0,-4 1-1 0 0,4 12 1 0 0,-8 8-13 0 0,3 1 0 0 0,1 3 0 0 0,4-3 0 0 0,-4-1 0 0 0,8 5 0 0 0,-4-5 0 0 0,4 5 0 0 0,1-5 0 0 0,7 34 0 0 0,1 0 0 0 0,-1 0 0 0 0,-3 0 0 0 0,-5 0 0 0 0,-4 113 0 0 0,0-96 0 0 0,-8-55 0 0 0,-9 9 0 0 0,-4 4 0 0 0,21-34 0 0 0,0 0 0 0 0,-4 0 0 0 0,4 1 0 0 0,-5-5 0 0 0,5 4 0 0 0,-4 0 0 0 0,4 0 0 0 0,-4-4 0 0 0,4 4 0 0 0,-4-4 0 0 0,0 5 0 0 0,-1-1 0 0 0,5-4 0 0 0,-4 4 0 0 0,0-4 0 0 0,0 0 0 0 0,4 4 0 0 0,-4-4 0 0 0,-1 4 0 0 0,1-4 0 0 0,0 0 0 0 0,0 0 0 0 0,0 0 0 0 0,4 5 0 0 0,-5-5 0 0 0,1 0 0 0 0,0 0 0 0 0,0 0 0 0 0,-5-5 0 0 0,-37 10 0 0 0,0-22 0 0 0,25-4 0 0 0,21-21 0 0 0,25-9 0 0 0,13 22 0 0 0,-25 21 0 0 0,-1-1 0 0 0,5 5 0 0 0,-4-4 0 0 0,3 3 0 0 0,-3 1 0 0 0,4 0 0 0 0,-5 0 0 0 0,5 0 0 0 0,0 4 0 0 0,0-5 0 0 0,-5 5 0 0 0,5 0 0 0 0,0 0 0 0 0,0 0 0 0 0,-5 5 0 0 0,35 3 0 0 0,188 13 0 0 0,-164-34-8726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31.02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114 0 1128 0 0,'-54'34'26206'0'0,"33"-22"-21897"0"0,8 1-3302 0 0,5 16-890 0 0,-1 13-117 0 0,5 0 0 0 0,0 4 0 0 0,8 9 0 0 0,13 0-8652 0 0,38-39-12703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31.288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155 9 5865 0 0,'42'-8'26682'0'0,"0"37"-26462"0"0,-37-16-220 0 0,3 0 0 0 0,-4-5 0 0 0,0 5 0 0 0,-4-1 0 0 0,5 1 0 0 0,-5-1 0 0 0,4 1 0 0 0,-4 0 0 0 0,0-1 0 0 0,0 1 0 0 0,0-1 0 0 0,0 1 0 0 0,-4 0 0 0 0,4-1 0 0 0,-5 1 0 0 0,5-1 0 0 0,-4 1 0 0 0,-13 21 0 0 0,17-30 0 0 0,-8 42-157 0 0,-5-4 0 0 0,-3 4 0 0 0,-1-4 0 0 0,0 0 0 0 0,0 0 0 0 0,-8 0 0 0 0,4-4 0 0 0,-4 0 0 0 0,-55 67 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32.669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1 3328 0 0,'0'17'29368'0'0,"88"-26"-29297"0"0,-29 9-71 0 0,-4 9 0 0 0,29 8 66 0 0,-59-22-139 0 0,71-7-196 0 0,-79 8 1466 0 0,0-1-5270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33.13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412 1 4480 0 0,'-34'13'13060'0'0,"-96"50"1738"0"0,100-21-14734 0 0,5 4 1 0 0,0 0-1 0 0,0 0 1 0 0,4 0-1 0 0,0 1 1 0 0,-13 53-1 0 0,-33 81-86 0 0,75-168 22 0 0,68-64 0 0 0,-68 30 0 0 0,81-21 0 0 0,-39 34 0 0 0,-37 4 0 0 0,-1 4 0 0 0,1 0 0 0 0,-1 0 0 0 0,1 4 0 0 0,0-4 0 0 0,-1 4 0 0 0,1-4 0 0 0,-1 4 0 0 0,-3 0 0 0 0,3 1 0 0 0,1-1 0 0 0,0 4 0 0 0,-5-4 0 0 0,5 5 0 0 0,-5-5 0 0 0,5 4 0 0 0,-5 1 0 0 0,0-1 0 0 0,5 1 0 0 0,-5-1 0 0 0,1 0 0 0 0,-5 5 0 0 0,4-5 0 0 0,1 5 0 0 0,-5-5 0 0 0,4 5 0 0 0,5 12 0 0 0,-9-12 0 0 0,5 4 0 0 0,-5-5 0 0 0,0 5 0 0 0,0 0 0 0 0,-4 0 0 0 0,4-5 0 0 0,-4 5 0 0 0,5 0 0 0 0,-5 0 0 0 0,0-1 0 0 0,-5 1 0 0 0,5-4 0 0 0,-4 4 0 0 0,4-1 0 0 0,-4 1 0 0 0,0-4 0 0 0,-5 4 0 0 0,5-5 0 0 0,-4 5 0 0 0,4-4 0 0 0,-5 3 0 0 0,1-3 0 0 0,-1 0 0 0 0,-16 16 0 0 0,4-8-197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33.522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71 30 2920 0 0,'-12'5'8220'0'0,"-47"20"13246"0"0,156-46-21305 0 0,-39 8-161 0 0,-16 9 0 0 0,21-17-2730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33.957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425 1 6337 0 0,'0'0'10583'0'0,"-109"55"5189"0"0,101-13-15697 0 0,-1 4-75 0 0,5 25 0 0 0,4-41 0 0 0,0 3 0 0 0,0-3 0 0 0,-4 3 0 0 0,0-3 0 0 0,-5 3 0 0 0,1-3 0 0 0,-1 3 0 0 0,1-3 0 0 0,-5-1 0 0 0,1 0 0 0 0,-1 1 0 0 0,-4-5 0 0 0,1 4 0 0 0,-1-3 0 0 0,-29 32 0 0 0,12-24 0 0 0,0-21 0 0 0,-12-47 0 0 0,42-21 0 0 0,42 5 0 0 0,0 37 0 0 0,8 13 0 0 0,25 13 0 0 0,-8 0 0 0 0,-17-1 0 0 0,-4-3 0 0 0,-12-9-382 0 0,20 8-19018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34.298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81 1 8901 0 0,'-17'21'23801'0'0,"72"-4"-23736"0"0,-26 8-65 0 0,-12 13 0 0 0,-9 8 0 0 0,-29 84-3196 0 0,17-117 2186 0 0,-4-5 1 0 0,3 1-1 0 0,-3 3 0 0 0,0-3 0 0 0,-1-1 0 0 0,1 0 1 0 0,-1 1-1 0 0,1-1 0 0 0,0 1 0 0 0,-1-5 1 0 0,1 4-1 0 0,-5-4 0 0 0,5 5 0 0 0,-5-5 1 0 0,-12 9-1 0 0,25-13 992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35.15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84 0 9721 0 0,'-59'17'13441'0'0,"34"0"-5997"0"0,29 4-4891 0 0,17-5-3787 0 0,-8-7-1064 0 0,4-5-1 0 0,-5 0 0 0 0,5 5 0 0 0,-4-5 1 0 0,3-4-1 0 0,1 4 0 0 0,-4 0 0 0 0,25-4 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35.462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349 1 5208 0 0,'0'0'27262'0'0,"-13"13"-26969"0"0,-75 96-289 0 0,58-80-4 0 0,5 5 0 0 0,-4-1 0 0 0,4 1 0 0 0,-1 4 0 0 0,5-5 0 0 0,0 5 0 0 0,-21 59 0 0 0,30-51 0 0 0,-5 0 0 0 0,21-8 0 0 0,13 0 0 0 0,12-21 0 0 0,5-13 0 0 0,0 0 0 0 0,-5 0 0 0 0,5-4 0 0 0,-1 0 0 0 0,1 0 0 0 0,-5-4 0 0 0,5 0 0 0 0,37-9 0 0 0,51-8 0 0 0,-67 17-1828 0 0,-22 0-5437 0 0,9 0-3504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36.133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30 1 6121 0 0,'-29'21'23116'0'0,"130"-13"-19586"0"0,-34-3-3530 0 0,-21 3 0 0 0,-4-4 0 0 0,-4 0 0 0 0,-4 1-95 0 0,-30-5-759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36.42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329 1 8329 0 0,'-72'8'12719'0'0,"-71"18"-1301"0"0,114-10-11117 0 0,21-3-301 0 0,-1 4 0 0 0,1-5 0 0 0,-1 5 0 0 0,1 0 0 0 0,0 0 0 0 0,3 0 0 0 0,-3-1 0 0 0,4 1 0 0 0,0 0 0 0 0,-1 0 0 0 0,5 0 0 0 0,-4-1 0 0 0,4 5 0 0 0,0-4 0 0 0,0 0 0 0 0,4 25 0 0 0,-4-8 0 0 0,-8 255 7 0 0,8 22-69 0 0,0-302-672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16:36.73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43 4 2984 0 0,'-42'25'29730'0'0,"433"-29"-29668"0"0,520-17-71 0 0,-873 17-1561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33:23.515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30 36 5593 0 0,'-4'-6'6681'0'0,"-15"-23"9305"0"0,18 38-14456 0 0,-4 28-145 0 0,6-19-348 0 0,9 8-990 0 0,0-1 0 0 0,2-1 0 0 0,1 0 0 0 0,0 0 0 0 0,2-1 0 0 0,1-1 0 0 0,1-1 0 0 0,0 0 0 0 0,25 21 0 0 0,12 8-19 0 0,2-3 1 0 0,82 53-1 0 0,-24-33-28 0 0,-89-51 0 0 0,-3-3 0 0 0,-9-7-441 0 0,-11-5-2653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33:23.887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45 1 3152 0 0,'-22'24'11867'0'0,"8"2"-5607"0"0,12-19-5668 0 0,0 0 0 0 0,1 0 0 0 0,-1 1 0 0 0,1-1 0 0 0,1 0 0 0 0,-1 1 0 0 0,1-1 0 0 0,1 0 0 0 0,-1 1 0 0 0,1-1 0 0 0,2 8 0 0 0,21 88 869 0 0,4-2 1 0 0,62 148-1 0 0,-80-225-1461 0 0,1-1 0 0 0,2 0 0 0 0,0 0 0 0 0,27 32 0 0 0,-24-39 0 0 0,33 20-1430 0 0,-38-29-1136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33:24.197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1370 9769 0 0,'0'25'16933'0'0,"8"-37"-15214"0"0,21-41-126 0 0,25-63-1 0 0,1-4-431 0 0,55-75-1161 0 0,176-237 0 0 0,-75 124 0 0 0,-195 283-959 0 0,-4 9-1394 0 0,-1 0-1 0 0,-1-1 1 0 0,-1 0-1 0 0,0-1 1 0 0,9-29 0 0 0,-17 44-2470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33:25.377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38 155 1792 0 0,'-4'1'7674'0'0,"-19"6"-2436"0"0,12-3 265 0 0,19-2 5153 0 0,172-17-9088 0 0,172-5-1350 0 0,515-48-100 0 0,-766 54-3597 0 0,-40 3-4908 0 0,96-29 1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33:25.657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417 1 3648 0 0,'-69'37'12070'0'0,"12"8"-6216"0"0,48-36-5202 0 0,0 1 1 0 0,1 0-1 0 0,0 1 1 0 0,1 0-1 0 0,0 0 1 0 0,1 0-1 0 0,0 1 1 0 0,1 0-1 0 0,-6 20 1 0 0,-5 26-116 0 0,3 1 0 0 0,2 0 1 0 0,-3 62-1 0 0,5 184 1565 0 0,6-135-1683 0 0,-3 68-419 0 0,-45 640 0 0 0,48-856-337 0 0,0 0 1 0 0,-2 1-1 0 0,-13 39 0 0 0,11-51-5185 0 0,-2-5 3026 0 0,6-3 776 0 0,-8 0-2887 0 0,-15-5-52 0 0,19 1-4997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33:26.138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33 0 3408 0 0,'0'0'17063'0'0,"-6"10"-15188"0"0,2-3-1536 0 0,1-2-149 0 0,0-1 0 0 0,0 1 0 0 0,1-1 0 0 0,0 1 0 0 0,0 0-1 0 0,0 0 1 0 0,1 0 0 0 0,-1 0 0 0 0,1 0 0 0 0,0 0 0 0 0,1 0-1 0 0,-1 0 1 0 0,1 0 0 0 0,1 10 0 0 0,22 133 2221 0 0,6-1 1 0 0,71 213-1 0 0,-91-330-2411 0 0,-15-99 0 0 0,2 1 0 0 0,8-99 0 0 0,-2 116 0 0 0,2-1 0 0 0,2 1 0 0 0,2 1 0 0 0,30-97 0 0 0,-17 98 0 0 0,-3 32 0 0 0,-13 14 0 0 0,17-6 0 0 0,-11 7 0 0 0,0 0 0 0 0,0 1 0 0 0,0 0 0 0 0,0 1 0 0 0,0 1 0 0 0,0-1 0 0 0,0 2 0 0 0,0 0 0 0 0,0 0 0 0 0,-1 0 0 0 0,1 2 0 0 0,-1-1 0 0 0,1 1 0 0 0,18 11 0 0 0,-2 0 0 0 0,-1 2 0 0 0,0 0 0 0 0,-1 2 0 0 0,27 26 0 0 0,-39-32 0 0 0,0 0 0 0 0,0 1 0 0 0,-2 0 0 0 0,11 17 0 0 0,-13-8 0 0 0,-2 12 0 0 0,-10 4-102 0 0,0-27-377 0 0,-1-1 0 0 0,0 0 0 0 0,-11 20 0 0 0,3-12-2689 0 0,0 0-1 0 0,-2-1 0 0 0,0-1 0 0 0,0 0 1 0 0,-30 25-1 0 0,11-16-5808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33:26.35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67 1 6873 0 0,'-39'3'10458'0'0,"22"-2"-8401"0"0,11 0 52 0 0,2 0-369 0 0,45-5 6085 0 0,44 2-6551 0 0,-57 1-1912 0 0,-1 2 1 0 0,0 1-1 0 0,1 1 1 0 0,50 13-1 0 0,-66-12-73 0 0,0 1 0 0 0,-1 1 0 0 0,1 0 0 0 0,-1 0-1 0 0,0 1 1 0 0,-1 1 0 0 0,16 13 0 0 0,-21-15-262 0 0,1-1 0 0 0,-1 1 0 0 0,0 0 0 0 0,-1 1 0 0 0,1-1 0 0 0,-1 1 0 0 0,-1 0 0 0 0,1 0 0 0 0,-1 0 0 0 0,0 0 0 0 0,-1 1 0 0 0,0-1 0 0 0,3 16 0 0 0,-4 8-6104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33:26.94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115 65 2000 0 0,'-16'-18'9733'0'0,"-2"3"-4466"0"0,-31-14 1868 0 0,44 27-4071 0 0,2 11-1139 0 0,-3 10-1666 0 0,1 0 1 0 0,1 0-1 0 0,0 1 0 0 0,2-1 1 0 0,0 1-1 0 0,2 36 0 0 0,18 134 1304 0 0,-7-98-1298 0 0,10 102-265 0 0,8-1 0 0 0,77 270 0 0 0,-104-452 0 0 0,-2-7 0 0 0,1-1 0 0 0,-1 0 0 0 0,1 0 0 0 0,0 1 0 0 0,0-1 0 0 0,0 0 0 0 0,0 0 0 0 0,0 0 0 0 0,1 0 0 0 0,0 0 0 0 0,2 3 0 0 0,-4-6-10 0 0,7 11-4431 0 0,-7-11 4328 0 0,0 0 0 0 0,0 0 0 0 0,0 0 0 0 0,0 0-1 0 0,0-1 1 0 0,0 1 0 0 0,0 0 0 0 0,0 0 0 0 0,0 0 0 0 0,0 0 0 0 0,0-1 0 0 0,0 1 0 0 0,0 0-1 0 0,0 0 1 0 0,0 0 0 0 0,1 0 0 0 0,-1 0 0 0 0,0-1 0 0 0,0 1 0 0 0,0 0 0 0 0,0 0 0 0 0,0 0 0 0 0,0 0-1 0 0,0 0 1 0 0,1 0 0 0 0,-1-1 0 0 0,0 1 0 0 0,0 0 0 0 0,0 0 0 0 0,0 0 0 0 0,1 0 0 0 0,-1 0 0 0 0,0 0-1 0 0,0 0 1 0 0,0 0 0 0 0,0 0 0 0 0,1 0 0 0 0,-1 0 0 0 0,0 0 0 0 0,0 0 0 0 0,0 0 0 0 0,0 0-1 0 0,1 0 1 0 0,-1 0 0 0 0,0 0 0 0 0,0 0 0 0 0,0 0 0 0 0,0 0 0 0 0,1 0 0 0 0,-1 0 0 0 0,0 1 0 0 0,0-1-1 0 0,0 0 1 0 0,0 0 0 0 0,0 0 0 0 0,1 0 0 0 0,-1 0 0 0 0,0 0 0 0 0,0 0 0 0 0,0 1 0 0 0,0-4-256 0 0,2-14-1394 0 0,-1-1 1 0 0,-1 0-1 0 0,0 1 1 0 0,-6-32-1 0 0,-11-21-7712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33:27.333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11 728 7745 0 0,'-3'-8'880'0'0,"1"1"0"0"0,0-1 0 0 0,1 0-1 0 0,-1 0 1 0 0,2 0 0 0 0,-1 0 0 0 0,1 0 0 0 0,0 0 0 0 0,1-1 0 0 0,0 1 0 0 0,0 1 0 0 0,1-1 0 0 0,0 0 0 0 0,4-11 0 0 0,-1 9-392 0 0,1-1-1 0 0,0 1 1 0 0,0 0 0 0 0,1 1 0 0 0,0 0 0 0 0,0 0 0 0 0,1 0 0 0 0,0 1-1 0 0,11-8 1 0 0,9-5 109 0 0,1 2 0 0 0,2 1 0 0 0,-1 1 1 0 0,2 2-1 0 0,58-20 0 0 0,398-106 1054 0 0,12 35-41 0 0,-372 80-1509 0 0,68-14-101 0 0,247-19 0 0 0,-416 60 0 0 0,3 5 0 0 0,-28-5 0 0 0,1 0 0 0 0,-1 1 0 0 0,0-1 0 0 0,0 0 0 0 0,0 1 0 0 0,0-1 0 0 0,0 1 0 0 0,-1-1 0 0 0,1 1 0 0 0,3 3 0 0 0,-2 1 0 0 0,0 0 0 0 0,0 0 0 0 0,0 0 0 0 0,-1 0 0 0 0,0 1 0 0 0,0-1 0 0 0,-1 1 0 0 0,0-1 0 0 0,0 1 0 0 0,0-1 0 0 0,-1 1 0 0 0,0 8 0 0 0,-10 88 0 0 0,7-84 0 0 0,-134 566 0 0 0,89-407 0 0 0,-25 91 0 0 0,73-266 3 0 0,-1-1 1 0 0,1 1-1 0 0,-1 0 0 0 0,0 0 1 0 0,0-1-1 0 0,0 1 0 0 0,0 0 0 0 0,0-1 1 0 0,0 1-1 0 0,-1-1 0 0 0,1 0 1 0 0,-1 1-1 0 0,-3 2 0 0 0,0 0-598 0 0,4-3-1260 0 0,-3 4-1618 0 0,-7 2 859 0 0,5-7-1365 0 0,-1-2-3545 0 0,-38-6-2489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31T10:33:27.689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135 89 3624 0 0,'-37'14'10493'0'0,"-21"5"-1815"0"0,22-8-4157 0 0,32-10 1 0 0,258 11-3593 0 0,143-31-929 0 0,120-3 0 0 0,-475 22 0 0 0,-8-1 0 0 0,-9-3-123 0 0,-25 4 88 0 0,0 0 0 0 0,1 0 0 0 0,-1 0 0 0 0,0 0-1 0 0,0 0 1 0 0,1 0 0 0 0,-1 0 0 0 0,0 0 0 0 0,0 0 0 0 0,0 0 0 0 0,1-1 0 0 0,-1 1 0 0 0,0 0 0 0 0,0 0 0 0 0,0 0 0 0 0,1 0 0 0 0,-1-1 0 0 0,0 1 0 0 0,0 0 0 0 0,0 0 0 0 0,0 0 0 0 0,0-1 0 0 0,0 1 0 0 0,1 0 0 0 0,-1 0 0 0 0,0 0 0 0 0,0-1 0 0 0,0 1 0 0 0,0 0 0 0 0,0 0 0 0 0,0-1 0 0 0,0 1 0 0 0,0 0 0 0 0,0 0 0 0 0,0-1 0 0 0,0 1-1 0 0,0 0 1 0 0,0 0 0 0 0,0 0 0 0 0,0-1 0 0 0,0 1 0 0 0,0 0 0 0 0,0 0 0 0 0,-1-1 0 0 0,1 1 0 0 0,0 0 0 0 0,0 0 0 0 0,0 0 0 0 0,0-1 0 0 0,0 1 0 0 0,-1 0 0 0 0,1 0 0 0 0,0 0 0 0 0,0 0 0 0 0,0-1 0 0 0,-1 1 0 0 0,-4-18-2988 0 0,-17-47-11292 0 0,19 58 3766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E6C6F-CBED-40B0-9280-6ADDEADF9DA8}" type="datetimeFigureOut">
              <a:rPr kumimoji="1" lang="ja-JP" altLang="en-US" smtClean="0"/>
              <a:t>2024/12/31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2FDD23-0344-48C7-B944-E72217A60B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50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840480" rtl="0" eaLnBrk="1" latinLnBrk="0" hangingPunct="1">
      <a:defRPr kumimoji="1" sz="5040" kern="1200">
        <a:solidFill>
          <a:schemeClr val="tx1"/>
        </a:solidFill>
        <a:latin typeface="+mn-lt"/>
        <a:ea typeface="+mn-ea"/>
        <a:cs typeface="+mn-cs"/>
      </a:defRPr>
    </a:lvl1pPr>
    <a:lvl2pPr marL="1920240" algn="l" defTabSz="3840480" rtl="0" eaLnBrk="1" latinLnBrk="0" hangingPunct="1">
      <a:defRPr kumimoji="1" sz="5040" kern="1200">
        <a:solidFill>
          <a:schemeClr val="tx1"/>
        </a:solidFill>
        <a:latin typeface="+mn-lt"/>
        <a:ea typeface="+mn-ea"/>
        <a:cs typeface="+mn-cs"/>
      </a:defRPr>
    </a:lvl2pPr>
    <a:lvl3pPr marL="3840480" algn="l" defTabSz="3840480" rtl="0" eaLnBrk="1" latinLnBrk="0" hangingPunct="1">
      <a:defRPr kumimoji="1" sz="5040" kern="1200">
        <a:solidFill>
          <a:schemeClr val="tx1"/>
        </a:solidFill>
        <a:latin typeface="+mn-lt"/>
        <a:ea typeface="+mn-ea"/>
        <a:cs typeface="+mn-cs"/>
      </a:defRPr>
    </a:lvl3pPr>
    <a:lvl4pPr marL="5760720" algn="l" defTabSz="3840480" rtl="0" eaLnBrk="1" latinLnBrk="0" hangingPunct="1">
      <a:defRPr kumimoji="1" sz="5040" kern="1200">
        <a:solidFill>
          <a:schemeClr val="tx1"/>
        </a:solidFill>
        <a:latin typeface="+mn-lt"/>
        <a:ea typeface="+mn-ea"/>
        <a:cs typeface="+mn-cs"/>
      </a:defRPr>
    </a:lvl4pPr>
    <a:lvl5pPr marL="7680960" algn="l" defTabSz="3840480" rtl="0" eaLnBrk="1" latinLnBrk="0" hangingPunct="1">
      <a:defRPr kumimoji="1" sz="5040" kern="1200">
        <a:solidFill>
          <a:schemeClr val="tx1"/>
        </a:solidFill>
        <a:latin typeface="+mn-lt"/>
        <a:ea typeface="+mn-ea"/>
        <a:cs typeface="+mn-cs"/>
      </a:defRPr>
    </a:lvl5pPr>
    <a:lvl6pPr marL="9601200" algn="l" defTabSz="3840480" rtl="0" eaLnBrk="1" latinLnBrk="0" hangingPunct="1">
      <a:defRPr kumimoji="1" sz="5040" kern="1200">
        <a:solidFill>
          <a:schemeClr val="tx1"/>
        </a:solidFill>
        <a:latin typeface="+mn-lt"/>
        <a:ea typeface="+mn-ea"/>
        <a:cs typeface="+mn-cs"/>
      </a:defRPr>
    </a:lvl6pPr>
    <a:lvl7pPr marL="11521440" algn="l" defTabSz="3840480" rtl="0" eaLnBrk="1" latinLnBrk="0" hangingPunct="1">
      <a:defRPr kumimoji="1" sz="5040" kern="1200">
        <a:solidFill>
          <a:schemeClr val="tx1"/>
        </a:solidFill>
        <a:latin typeface="+mn-lt"/>
        <a:ea typeface="+mn-ea"/>
        <a:cs typeface="+mn-cs"/>
      </a:defRPr>
    </a:lvl7pPr>
    <a:lvl8pPr marL="13441680" algn="l" defTabSz="3840480" rtl="0" eaLnBrk="1" latinLnBrk="0" hangingPunct="1">
      <a:defRPr kumimoji="1" sz="5040" kern="1200">
        <a:solidFill>
          <a:schemeClr val="tx1"/>
        </a:solidFill>
        <a:latin typeface="+mn-lt"/>
        <a:ea typeface="+mn-ea"/>
        <a:cs typeface="+mn-cs"/>
      </a:defRPr>
    </a:lvl8pPr>
    <a:lvl9pPr marL="15361920" algn="l" defTabSz="3840480" rtl="0" eaLnBrk="1" latinLnBrk="0" hangingPunct="1">
      <a:defRPr kumimoji="1" sz="50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2FDD23-0344-48C7-B944-E72217A60BBE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5324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0" y="4713925"/>
            <a:ext cx="38404800" cy="10027920"/>
          </a:xfrm>
        </p:spPr>
        <p:txBody>
          <a:bodyPr anchor="b"/>
          <a:lstStyle>
            <a:lvl1pPr algn="ctr">
              <a:defRPr sz="25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0" y="15128560"/>
            <a:ext cx="38404800" cy="6954200"/>
          </a:xfrm>
        </p:spPr>
        <p:txBody>
          <a:bodyPr/>
          <a:lstStyle>
            <a:lvl1pPr marL="0" indent="0" algn="ctr">
              <a:buNone/>
              <a:defRPr sz="10080"/>
            </a:lvl1pPr>
            <a:lvl2pPr marL="1920240" indent="0" algn="ctr">
              <a:buNone/>
              <a:defRPr sz="8400"/>
            </a:lvl2pPr>
            <a:lvl3pPr marL="3840480" indent="0" algn="ctr">
              <a:buNone/>
              <a:defRPr sz="7560"/>
            </a:lvl3pPr>
            <a:lvl4pPr marL="5760720" indent="0" algn="ctr">
              <a:buNone/>
              <a:defRPr sz="6720"/>
            </a:lvl4pPr>
            <a:lvl5pPr marL="7680960" indent="0" algn="ctr">
              <a:buNone/>
              <a:defRPr sz="6720"/>
            </a:lvl5pPr>
            <a:lvl6pPr marL="9601200" indent="0" algn="ctr">
              <a:buNone/>
              <a:defRPr sz="6720"/>
            </a:lvl6pPr>
            <a:lvl7pPr marL="11521440" indent="0" algn="ctr">
              <a:buNone/>
              <a:defRPr sz="6720"/>
            </a:lvl7pPr>
            <a:lvl8pPr marL="13441680" indent="0" algn="ctr">
              <a:buNone/>
              <a:defRPr sz="6720"/>
            </a:lvl8pPr>
            <a:lvl9pPr marL="15361920" indent="0" algn="ctr">
              <a:buNone/>
              <a:defRPr sz="672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120FC-60AA-4A29-B585-53F94A70807E}" type="datetimeFigureOut">
              <a:rPr kumimoji="1" lang="ja-JP" altLang="en-US" smtClean="0"/>
              <a:t>2024/12/31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8C45-48F5-43A5-B454-133DA06CE2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949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120FC-60AA-4A29-B585-53F94A70807E}" type="datetimeFigureOut">
              <a:rPr kumimoji="1" lang="ja-JP" altLang="en-US" smtClean="0"/>
              <a:t>2024/12/31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8C45-48F5-43A5-B454-133DA06CE2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2535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70" y="7180902"/>
            <a:ext cx="44165520" cy="11981495"/>
          </a:xfrm>
        </p:spPr>
        <p:txBody>
          <a:bodyPr anchor="b"/>
          <a:lstStyle>
            <a:lvl1pPr>
              <a:defRPr sz="25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770" y="19275747"/>
            <a:ext cx="44165520" cy="6300785"/>
          </a:xfrm>
        </p:spPr>
        <p:txBody>
          <a:bodyPr/>
          <a:lstStyle>
            <a:lvl1pPr marL="0" indent="0">
              <a:buNone/>
              <a:defRPr sz="10080">
                <a:solidFill>
                  <a:schemeClr val="tx1">
                    <a:tint val="82000"/>
                  </a:schemeClr>
                </a:solidFill>
              </a:defRPr>
            </a:lvl1pPr>
            <a:lvl2pPr marL="1920240" indent="0">
              <a:buNone/>
              <a:defRPr sz="8400">
                <a:solidFill>
                  <a:schemeClr val="tx1">
                    <a:tint val="82000"/>
                  </a:schemeClr>
                </a:solidFill>
              </a:defRPr>
            </a:lvl2pPr>
            <a:lvl3pPr marL="3840480" indent="0">
              <a:buNone/>
              <a:defRPr sz="7560">
                <a:solidFill>
                  <a:schemeClr val="tx1">
                    <a:tint val="82000"/>
                  </a:schemeClr>
                </a:solidFill>
              </a:defRPr>
            </a:lvl3pPr>
            <a:lvl4pPr marL="5760720" indent="0">
              <a:buNone/>
              <a:defRPr sz="6720">
                <a:solidFill>
                  <a:schemeClr val="tx1">
                    <a:tint val="82000"/>
                  </a:schemeClr>
                </a:solidFill>
              </a:defRPr>
            </a:lvl4pPr>
            <a:lvl5pPr marL="7680960" indent="0">
              <a:buNone/>
              <a:defRPr sz="6720">
                <a:solidFill>
                  <a:schemeClr val="tx1">
                    <a:tint val="82000"/>
                  </a:schemeClr>
                </a:solidFill>
              </a:defRPr>
            </a:lvl5pPr>
            <a:lvl6pPr marL="9601200" indent="0">
              <a:buNone/>
              <a:defRPr sz="6720">
                <a:solidFill>
                  <a:schemeClr val="tx1">
                    <a:tint val="82000"/>
                  </a:schemeClr>
                </a:solidFill>
              </a:defRPr>
            </a:lvl6pPr>
            <a:lvl7pPr marL="11521440" indent="0">
              <a:buNone/>
              <a:defRPr sz="6720">
                <a:solidFill>
                  <a:schemeClr val="tx1">
                    <a:tint val="82000"/>
                  </a:schemeClr>
                </a:solidFill>
              </a:defRPr>
            </a:lvl7pPr>
            <a:lvl8pPr marL="13441680" indent="0">
              <a:buNone/>
              <a:defRPr sz="6720">
                <a:solidFill>
                  <a:schemeClr val="tx1">
                    <a:tint val="82000"/>
                  </a:schemeClr>
                </a:solidFill>
              </a:defRPr>
            </a:lvl8pPr>
            <a:lvl9pPr marL="15361920" indent="0">
              <a:buNone/>
              <a:defRPr sz="67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120FC-60AA-4A29-B585-53F94A70807E}" type="datetimeFigureOut">
              <a:rPr kumimoji="1" lang="ja-JP" altLang="en-US" smtClean="0"/>
              <a:t>2024/12/31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8C45-48F5-43A5-B454-133DA06CE2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6437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440" y="7667625"/>
            <a:ext cx="21762720" cy="182756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3240" y="7667625"/>
            <a:ext cx="21762720" cy="182756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120FC-60AA-4A29-B585-53F94A70807E}" type="datetimeFigureOut">
              <a:rPr kumimoji="1" lang="ja-JP" altLang="en-US" smtClean="0"/>
              <a:t>2024/12/31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8C45-48F5-43A5-B454-133DA06CE2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2828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1533527"/>
            <a:ext cx="44165520" cy="556736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112" y="7060885"/>
            <a:ext cx="21662705" cy="3460430"/>
          </a:xfrm>
        </p:spPr>
        <p:txBody>
          <a:bodyPr anchor="b"/>
          <a:lstStyle>
            <a:lvl1pPr marL="0" indent="0">
              <a:buNone/>
              <a:defRPr sz="10080" b="1"/>
            </a:lvl1pPr>
            <a:lvl2pPr marL="1920240" indent="0">
              <a:buNone/>
              <a:defRPr sz="8400" b="1"/>
            </a:lvl2pPr>
            <a:lvl3pPr marL="3840480" indent="0">
              <a:buNone/>
              <a:defRPr sz="7560" b="1"/>
            </a:lvl3pPr>
            <a:lvl4pPr marL="5760720" indent="0">
              <a:buNone/>
              <a:defRPr sz="6720" b="1"/>
            </a:lvl4pPr>
            <a:lvl5pPr marL="7680960" indent="0">
              <a:buNone/>
              <a:defRPr sz="6720" b="1"/>
            </a:lvl5pPr>
            <a:lvl6pPr marL="9601200" indent="0">
              <a:buNone/>
              <a:defRPr sz="6720" b="1"/>
            </a:lvl6pPr>
            <a:lvl7pPr marL="11521440" indent="0">
              <a:buNone/>
              <a:defRPr sz="6720" b="1"/>
            </a:lvl7pPr>
            <a:lvl8pPr marL="13441680" indent="0">
              <a:buNone/>
              <a:defRPr sz="6720" b="1"/>
            </a:lvl8pPr>
            <a:lvl9pPr marL="15361920" indent="0">
              <a:buNone/>
              <a:defRPr sz="672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7112" y="10521315"/>
            <a:ext cx="21662705" cy="1547527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3240" y="7060885"/>
            <a:ext cx="21769390" cy="3460430"/>
          </a:xfrm>
        </p:spPr>
        <p:txBody>
          <a:bodyPr anchor="b"/>
          <a:lstStyle>
            <a:lvl1pPr marL="0" indent="0">
              <a:buNone/>
              <a:defRPr sz="10080" b="1"/>
            </a:lvl1pPr>
            <a:lvl2pPr marL="1920240" indent="0">
              <a:buNone/>
              <a:defRPr sz="8400" b="1"/>
            </a:lvl2pPr>
            <a:lvl3pPr marL="3840480" indent="0">
              <a:buNone/>
              <a:defRPr sz="7560" b="1"/>
            </a:lvl3pPr>
            <a:lvl4pPr marL="5760720" indent="0">
              <a:buNone/>
              <a:defRPr sz="6720" b="1"/>
            </a:lvl4pPr>
            <a:lvl5pPr marL="7680960" indent="0">
              <a:buNone/>
              <a:defRPr sz="6720" b="1"/>
            </a:lvl5pPr>
            <a:lvl6pPr marL="9601200" indent="0">
              <a:buNone/>
              <a:defRPr sz="6720" b="1"/>
            </a:lvl6pPr>
            <a:lvl7pPr marL="11521440" indent="0">
              <a:buNone/>
              <a:defRPr sz="6720" b="1"/>
            </a:lvl7pPr>
            <a:lvl8pPr marL="13441680" indent="0">
              <a:buNone/>
              <a:defRPr sz="6720" b="1"/>
            </a:lvl8pPr>
            <a:lvl9pPr marL="15361920" indent="0">
              <a:buNone/>
              <a:defRPr sz="672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3240" y="10521315"/>
            <a:ext cx="21769390" cy="1547527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120FC-60AA-4A29-B585-53F94A70807E}" type="datetimeFigureOut">
              <a:rPr kumimoji="1" lang="ja-JP" altLang="en-US" smtClean="0"/>
              <a:t>2024/12/31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8C45-48F5-43A5-B454-133DA06CE2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6742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120FC-60AA-4A29-B585-53F94A70807E}" type="datetimeFigureOut">
              <a:rPr kumimoji="1" lang="ja-JP" altLang="en-US" smtClean="0"/>
              <a:t>2024/12/31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8C45-48F5-43A5-B454-133DA06CE2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0222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120FC-60AA-4A29-B585-53F94A70807E}" type="datetimeFigureOut">
              <a:rPr kumimoji="1" lang="ja-JP" altLang="en-US" smtClean="0"/>
              <a:t>2024/12/31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8C45-48F5-43A5-B454-133DA06CE2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5197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2" y="1920240"/>
            <a:ext cx="16515395" cy="6720840"/>
          </a:xfrm>
        </p:spPr>
        <p:txBody>
          <a:bodyPr anchor="b"/>
          <a:lstStyle>
            <a:lvl1pPr>
              <a:defRPr sz="1344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9390" y="4147187"/>
            <a:ext cx="25923240" cy="20469225"/>
          </a:xfrm>
        </p:spPr>
        <p:txBody>
          <a:bodyPr/>
          <a:lstStyle>
            <a:lvl1pPr>
              <a:defRPr sz="13440"/>
            </a:lvl1pPr>
            <a:lvl2pPr>
              <a:defRPr sz="11760"/>
            </a:lvl2pPr>
            <a:lvl3pPr>
              <a:defRPr sz="10080"/>
            </a:lvl3pPr>
            <a:lvl4pPr>
              <a:defRPr sz="8400"/>
            </a:lvl4pPr>
            <a:lvl5pPr>
              <a:defRPr sz="8400"/>
            </a:lvl5pPr>
            <a:lvl6pPr>
              <a:defRPr sz="8400"/>
            </a:lvl6pPr>
            <a:lvl7pPr>
              <a:defRPr sz="8400"/>
            </a:lvl7pPr>
            <a:lvl8pPr>
              <a:defRPr sz="8400"/>
            </a:lvl8pPr>
            <a:lvl9pPr>
              <a:defRPr sz="8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2" y="8641080"/>
            <a:ext cx="16515395" cy="16008670"/>
          </a:xfrm>
        </p:spPr>
        <p:txBody>
          <a:bodyPr/>
          <a:lstStyle>
            <a:lvl1pPr marL="0" indent="0">
              <a:buNone/>
              <a:defRPr sz="6720"/>
            </a:lvl1pPr>
            <a:lvl2pPr marL="1920240" indent="0">
              <a:buNone/>
              <a:defRPr sz="5880"/>
            </a:lvl2pPr>
            <a:lvl3pPr marL="3840480" indent="0">
              <a:buNone/>
              <a:defRPr sz="5040"/>
            </a:lvl3pPr>
            <a:lvl4pPr marL="5760720" indent="0">
              <a:buNone/>
              <a:defRPr sz="4200"/>
            </a:lvl4pPr>
            <a:lvl5pPr marL="7680960" indent="0">
              <a:buNone/>
              <a:defRPr sz="4200"/>
            </a:lvl5pPr>
            <a:lvl6pPr marL="9601200" indent="0">
              <a:buNone/>
              <a:defRPr sz="4200"/>
            </a:lvl6pPr>
            <a:lvl7pPr marL="11521440" indent="0">
              <a:buNone/>
              <a:defRPr sz="4200"/>
            </a:lvl7pPr>
            <a:lvl8pPr marL="13441680" indent="0">
              <a:buNone/>
              <a:defRPr sz="4200"/>
            </a:lvl8pPr>
            <a:lvl9pPr marL="15361920" indent="0">
              <a:buNone/>
              <a:defRPr sz="4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120FC-60AA-4A29-B585-53F94A70807E}" type="datetimeFigureOut">
              <a:rPr kumimoji="1" lang="ja-JP" altLang="en-US" smtClean="0"/>
              <a:t>2024/12/31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8C45-48F5-43A5-B454-133DA06CE2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950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2" y="1920240"/>
            <a:ext cx="16515395" cy="6720840"/>
          </a:xfrm>
        </p:spPr>
        <p:txBody>
          <a:bodyPr anchor="b"/>
          <a:lstStyle>
            <a:lvl1pPr>
              <a:defRPr sz="1344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9390" y="4147187"/>
            <a:ext cx="25923240" cy="20469225"/>
          </a:xfrm>
        </p:spPr>
        <p:txBody>
          <a:bodyPr anchor="t"/>
          <a:lstStyle>
            <a:lvl1pPr marL="0" indent="0">
              <a:buNone/>
              <a:defRPr sz="13440"/>
            </a:lvl1pPr>
            <a:lvl2pPr marL="1920240" indent="0">
              <a:buNone/>
              <a:defRPr sz="11760"/>
            </a:lvl2pPr>
            <a:lvl3pPr marL="3840480" indent="0">
              <a:buNone/>
              <a:defRPr sz="10080"/>
            </a:lvl3pPr>
            <a:lvl4pPr marL="5760720" indent="0">
              <a:buNone/>
              <a:defRPr sz="8400"/>
            </a:lvl4pPr>
            <a:lvl5pPr marL="7680960" indent="0">
              <a:buNone/>
              <a:defRPr sz="8400"/>
            </a:lvl5pPr>
            <a:lvl6pPr marL="9601200" indent="0">
              <a:buNone/>
              <a:defRPr sz="8400"/>
            </a:lvl6pPr>
            <a:lvl7pPr marL="11521440" indent="0">
              <a:buNone/>
              <a:defRPr sz="8400"/>
            </a:lvl7pPr>
            <a:lvl8pPr marL="13441680" indent="0">
              <a:buNone/>
              <a:defRPr sz="8400"/>
            </a:lvl8pPr>
            <a:lvl9pPr marL="15361920" indent="0">
              <a:buNone/>
              <a:defRPr sz="84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2" y="8641080"/>
            <a:ext cx="16515395" cy="16008670"/>
          </a:xfrm>
        </p:spPr>
        <p:txBody>
          <a:bodyPr/>
          <a:lstStyle>
            <a:lvl1pPr marL="0" indent="0">
              <a:buNone/>
              <a:defRPr sz="6720"/>
            </a:lvl1pPr>
            <a:lvl2pPr marL="1920240" indent="0">
              <a:buNone/>
              <a:defRPr sz="5880"/>
            </a:lvl2pPr>
            <a:lvl3pPr marL="3840480" indent="0">
              <a:buNone/>
              <a:defRPr sz="5040"/>
            </a:lvl3pPr>
            <a:lvl4pPr marL="5760720" indent="0">
              <a:buNone/>
              <a:defRPr sz="4200"/>
            </a:lvl4pPr>
            <a:lvl5pPr marL="7680960" indent="0">
              <a:buNone/>
              <a:defRPr sz="4200"/>
            </a:lvl5pPr>
            <a:lvl6pPr marL="9601200" indent="0">
              <a:buNone/>
              <a:defRPr sz="4200"/>
            </a:lvl6pPr>
            <a:lvl7pPr marL="11521440" indent="0">
              <a:buNone/>
              <a:defRPr sz="4200"/>
            </a:lvl7pPr>
            <a:lvl8pPr marL="13441680" indent="0">
              <a:buNone/>
              <a:defRPr sz="4200"/>
            </a:lvl8pPr>
            <a:lvl9pPr marL="15361920" indent="0">
              <a:buNone/>
              <a:defRPr sz="4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120FC-60AA-4A29-B585-53F94A70807E}" type="datetimeFigureOut">
              <a:rPr kumimoji="1" lang="ja-JP" altLang="en-US" smtClean="0"/>
              <a:t>2024/12/31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8C45-48F5-43A5-B454-133DA06CE2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082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120FC-60AA-4A29-B585-53F94A70807E}" type="datetimeFigureOut">
              <a:rPr kumimoji="1" lang="ja-JP" altLang="en-US" smtClean="0"/>
              <a:t>2024/12/31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8C45-48F5-43A5-B454-133DA06CE2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5763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4580" y="1533525"/>
            <a:ext cx="11041380" cy="2440972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440" y="1533525"/>
            <a:ext cx="32484060" cy="2440972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120FC-60AA-4A29-B585-53F94A70807E}" type="datetimeFigureOut">
              <a:rPr kumimoji="1" lang="ja-JP" altLang="en-US" smtClean="0"/>
              <a:t>2024/12/31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78C45-48F5-43A5-B454-133DA06CE2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4104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440" y="1533527"/>
            <a:ext cx="44165520" cy="5567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440" y="7667625"/>
            <a:ext cx="44165520" cy="18275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440" y="26696672"/>
            <a:ext cx="11521440" cy="15335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3120FC-60AA-4A29-B585-53F94A70807E}" type="datetimeFigureOut">
              <a:rPr kumimoji="1" lang="ja-JP" altLang="en-US" smtClean="0"/>
              <a:t>2024/12/31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20" y="26696672"/>
            <a:ext cx="17282160" cy="15335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4520" y="26696672"/>
            <a:ext cx="11521440" cy="15335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D78C45-48F5-43A5-B454-133DA06CE2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9198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840480" rtl="0" eaLnBrk="1" latinLnBrk="0" hangingPunct="1">
        <a:lnSpc>
          <a:spcPct val="90000"/>
        </a:lnSpc>
        <a:spcBef>
          <a:spcPct val="0"/>
        </a:spcBef>
        <a:buNone/>
        <a:defRPr kumimoji="1" sz="184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0120" indent="-960120" algn="l" defTabSz="3840480" rtl="0" eaLnBrk="1" latinLnBrk="0" hangingPunct="1">
        <a:lnSpc>
          <a:spcPct val="90000"/>
        </a:lnSpc>
        <a:spcBef>
          <a:spcPts val="4200"/>
        </a:spcBef>
        <a:buFont typeface="Arial" panose="020B0604020202020204" pitchFamily="34" charset="0"/>
        <a:buChar char="•"/>
        <a:defRPr kumimoji="1" sz="11760" kern="1200">
          <a:solidFill>
            <a:schemeClr val="tx1"/>
          </a:solidFill>
          <a:latin typeface="+mn-lt"/>
          <a:ea typeface="+mn-ea"/>
          <a:cs typeface="+mn-cs"/>
        </a:defRPr>
      </a:lvl1pPr>
      <a:lvl2pPr marL="288036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kumimoji="1" sz="10080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kumimoji="1" sz="8400" kern="1200">
          <a:solidFill>
            <a:schemeClr val="tx1"/>
          </a:solidFill>
          <a:latin typeface="+mn-lt"/>
          <a:ea typeface="+mn-ea"/>
          <a:cs typeface="+mn-cs"/>
        </a:defRPr>
      </a:lvl3pPr>
      <a:lvl4pPr marL="672084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kumimoji="1" sz="756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kumimoji="1" sz="7560" kern="1200">
          <a:solidFill>
            <a:schemeClr val="tx1"/>
          </a:solidFill>
          <a:latin typeface="+mn-lt"/>
          <a:ea typeface="+mn-ea"/>
          <a:cs typeface="+mn-cs"/>
        </a:defRPr>
      </a:lvl5pPr>
      <a:lvl6pPr marL="1056132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kumimoji="1" sz="7560" kern="1200">
          <a:solidFill>
            <a:schemeClr val="tx1"/>
          </a:solidFill>
          <a:latin typeface="+mn-lt"/>
          <a:ea typeface="+mn-ea"/>
          <a:cs typeface="+mn-cs"/>
        </a:defRPr>
      </a:lvl6pPr>
      <a:lvl7pPr marL="1248156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kumimoji="1" sz="7560" kern="1200">
          <a:solidFill>
            <a:schemeClr val="tx1"/>
          </a:solidFill>
          <a:latin typeface="+mn-lt"/>
          <a:ea typeface="+mn-ea"/>
          <a:cs typeface="+mn-cs"/>
        </a:defRPr>
      </a:lvl7pPr>
      <a:lvl8pPr marL="1440180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kumimoji="1" sz="7560" kern="1200">
          <a:solidFill>
            <a:schemeClr val="tx1"/>
          </a:solidFill>
          <a:latin typeface="+mn-lt"/>
          <a:ea typeface="+mn-ea"/>
          <a:cs typeface="+mn-cs"/>
        </a:defRPr>
      </a:lvl8pPr>
      <a:lvl9pPr marL="1632204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kumimoji="1" sz="7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40480" rtl="0" eaLnBrk="1" latinLnBrk="0" hangingPunct="1">
        <a:defRPr kumimoji="1" sz="7560" kern="1200">
          <a:solidFill>
            <a:schemeClr val="tx1"/>
          </a:solidFill>
          <a:latin typeface="+mn-lt"/>
          <a:ea typeface="+mn-ea"/>
          <a:cs typeface="+mn-cs"/>
        </a:defRPr>
      </a:lvl1pPr>
      <a:lvl2pPr marL="1920240" algn="l" defTabSz="3840480" rtl="0" eaLnBrk="1" latinLnBrk="0" hangingPunct="1">
        <a:defRPr kumimoji="1" sz="7560" kern="1200">
          <a:solidFill>
            <a:schemeClr val="tx1"/>
          </a:solidFill>
          <a:latin typeface="+mn-lt"/>
          <a:ea typeface="+mn-ea"/>
          <a:cs typeface="+mn-cs"/>
        </a:defRPr>
      </a:lvl2pPr>
      <a:lvl3pPr marL="3840480" algn="l" defTabSz="3840480" rtl="0" eaLnBrk="1" latinLnBrk="0" hangingPunct="1">
        <a:defRPr kumimoji="1" sz="756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algn="l" defTabSz="3840480" rtl="0" eaLnBrk="1" latinLnBrk="0" hangingPunct="1">
        <a:defRPr kumimoji="1" sz="7560" kern="1200">
          <a:solidFill>
            <a:schemeClr val="tx1"/>
          </a:solidFill>
          <a:latin typeface="+mn-lt"/>
          <a:ea typeface="+mn-ea"/>
          <a:cs typeface="+mn-cs"/>
        </a:defRPr>
      </a:lvl4pPr>
      <a:lvl5pPr marL="7680960" algn="l" defTabSz="3840480" rtl="0" eaLnBrk="1" latinLnBrk="0" hangingPunct="1">
        <a:defRPr kumimoji="1" sz="7560" kern="1200">
          <a:solidFill>
            <a:schemeClr val="tx1"/>
          </a:solidFill>
          <a:latin typeface="+mn-lt"/>
          <a:ea typeface="+mn-ea"/>
          <a:cs typeface="+mn-cs"/>
        </a:defRPr>
      </a:lvl5pPr>
      <a:lvl6pPr marL="9601200" algn="l" defTabSz="3840480" rtl="0" eaLnBrk="1" latinLnBrk="0" hangingPunct="1">
        <a:defRPr kumimoji="1" sz="7560" kern="1200">
          <a:solidFill>
            <a:schemeClr val="tx1"/>
          </a:solidFill>
          <a:latin typeface="+mn-lt"/>
          <a:ea typeface="+mn-ea"/>
          <a:cs typeface="+mn-cs"/>
        </a:defRPr>
      </a:lvl6pPr>
      <a:lvl7pPr marL="11521440" algn="l" defTabSz="3840480" rtl="0" eaLnBrk="1" latinLnBrk="0" hangingPunct="1">
        <a:defRPr kumimoji="1" sz="7560" kern="1200">
          <a:solidFill>
            <a:schemeClr val="tx1"/>
          </a:solidFill>
          <a:latin typeface="+mn-lt"/>
          <a:ea typeface="+mn-ea"/>
          <a:cs typeface="+mn-cs"/>
        </a:defRPr>
      </a:lvl7pPr>
      <a:lvl8pPr marL="13441680" algn="l" defTabSz="3840480" rtl="0" eaLnBrk="1" latinLnBrk="0" hangingPunct="1">
        <a:defRPr kumimoji="1" sz="7560" kern="1200">
          <a:solidFill>
            <a:schemeClr val="tx1"/>
          </a:solidFill>
          <a:latin typeface="+mn-lt"/>
          <a:ea typeface="+mn-ea"/>
          <a:cs typeface="+mn-cs"/>
        </a:defRPr>
      </a:lvl8pPr>
      <a:lvl9pPr marL="15361920" algn="l" defTabSz="3840480" rtl="0" eaLnBrk="1" latinLnBrk="0" hangingPunct="1">
        <a:defRPr kumimoji="1" sz="7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7.png"/><Relationship Id="rId299" Type="http://schemas.openxmlformats.org/officeDocument/2006/relationships/image" Target="../media/image148.png"/><Relationship Id="rId21" Type="http://schemas.openxmlformats.org/officeDocument/2006/relationships/image" Target="../media/image9.png"/><Relationship Id="rId63" Type="http://schemas.openxmlformats.org/officeDocument/2006/relationships/image" Target="../media/image30.png"/><Relationship Id="rId159" Type="http://schemas.openxmlformats.org/officeDocument/2006/relationships/image" Target="../media/image78.png"/><Relationship Id="rId324" Type="http://schemas.openxmlformats.org/officeDocument/2006/relationships/customXml" Target="../ink/ink160.xml"/><Relationship Id="rId366" Type="http://schemas.openxmlformats.org/officeDocument/2006/relationships/customXml" Target="../ink/ink181.xml"/><Relationship Id="rId170" Type="http://schemas.openxmlformats.org/officeDocument/2006/relationships/customXml" Target="../ink/ink83.xml"/><Relationship Id="rId226" Type="http://schemas.openxmlformats.org/officeDocument/2006/relationships/customXml" Target="../ink/ink111.xml"/><Relationship Id="rId268" Type="http://schemas.openxmlformats.org/officeDocument/2006/relationships/customXml" Target="../ink/ink132.xml"/><Relationship Id="rId32" Type="http://schemas.openxmlformats.org/officeDocument/2006/relationships/customXml" Target="../ink/ink14.xml"/><Relationship Id="rId74" Type="http://schemas.openxmlformats.org/officeDocument/2006/relationships/customXml" Target="../ink/ink35.xml"/><Relationship Id="rId128" Type="http://schemas.openxmlformats.org/officeDocument/2006/relationships/customXml" Target="../ink/ink62.xml"/><Relationship Id="rId335" Type="http://schemas.openxmlformats.org/officeDocument/2006/relationships/image" Target="../media/image166.png"/><Relationship Id="rId377" Type="http://schemas.openxmlformats.org/officeDocument/2006/relationships/image" Target="../media/image187.png"/><Relationship Id="rId5" Type="http://schemas.openxmlformats.org/officeDocument/2006/relationships/customXml" Target="../ink/ink1.xml"/><Relationship Id="rId181" Type="http://schemas.openxmlformats.org/officeDocument/2006/relationships/image" Target="../media/image89.png"/><Relationship Id="rId237" Type="http://schemas.openxmlformats.org/officeDocument/2006/relationships/image" Target="../media/image117.png"/><Relationship Id="rId402" Type="http://schemas.openxmlformats.org/officeDocument/2006/relationships/customXml" Target="../ink/ink199.xml"/><Relationship Id="rId279" Type="http://schemas.openxmlformats.org/officeDocument/2006/relationships/image" Target="../media/image138.png"/><Relationship Id="rId43" Type="http://schemas.openxmlformats.org/officeDocument/2006/relationships/image" Target="../media/image20.png"/><Relationship Id="rId139" Type="http://schemas.openxmlformats.org/officeDocument/2006/relationships/image" Target="../media/image68.png"/><Relationship Id="rId290" Type="http://schemas.openxmlformats.org/officeDocument/2006/relationships/customXml" Target="../ink/ink143.xml"/><Relationship Id="rId304" Type="http://schemas.openxmlformats.org/officeDocument/2006/relationships/customXml" Target="../ink/ink150.xml"/><Relationship Id="rId346" Type="http://schemas.openxmlformats.org/officeDocument/2006/relationships/customXml" Target="../ink/ink171.xml"/><Relationship Id="rId388" Type="http://schemas.openxmlformats.org/officeDocument/2006/relationships/customXml" Target="../ink/ink192.xml"/><Relationship Id="rId85" Type="http://schemas.openxmlformats.org/officeDocument/2006/relationships/image" Target="../media/image41.png"/><Relationship Id="rId150" Type="http://schemas.openxmlformats.org/officeDocument/2006/relationships/customXml" Target="../ink/ink73.xml"/><Relationship Id="rId192" Type="http://schemas.openxmlformats.org/officeDocument/2006/relationships/customXml" Target="../ink/ink94.xml"/><Relationship Id="rId206" Type="http://schemas.openxmlformats.org/officeDocument/2006/relationships/customXml" Target="../ink/ink101.xml"/><Relationship Id="rId413" Type="http://schemas.openxmlformats.org/officeDocument/2006/relationships/image" Target="../media/image205.png"/><Relationship Id="rId248" Type="http://schemas.openxmlformats.org/officeDocument/2006/relationships/customXml" Target="../ink/ink122.xml"/><Relationship Id="rId12" Type="http://schemas.openxmlformats.org/officeDocument/2006/relationships/customXml" Target="../ink/ink4.xml"/><Relationship Id="rId108" Type="http://schemas.openxmlformats.org/officeDocument/2006/relationships/customXml" Target="../ink/ink52.xml"/><Relationship Id="rId315" Type="http://schemas.openxmlformats.org/officeDocument/2006/relationships/image" Target="../media/image156.png"/><Relationship Id="rId357" Type="http://schemas.openxmlformats.org/officeDocument/2006/relationships/image" Target="../media/image177.png"/><Relationship Id="rId54" Type="http://schemas.openxmlformats.org/officeDocument/2006/relationships/customXml" Target="../ink/ink25.xml"/><Relationship Id="rId96" Type="http://schemas.openxmlformats.org/officeDocument/2006/relationships/customXml" Target="../ink/ink46.xml"/><Relationship Id="rId161" Type="http://schemas.openxmlformats.org/officeDocument/2006/relationships/image" Target="../media/image79.png"/><Relationship Id="rId217" Type="http://schemas.openxmlformats.org/officeDocument/2006/relationships/image" Target="../media/image107.png"/><Relationship Id="rId399" Type="http://schemas.openxmlformats.org/officeDocument/2006/relationships/image" Target="../media/image198.png"/><Relationship Id="rId259" Type="http://schemas.openxmlformats.org/officeDocument/2006/relationships/image" Target="../media/image128.png"/><Relationship Id="rId23" Type="http://schemas.openxmlformats.org/officeDocument/2006/relationships/image" Target="../media/image10.png"/><Relationship Id="rId119" Type="http://schemas.openxmlformats.org/officeDocument/2006/relationships/image" Target="../media/image58.png"/><Relationship Id="rId270" Type="http://schemas.openxmlformats.org/officeDocument/2006/relationships/customXml" Target="../ink/ink133.xml"/><Relationship Id="rId326" Type="http://schemas.openxmlformats.org/officeDocument/2006/relationships/customXml" Target="../ink/ink161.xml"/><Relationship Id="rId65" Type="http://schemas.openxmlformats.org/officeDocument/2006/relationships/image" Target="../media/image31.png"/><Relationship Id="rId130" Type="http://schemas.openxmlformats.org/officeDocument/2006/relationships/customXml" Target="../ink/ink63.xml"/><Relationship Id="rId368" Type="http://schemas.openxmlformats.org/officeDocument/2006/relationships/customXml" Target="../ink/ink182.xml"/><Relationship Id="rId172" Type="http://schemas.openxmlformats.org/officeDocument/2006/relationships/customXml" Target="../ink/ink84.xml"/><Relationship Id="rId228" Type="http://schemas.openxmlformats.org/officeDocument/2006/relationships/customXml" Target="../ink/ink112.xml"/><Relationship Id="rId281" Type="http://schemas.openxmlformats.org/officeDocument/2006/relationships/image" Target="../media/image139.png"/><Relationship Id="rId337" Type="http://schemas.openxmlformats.org/officeDocument/2006/relationships/image" Target="../media/image167.png"/><Relationship Id="rId34" Type="http://schemas.openxmlformats.org/officeDocument/2006/relationships/customXml" Target="../ink/ink15.xml"/><Relationship Id="rId76" Type="http://schemas.openxmlformats.org/officeDocument/2006/relationships/customXml" Target="../ink/ink36.xml"/><Relationship Id="rId141" Type="http://schemas.openxmlformats.org/officeDocument/2006/relationships/image" Target="../media/image69.png"/><Relationship Id="rId379" Type="http://schemas.openxmlformats.org/officeDocument/2006/relationships/image" Target="../media/image188.png"/><Relationship Id="rId7" Type="http://schemas.openxmlformats.org/officeDocument/2006/relationships/image" Target="../media/image3.png"/><Relationship Id="rId183" Type="http://schemas.openxmlformats.org/officeDocument/2006/relationships/image" Target="../media/image90.png"/><Relationship Id="rId239" Type="http://schemas.openxmlformats.org/officeDocument/2006/relationships/image" Target="../media/image118.png"/><Relationship Id="rId390" Type="http://schemas.openxmlformats.org/officeDocument/2006/relationships/customXml" Target="../ink/ink193.xml"/><Relationship Id="rId404" Type="http://schemas.openxmlformats.org/officeDocument/2006/relationships/customXml" Target="../ink/ink200.xml"/><Relationship Id="rId250" Type="http://schemas.openxmlformats.org/officeDocument/2006/relationships/customXml" Target="../ink/ink123.xml"/><Relationship Id="rId292" Type="http://schemas.openxmlformats.org/officeDocument/2006/relationships/customXml" Target="../ink/ink144.xml"/><Relationship Id="rId306" Type="http://schemas.openxmlformats.org/officeDocument/2006/relationships/customXml" Target="../ink/ink151.xml"/><Relationship Id="rId45" Type="http://schemas.openxmlformats.org/officeDocument/2006/relationships/image" Target="../media/image21.png"/><Relationship Id="rId87" Type="http://schemas.openxmlformats.org/officeDocument/2006/relationships/image" Target="../media/image42.png"/><Relationship Id="rId110" Type="http://schemas.openxmlformats.org/officeDocument/2006/relationships/customXml" Target="../ink/ink53.xml"/><Relationship Id="rId348" Type="http://schemas.openxmlformats.org/officeDocument/2006/relationships/customXml" Target="../ink/ink172.xml"/><Relationship Id="rId152" Type="http://schemas.openxmlformats.org/officeDocument/2006/relationships/customXml" Target="../ink/ink74.xml"/><Relationship Id="rId194" Type="http://schemas.openxmlformats.org/officeDocument/2006/relationships/customXml" Target="../ink/ink95.xml"/><Relationship Id="rId208" Type="http://schemas.openxmlformats.org/officeDocument/2006/relationships/customXml" Target="../ink/ink102.xml"/><Relationship Id="rId415" Type="http://schemas.openxmlformats.org/officeDocument/2006/relationships/image" Target="../media/image206.png"/><Relationship Id="rId261" Type="http://schemas.openxmlformats.org/officeDocument/2006/relationships/image" Target="../media/image129.png"/><Relationship Id="rId14" Type="http://schemas.openxmlformats.org/officeDocument/2006/relationships/customXml" Target="../ink/ink5.xml"/><Relationship Id="rId56" Type="http://schemas.openxmlformats.org/officeDocument/2006/relationships/customXml" Target="../ink/ink26.xml"/><Relationship Id="rId317" Type="http://schemas.openxmlformats.org/officeDocument/2006/relationships/image" Target="../media/image157.png"/><Relationship Id="rId359" Type="http://schemas.openxmlformats.org/officeDocument/2006/relationships/image" Target="../media/image178.png"/><Relationship Id="rId98" Type="http://schemas.openxmlformats.org/officeDocument/2006/relationships/customXml" Target="../ink/ink47.xml"/><Relationship Id="rId121" Type="http://schemas.openxmlformats.org/officeDocument/2006/relationships/image" Target="../media/image59.png"/><Relationship Id="rId163" Type="http://schemas.openxmlformats.org/officeDocument/2006/relationships/image" Target="../media/image80.png"/><Relationship Id="rId219" Type="http://schemas.openxmlformats.org/officeDocument/2006/relationships/image" Target="../media/image108.png"/><Relationship Id="rId370" Type="http://schemas.openxmlformats.org/officeDocument/2006/relationships/customXml" Target="../ink/ink183.xml"/><Relationship Id="rId230" Type="http://schemas.openxmlformats.org/officeDocument/2006/relationships/customXml" Target="../ink/ink113.xml"/><Relationship Id="rId25" Type="http://schemas.openxmlformats.org/officeDocument/2006/relationships/image" Target="../media/image11.png"/><Relationship Id="rId67" Type="http://schemas.openxmlformats.org/officeDocument/2006/relationships/image" Target="../media/image32.png"/><Relationship Id="rId272" Type="http://schemas.openxmlformats.org/officeDocument/2006/relationships/customXml" Target="../ink/ink134.xml"/><Relationship Id="rId328" Type="http://schemas.openxmlformats.org/officeDocument/2006/relationships/customXml" Target="../ink/ink162.xml"/><Relationship Id="rId132" Type="http://schemas.openxmlformats.org/officeDocument/2006/relationships/customXml" Target="../ink/ink64.xml"/><Relationship Id="rId174" Type="http://schemas.openxmlformats.org/officeDocument/2006/relationships/customXml" Target="../ink/ink85.xml"/><Relationship Id="rId381" Type="http://schemas.openxmlformats.org/officeDocument/2006/relationships/image" Target="../media/image189.png"/><Relationship Id="rId241" Type="http://schemas.openxmlformats.org/officeDocument/2006/relationships/image" Target="../media/image119.png"/><Relationship Id="rId36" Type="http://schemas.openxmlformats.org/officeDocument/2006/relationships/customXml" Target="../ink/ink16.xml"/><Relationship Id="rId283" Type="http://schemas.openxmlformats.org/officeDocument/2006/relationships/image" Target="../media/image140.png"/><Relationship Id="rId339" Type="http://schemas.openxmlformats.org/officeDocument/2006/relationships/image" Target="../media/image168.png"/><Relationship Id="rId78" Type="http://schemas.openxmlformats.org/officeDocument/2006/relationships/customXml" Target="../ink/ink37.xml"/><Relationship Id="rId101" Type="http://schemas.openxmlformats.org/officeDocument/2006/relationships/image" Target="../media/image49.png"/><Relationship Id="rId143" Type="http://schemas.openxmlformats.org/officeDocument/2006/relationships/image" Target="../media/image70.png"/><Relationship Id="rId185" Type="http://schemas.openxmlformats.org/officeDocument/2006/relationships/image" Target="../media/image91.png"/><Relationship Id="rId350" Type="http://schemas.openxmlformats.org/officeDocument/2006/relationships/customXml" Target="../ink/ink173.xml"/><Relationship Id="rId406" Type="http://schemas.openxmlformats.org/officeDocument/2006/relationships/customXml" Target="../ink/ink201.xml"/><Relationship Id="rId9" Type="http://schemas.openxmlformats.org/officeDocument/2006/relationships/image" Target="../media/image310.png"/><Relationship Id="rId210" Type="http://schemas.openxmlformats.org/officeDocument/2006/relationships/customXml" Target="../ink/ink103.xml"/><Relationship Id="rId392" Type="http://schemas.openxmlformats.org/officeDocument/2006/relationships/customXml" Target="../ink/ink194.xml"/><Relationship Id="rId252" Type="http://schemas.openxmlformats.org/officeDocument/2006/relationships/customXml" Target="../ink/ink124.xml"/><Relationship Id="rId294" Type="http://schemas.openxmlformats.org/officeDocument/2006/relationships/customXml" Target="../ink/ink145.xml"/><Relationship Id="rId308" Type="http://schemas.openxmlformats.org/officeDocument/2006/relationships/customXml" Target="../ink/ink152.xml"/><Relationship Id="rId47" Type="http://schemas.openxmlformats.org/officeDocument/2006/relationships/image" Target="../media/image22.png"/><Relationship Id="rId89" Type="http://schemas.openxmlformats.org/officeDocument/2006/relationships/image" Target="../media/image43.png"/><Relationship Id="rId112" Type="http://schemas.openxmlformats.org/officeDocument/2006/relationships/customXml" Target="../ink/ink54.xml"/><Relationship Id="rId154" Type="http://schemas.openxmlformats.org/officeDocument/2006/relationships/customXml" Target="../ink/ink75.xml"/><Relationship Id="rId361" Type="http://schemas.openxmlformats.org/officeDocument/2006/relationships/image" Target="../media/image179.png"/><Relationship Id="rId196" Type="http://schemas.openxmlformats.org/officeDocument/2006/relationships/customXml" Target="../ink/ink96.xml"/><Relationship Id="rId417" Type="http://schemas.openxmlformats.org/officeDocument/2006/relationships/image" Target="../media/image207.png"/><Relationship Id="rId16" Type="http://schemas.openxmlformats.org/officeDocument/2006/relationships/customXml" Target="../ink/ink6.xml"/><Relationship Id="rId221" Type="http://schemas.openxmlformats.org/officeDocument/2006/relationships/image" Target="../media/image109.png"/><Relationship Id="rId263" Type="http://schemas.openxmlformats.org/officeDocument/2006/relationships/image" Target="../media/image130.png"/><Relationship Id="rId319" Type="http://schemas.openxmlformats.org/officeDocument/2006/relationships/image" Target="../media/image158.png"/><Relationship Id="rId58" Type="http://schemas.openxmlformats.org/officeDocument/2006/relationships/customXml" Target="../ink/ink27.xml"/><Relationship Id="rId123" Type="http://schemas.openxmlformats.org/officeDocument/2006/relationships/image" Target="../media/image60.png"/><Relationship Id="rId330" Type="http://schemas.openxmlformats.org/officeDocument/2006/relationships/customXml" Target="../ink/ink163.xml"/><Relationship Id="rId165" Type="http://schemas.openxmlformats.org/officeDocument/2006/relationships/image" Target="../media/image81.png"/><Relationship Id="rId372" Type="http://schemas.openxmlformats.org/officeDocument/2006/relationships/customXml" Target="../ink/ink184.xml"/><Relationship Id="rId232" Type="http://schemas.openxmlformats.org/officeDocument/2006/relationships/customXml" Target="../ink/ink114.xml"/><Relationship Id="rId274" Type="http://schemas.openxmlformats.org/officeDocument/2006/relationships/customXml" Target="../ink/ink135.xml"/><Relationship Id="rId27" Type="http://schemas.openxmlformats.org/officeDocument/2006/relationships/image" Target="../media/image12.png"/><Relationship Id="rId69" Type="http://schemas.openxmlformats.org/officeDocument/2006/relationships/image" Target="../media/image33.png"/><Relationship Id="rId134" Type="http://schemas.openxmlformats.org/officeDocument/2006/relationships/customXml" Target="../ink/ink65.xml"/><Relationship Id="rId80" Type="http://schemas.openxmlformats.org/officeDocument/2006/relationships/customXml" Target="../ink/ink38.xml"/><Relationship Id="rId176" Type="http://schemas.openxmlformats.org/officeDocument/2006/relationships/customXml" Target="../ink/ink86.xml"/><Relationship Id="rId341" Type="http://schemas.openxmlformats.org/officeDocument/2006/relationships/image" Target="../media/image169.png"/><Relationship Id="rId383" Type="http://schemas.openxmlformats.org/officeDocument/2006/relationships/image" Target="../media/image190.png"/><Relationship Id="rId201" Type="http://schemas.openxmlformats.org/officeDocument/2006/relationships/image" Target="../media/image99.png"/><Relationship Id="rId222" Type="http://schemas.openxmlformats.org/officeDocument/2006/relationships/customXml" Target="../ink/ink109.xml"/><Relationship Id="rId243" Type="http://schemas.openxmlformats.org/officeDocument/2006/relationships/image" Target="../media/image120.png"/><Relationship Id="rId264" Type="http://schemas.openxmlformats.org/officeDocument/2006/relationships/customXml" Target="../ink/ink130.xml"/><Relationship Id="rId285" Type="http://schemas.openxmlformats.org/officeDocument/2006/relationships/image" Target="../media/image141.png"/><Relationship Id="rId17" Type="http://schemas.openxmlformats.org/officeDocument/2006/relationships/image" Target="../media/image7.png"/><Relationship Id="rId38" Type="http://schemas.openxmlformats.org/officeDocument/2006/relationships/customXml" Target="../ink/ink17.xml"/><Relationship Id="rId59" Type="http://schemas.openxmlformats.org/officeDocument/2006/relationships/image" Target="../media/image28.png"/><Relationship Id="rId103" Type="http://schemas.openxmlformats.org/officeDocument/2006/relationships/image" Target="../media/image50.png"/><Relationship Id="rId124" Type="http://schemas.openxmlformats.org/officeDocument/2006/relationships/customXml" Target="../ink/ink60.xml"/><Relationship Id="rId310" Type="http://schemas.openxmlformats.org/officeDocument/2006/relationships/customXml" Target="../ink/ink153.xml"/><Relationship Id="rId70" Type="http://schemas.openxmlformats.org/officeDocument/2006/relationships/customXml" Target="../ink/ink33.xml"/><Relationship Id="rId91" Type="http://schemas.openxmlformats.org/officeDocument/2006/relationships/image" Target="../media/image44.png"/><Relationship Id="rId145" Type="http://schemas.openxmlformats.org/officeDocument/2006/relationships/image" Target="../media/image71.png"/><Relationship Id="rId166" Type="http://schemas.openxmlformats.org/officeDocument/2006/relationships/customXml" Target="../ink/ink81.xml"/><Relationship Id="rId187" Type="http://schemas.openxmlformats.org/officeDocument/2006/relationships/image" Target="../media/image92.png"/><Relationship Id="rId331" Type="http://schemas.openxmlformats.org/officeDocument/2006/relationships/image" Target="../media/image164.png"/><Relationship Id="rId352" Type="http://schemas.openxmlformats.org/officeDocument/2006/relationships/customXml" Target="../ink/ink174.xml"/><Relationship Id="rId373" Type="http://schemas.openxmlformats.org/officeDocument/2006/relationships/image" Target="../media/image185.png"/><Relationship Id="rId394" Type="http://schemas.openxmlformats.org/officeDocument/2006/relationships/customXml" Target="../ink/ink195.xml"/><Relationship Id="rId408" Type="http://schemas.openxmlformats.org/officeDocument/2006/relationships/customXml" Target="../ink/ink202.xml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104.xml"/><Relationship Id="rId233" Type="http://schemas.openxmlformats.org/officeDocument/2006/relationships/image" Target="../media/image115.png"/><Relationship Id="rId254" Type="http://schemas.openxmlformats.org/officeDocument/2006/relationships/customXml" Target="../ink/ink125.xml"/><Relationship Id="rId28" Type="http://schemas.openxmlformats.org/officeDocument/2006/relationships/customXml" Target="../ink/ink12.xml"/><Relationship Id="rId49" Type="http://schemas.openxmlformats.org/officeDocument/2006/relationships/image" Target="../media/image23.png"/><Relationship Id="rId114" Type="http://schemas.openxmlformats.org/officeDocument/2006/relationships/customXml" Target="../ink/ink55.xml"/><Relationship Id="rId275" Type="http://schemas.openxmlformats.org/officeDocument/2006/relationships/image" Target="../media/image136.png"/><Relationship Id="rId296" Type="http://schemas.openxmlformats.org/officeDocument/2006/relationships/customXml" Target="../ink/ink146.xml"/><Relationship Id="rId300" Type="http://schemas.openxmlformats.org/officeDocument/2006/relationships/customXml" Target="../ink/ink148.xml"/><Relationship Id="rId60" Type="http://schemas.openxmlformats.org/officeDocument/2006/relationships/customXml" Target="../ink/ink28.xml"/><Relationship Id="rId81" Type="http://schemas.openxmlformats.org/officeDocument/2006/relationships/image" Target="../media/image39.png"/><Relationship Id="rId135" Type="http://schemas.openxmlformats.org/officeDocument/2006/relationships/image" Target="../media/image66.png"/><Relationship Id="rId156" Type="http://schemas.openxmlformats.org/officeDocument/2006/relationships/customXml" Target="../ink/ink76.xml"/><Relationship Id="rId177" Type="http://schemas.openxmlformats.org/officeDocument/2006/relationships/image" Target="../media/image87.png"/><Relationship Id="rId198" Type="http://schemas.openxmlformats.org/officeDocument/2006/relationships/customXml" Target="../ink/ink97.xml"/><Relationship Id="rId321" Type="http://schemas.openxmlformats.org/officeDocument/2006/relationships/image" Target="../media/image159.png"/><Relationship Id="rId342" Type="http://schemas.openxmlformats.org/officeDocument/2006/relationships/customXml" Target="../ink/ink169.xml"/><Relationship Id="rId363" Type="http://schemas.openxmlformats.org/officeDocument/2006/relationships/image" Target="../media/image180.png"/><Relationship Id="rId384" Type="http://schemas.openxmlformats.org/officeDocument/2006/relationships/customXml" Target="../ink/ink190.xml"/><Relationship Id="rId419" Type="http://schemas.openxmlformats.org/officeDocument/2006/relationships/image" Target="../media/image208.png"/><Relationship Id="rId202" Type="http://schemas.openxmlformats.org/officeDocument/2006/relationships/customXml" Target="../ink/ink99.xml"/><Relationship Id="rId223" Type="http://schemas.openxmlformats.org/officeDocument/2006/relationships/image" Target="../media/image110.png"/><Relationship Id="rId244" Type="http://schemas.openxmlformats.org/officeDocument/2006/relationships/customXml" Target="../ink/ink120.xml"/><Relationship Id="rId18" Type="http://schemas.openxmlformats.org/officeDocument/2006/relationships/customXml" Target="../ink/ink7.xml"/><Relationship Id="rId39" Type="http://schemas.openxmlformats.org/officeDocument/2006/relationships/image" Target="../media/image18.png"/><Relationship Id="rId265" Type="http://schemas.openxmlformats.org/officeDocument/2006/relationships/image" Target="../media/image131.png"/><Relationship Id="rId286" Type="http://schemas.openxmlformats.org/officeDocument/2006/relationships/customXml" Target="../ink/ink141.xml"/><Relationship Id="rId50" Type="http://schemas.openxmlformats.org/officeDocument/2006/relationships/customXml" Target="../ink/ink23.xml"/><Relationship Id="rId104" Type="http://schemas.openxmlformats.org/officeDocument/2006/relationships/customXml" Target="../ink/ink50.xml"/><Relationship Id="rId125" Type="http://schemas.openxmlformats.org/officeDocument/2006/relationships/image" Target="../media/image61.png"/><Relationship Id="rId146" Type="http://schemas.openxmlformats.org/officeDocument/2006/relationships/customXml" Target="../ink/ink71.xml"/><Relationship Id="rId167" Type="http://schemas.openxmlformats.org/officeDocument/2006/relationships/image" Target="../media/image82.png"/><Relationship Id="rId188" Type="http://schemas.openxmlformats.org/officeDocument/2006/relationships/customXml" Target="../ink/ink92.xml"/><Relationship Id="rId311" Type="http://schemas.openxmlformats.org/officeDocument/2006/relationships/image" Target="../media/image154.png"/><Relationship Id="rId332" Type="http://schemas.openxmlformats.org/officeDocument/2006/relationships/customXml" Target="../ink/ink164.xml"/><Relationship Id="rId353" Type="http://schemas.openxmlformats.org/officeDocument/2006/relationships/image" Target="../media/image175.png"/><Relationship Id="rId374" Type="http://schemas.openxmlformats.org/officeDocument/2006/relationships/customXml" Target="../ink/ink185.xml"/><Relationship Id="rId395" Type="http://schemas.openxmlformats.org/officeDocument/2006/relationships/image" Target="../media/image196.png"/><Relationship Id="rId409" Type="http://schemas.openxmlformats.org/officeDocument/2006/relationships/image" Target="../media/image203.png"/><Relationship Id="rId71" Type="http://schemas.openxmlformats.org/officeDocument/2006/relationships/image" Target="../media/image34.png"/><Relationship Id="rId92" Type="http://schemas.openxmlformats.org/officeDocument/2006/relationships/customXml" Target="../ink/ink44.xml"/><Relationship Id="rId213" Type="http://schemas.openxmlformats.org/officeDocument/2006/relationships/image" Target="../media/image105.png"/><Relationship Id="rId234" Type="http://schemas.openxmlformats.org/officeDocument/2006/relationships/customXml" Target="../ink/ink115.xml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13.png"/><Relationship Id="rId255" Type="http://schemas.openxmlformats.org/officeDocument/2006/relationships/image" Target="../media/image126.png"/><Relationship Id="rId276" Type="http://schemas.openxmlformats.org/officeDocument/2006/relationships/customXml" Target="../ink/ink136.xml"/><Relationship Id="rId297" Type="http://schemas.openxmlformats.org/officeDocument/2006/relationships/image" Target="../media/image147.png"/><Relationship Id="rId40" Type="http://schemas.openxmlformats.org/officeDocument/2006/relationships/customXml" Target="../ink/ink18.xml"/><Relationship Id="rId115" Type="http://schemas.openxmlformats.org/officeDocument/2006/relationships/image" Target="../media/image56.png"/><Relationship Id="rId136" Type="http://schemas.openxmlformats.org/officeDocument/2006/relationships/customXml" Target="../ink/ink66.xml"/><Relationship Id="rId157" Type="http://schemas.openxmlformats.org/officeDocument/2006/relationships/image" Target="../media/image77.png"/><Relationship Id="rId178" Type="http://schemas.openxmlformats.org/officeDocument/2006/relationships/customXml" Target="../ink/ink87.xml"/><Relationship Id="rId301" Type="http://schemas.openxmlformats.org/officeDocument/2006/relationships/image" Target="../media/image149.png"/><Relationship Id="rId322" Type="http://schemas.openxmlformats.org/officeDocument/2006/relationships/customXml" Target="../ink/ink159.xml"/><Relationship Id="rId343" Type="http://schemas.openxmlformats.org/officeDocument/2006/relationships/image" Target="../media/image170.png"/><Relationship Id="rId364" Type="http://schemas.openxmlformats.org/officeDocument/2006/relationships/customXml" Target="../ink/ink180.xml"/><Relationship Id="rId61" Type="http://schemas.openxmlformats.org/officeDocument/2006/relationships/image" Target="../media/image29.png"/><Relationship Id="rId82" Type="http://schemas.openxmlformats.org/officeDocument/2006/relationships/customXml" Target="../ink/ink39.xml"/><Relationship Id="rId199" Type="http://schemas.openxmlformats.org/officeDocument/2006/relationships/image" Target="../media/image98.png"/><Relationship Id="rId203" Type="http://schemas.openxmlformats.org/officeDocument/2006/relationships/image" Target="../media/image100.png"/><Relationship Id="rId385" Type="http://schemas.openxmlformats.org/officeDocument/2006/relationships/image" Target="../media/image191.png"/><Relationship Id="rId19" Type="http://schemas.openxmlformats.org/officeDocument/2006/relationships/image" Target="../media/image8.png"/><Relationship Id="rId224" Type="http://schemas.openxmlformats.org/officeDocument/2006/relationships/customXml" Target="../ink/ink110.xml"/><Relationship Id="rId245" Type="http://schemas.openxmlformats.org/officeDocument/2006/relationships/image" Target="../media/image121.png"/><Relationship Id="rId266" Type="http://schemas.openxmlformats.org/officeDocument/2006/relationships/customXml" Target="../ink/ink131.xml"/><Relationship Id="rId287" Type="http://schemas.openxmlformats.org/officeDocument/2006/relationships/image" Target="../media/image142.png"/><Relationship Id="rId410" Type="http://schemas.openxmlformats.org/officeDocument/2006/relationships/customXml" Target="../ink/ink203.xml"/><Relationship Id="rId30" Type="http://schemas.openxmlformats.org/officeDocument/2006/relationships/customXml" Target="../ink/ink13.xml"/><Relationship Id="rId105" Type="http://schemas.openxmlformats.org/officeDocument/2006/relationships/image" Target="../media/image51.png"/><Relationship Id="rId126" Type="http://schemas.openxmlformats.org/officeDocument/2006/relationships/customXml" Target="../ink/ink61.xml"/><Relationship Id="rId147" Type="http://schemas.openxmlformats.org/officeDocument/2006/relationships/image" Target="../media/image72.png"/><Relationship Id="rId168" Type="http://schemas.openxmlformats.org/officeDocument/2006/relationships/customXml" Target="../ink/ink82.xml"/><Relationship Id="rId312" Type="http://schemas.openxmlformats.org/officeDocument/2006/relationships/customXml" Target="../ink/ink154.xml"/><Relationship Id="rId333" Type="http://schemas.openxmlformats.org/officeDocument/2006/relationships/image" Target="../media/image165.png"/><Relationship Id="rId354" Type="http://schemas.openxmlformats.org/officeDocument/2006/relationships/customXml" Target="../ink/ink175.xml"/><Relationship Id="rId51" Type="http://schemas.openxmlformats.org/officeDocument/2006/relationships/image" Target="../media/image24.png"/><Relationship Id="rId72" Type="http://schemas.openxmlformats.org/officeDocument/2006/relationships/customXml" Target="../ink/ink34.xml"/><Relationship Id="rId93" Type="http://schemas.openxmlformats.org/officeDocument/2006/relationships/image" Target="../media/image45.png"/><Relationship Id="rId189" Type="http://schemas.openxmlformats.org/officeDocument/2006/relationships/image" Target="../media/image93.png"/><Relationship Id="rId375" Type="http://schemas.openxmlformats.org/officeDocument/2006/relationships/image" Target="../media/image186.png"/><Relationship Id="rId396" Type="http://schemas.openxmlformats.org/officeDocument/2006/relationships/customXml" Target="../ink/ink196.xml"/><Relationship Id="rId3" Type="http://schemas.openxmlformats.org/officeDocument/2006/relationships/image" Target="../media/image1.png"/><Relationship Id="rId214" Type="http://schemas.openxmlformats.org/officeDocument/2006/relationships/customXml" Target="../ink/ink105.xml"/><Relationship Id="rId235" Type="http://schemas.openxmlformats.org/officeDocument/2006/relationships/image" Target="../media/image116.png"/><Relationship Id="rId256" Type="http://schemas.openxmlformats.org/officeDocument/2006/relationships/customXml" Target="../ink/ink126.xml"/><Relationship Id="rId277" Type="http://schemas.openxmlformats.org/officeDocument/2006/relationships/image" Target="../media/image137.png"/><Relationship Id="rId298" Type="http://schemas.openxmlformats.org/officeDocument/2006/relationships/customXml" Target="../ink/ink147.xml"/><Relationship Id="rId400" Type="http://schemas.openxmlformats.org/officeDocument/2006/relationships/customXml" Target="../ink/ink198.xml"/><Relationship Id="rId116" Type="http://schemas.openxmlformats.org/officeDocument/2006/relationships/customXml" Target="../ink/ink56.xml"/><Relationship Id="rId137" Type="http://schemas.openxmlformats.org/officeDocument/2006/relationships/image" Target="../media/image67.png"/><Relationship Id="rId158" Type="http://schemas.openxmlformats.org/officeDocument/2006/relationships/customXml" Target="../ink/ink77.xml"/><Relationship Id="rId302" Type="http://schemas.openxmlformats.org/officeDocument/2006/relationships/customXml" Target="../ink/ink149.xml"/><Relationship Id="rId323" Type="http://schemas.openxmlformats.org/officeDocument/2006/relationships/image" Target="../media/image160.png"/><Relationship Id="rId344" Type="http://schemas.openxmlformats.org/officeDocument/2006/relationships/customXml" Target="../ink/ink170.xml"/><Relationship Id="rId20" Type="http://schemas.openxmlformats.org/officeDocument/2006/relationships/customXml" Target="../ink/ink8.xml"/><Relationship Id="rId41" Type="http://schemas.openxmlformats.org/officeDocument/2006/relationships/image" Target="../media/image19.png"/><Relationship Id="rId62" Type="http://schemas.openxmlformats.org/officeDocument/2006/relationships/customXml" Target="../ink/ink29.xml"/><Relationship Id="rId83" Type="http://schemas.openxmlformats.org/officeDocument/2006/relationships/image" Target="../media/image40.png"/><Relationship Id="rId179" Type="http://schemas.openxmlformats.org/officeDocument/2006/relationships/image" Target="../media/image88.png"/><Relationship Id="rId365" Type="http://schemas.openxmlformats.org/officeDocument/2006/relationships/image" Target="../media/image181.png"/><Relationship Id="rId386" Type="http://schemas.openxmlformats.org/officeDocument/2006/relationships/customXml" Target="../ink/ink191.xml"/><Relationship Id="rId190" Type="http://schemas.openxmlformats.org/officeDocument/2006/relationships/customXml" Target="../ink/ink93.xml"/><Relationship Id="rId204" Type="http://schemas.openxmlformats.org/officeDocument/2006/relationships/customXml" Target="../ink/ink100.xml"/><Relationship Id="rId225" Type="http://schemas.openxmlformats.org/officeDocument/2006/relationships/image" Target="../media/image111.png"/><Relationship Id="rId246" Type="http://schemas.openxmlformats.org/officeDocument/2006/relationships/customXml" Target="../ink/ink121.xml"/><Relationship Id="rId267" Type="http://schemas.openxmlformats.org/officeDocument/2006/relationships/image" Target="../media/image132.png"/><Relationship Id="rId288" Type="http://schemas.openxmlformats.org/officeDocument/2006/relationships/customXml" Target="../ink/ink142.xml"/><Relationship Id="rId411" Type="http://schemas.openxmlformats.org/officeDocument/2006/relationships/image" Target="../media/image204.png"/><Relationship Id="rId106" Type="http://schemas.openxmlformats.org/officeDocument/2006/relationships/customXml" Target="../ink/ink51.xml"/><Relationship Id="rId127" Type="http://schemas.openxmlformats.org/officeDocument/2006/relationships/image" Target="../media/image62.png"/><Relationship Id="rId313" Type="http://schemas.openxmlformats.org/officeDocument/2006/relationships/image" Target="../media/image155.png"/><Relationship Id="rId10" Type="http://schemas.openxmlformats.org/officeDocument/2006/relationships/customXml" Target="../ink/ink3.xml"/><Relationship Id="rId31" Type="http://schemas.openxmlformats.org/officeDocument/2006/relationships/image" Target="../media/image14.png"/><Relationship Id="rId52" Type="http://schemas.openxmlformats.org/officeDocument/2006/relationships/customXml" Target="../ink/ink24.xml"/><Relationship Id="rId73" Type="http://schemas.openxmlformats.org/officeDocument/2006/relationships/image" Target="../media/image35.png"/><Relationship Id="rId94" Type="http://schemas.openxmlformats.org/officeDocument/2006/relationships/customXml" Target="../ink/ink45.xml"/><Relationship Id="rId148" Type="http://schemas.openxmlformats.org/officeDocument/2006/relationships/customXml" Target="../ink/ink72.xml"/><Relationship Id="rId169" Type="http://schemas.openxmlformats.org/officeDocument/2006/relationships/image" Target="../media/image83.png"/><Relationship Id="rId334" Type="http://schemas.openxmlformats.org/officeDocument/2006/relationships/customXml" Target="../ink/ink165.xml"/><Relationship Id="rId355" Type="http://schemas.openxmlformats.org/officeDocument/2006/relationships/image" Target="../media/image176.png"/><Relationship Id="rId376" Type="http://schemas.openxmlformats.org/officeDocument/2006/relationships/customXml" Target="../ink/ink186.xml"/><Relationship Id="rId397" Type="http://schemas.openxmlformats.org/officeDocument/2006/relationships/image" Target="../media/image197.png"/><Relationship Id="rId4" Type="http://schemas.microsoft.com/office/2007/relationships/hdphoto" Target="../media/hdphoto1.wdp"/><Relationship Id="rId180" Type="http://schemas.openxmlformats.org/officeDocument/2006/relationships/customXml" Target="../ink/ink88.xml"/><Relationship Id="rId215" Type="http://schemas.openxmlformats.org/officeDocument/2006/relationships/image" Target="../media/image106.png"/><Relationship Id="rId236" Type="http://schemas.openxmlformats.org/officeDocument/2006/relationships/customXml" Target="../ink/ink116.xml"/><Relationship Id="rId257" Type="http://schemas.openxmlformats.org/officeDocument/2006/relationships/image" Target="../media/image127.png"/><Relationship Id="rId278" Type="http://schemas.openxmlformats.org/officeDocument/2006/relationships/customXml" Target="../ink/ink137.xml"/><Relationship Id="rId401" Type="http://schemas.openxmlformats.org/officeDocument/2006/relationships/image" Target="../media/image199.png"/><Relationship Id="rId303" Type="http://schemas.openxmlformats.org/officeDocument/2006/relationships/image" Target="../media/image150.png"/><Relationship Id="rId42" Type="http://schemas.openxmlformats.org/officeDocument/2006/relationships/customXml" Target="../ink/ink19.xml"/><Relationship Id="rId84" Type="http://schemas.openxmlformats.org/officeDocument/2006/relationships/customXml" Target="../ink/ink40.xml"/><Relationship Id="rId138" Type="http://schemas.openxmlformats.org/officeDocument/2006/relationships/customXml" Target="../ink/ink67.xml"/><Relationship Id="rId345" Type="http://schemas.openxmlformats.org/officeDocument/2006/relationships/image" Target="../media/image171.png"/><Relationship Id="rId387" Type="http://schemas.openxmlformats.org/officeDocument/2006/relationships/image" Target="../media/image192.png"/><Relationship Id="rId191" Type="http://schemas.openxmlformats.org/officeDocument/2006/relationships/image" Target="../media/image94.png"/><Relationship Id="rId205" Type="http://schemas.openxmlformats.org/officeDocument/2006/relationships/image" Target="../media/image101.png"/><Relationship Id="rId247" Type="http://schemas.openxmlformats.org/officeDocument/2006/relationships/image" Target="../media/image122.png"/><Relationship Id="rId412" Type="http://schemas.openxmlformats.org/officeDocument/2006/relationships/customXml" Target="../ink/ink204.xml"/><Relationship Id="rId107" Type="http://schemas.openxmlformats.org/officeDocument/2006/relationships/image" Target="../media/image52.png"/><Relationship Id="rId289" Type="http://schemas.openxmlformats.org/officeDocument/2006/relationships/image" Target="../media/image143.png"/><Relationship Id="rId11" Type="http://schemas.openxmlformats.org/officeDocument/2006/relationships/image" Target="../media/image4.png"/><Relationship Id="rId53" Type="http://schemas.openxmlformats.org/officeDocument/2006/relationships/image" Target="../media/image25.png"/><Relationship Id="rId149" Type="http://schemas.openxmlformats.org/officeDocument/2006/relationships/image" Target="../media/image73.png"/><Relationship Id="rId314" Type="http://schemas.openxmlformats.org/officeDocument/2006/relationships/customXml" Target="../ink/ink155.xml"/><Relationship Id="rId356" Type="http://schemas.openxmlformats.org/officeDocument/2006/relationships/customXml" Target="../ink/ink176.xml"/><Relationship Id="rId398" Type="http://schemas.openxmlformats.org/officeDocument/2006/relationships/customXml" Target="../ink/ink197.xml"/><Relationship Id="rId95" Type="http://schemas.openxmlformats.org/officeDocument/2006/relationships/image" Target="../media/image46.png"/><Relationship Id="rId160" Type="http://schemas.openxmlformats.org/officeDocument/2006/relationships/customXml" Target="../ink/ink78.xml"/><Relationship Id="rId216" Type="http://schemas.openxmlformats.org/officeDocument/2006/relationships/customXml" Target="../ink/ink106.xml"/><Relationship Id="rId258" Type="http://schemas.openxmlformats.org/officeDocument/2006/relationships/customXml" Target="../ink/ink127.xml"/><Relationship Id="rId22" Type="http://schemas.openxmlformats.org/officeDocument/2006/relationships/customXml" Target="../ink/ink9.xml"/><Relationship Id="rId64" Type="http://schemas.openxmlformats.org/officeDocument/2006/relationships/customXml" Target="../ink/ink30.xml"/><Relationship Id="rId118" Type="http://schemas.openxmlformats.org/officeDocument/2006/relationships/customXml" Target="../ink/ink57.xml"/><Relationship Id="rId325" Type="http://schemas.openxmlformats.org/officeDocument/2006/relationships/image" Target="../media/image161.png"/><Relationship Id="rId367" Type="http://schemas.openxmlformats.org/officeDocument/2006/relationships/image" Target="../media/image182.png"/><Relationship Id="rId171" Type="http://schemas.openxmlformats.org/officeDocument/2006/relationships/image" Target="../media/image84.png"/><Relationship Id="rId227" Type="http://schemas.openxmlformats.org/officeDocument/2006/relationships/image" Target="../media/image112.png"/><Relationship Id="rId269" Type="http://schemas.openxmlformats.org/officeDocument/2006/relationships/image" Target="../media/image133.png"/><Relationship Id="rId33" Type="http://schemas.openxmlformats.org/officeDocument/2006/relationships/image" Target="../media/image15.png"/><Relationship Id="rId129" Type="http://schemas.openxmlformats.org/officeDocument/2006/relationships/image" Target="../media/image63.png"/><Relationship Id="rId280" Type="http://schemas.openxmlformats.org/officeDocument/2006/relationships/customXml" Target="../ink/ink138.xml"/><Relationship Id="rId336" Type="http://schemas.openxmlformats.org/officeDocument/2006/relationships/customXml" Target="../ink/ink166.xml"/><Relationship Id="rId75" Type="http://schemas.openxmlformats.org/officeDocument/2006/relationships/image" Target="../media/image36.png"/><Relationship Id="rId140" Type="http://schemas.openxmlformats.org/officeDocument/2006/relationships/customXml" Target="../ink/ink68.xml"/><Relationship Id="rId182" Type="http://schemas.openxmlformats.org/officeDocument/2006/relationships/customXml" Target="../ink/ink89.xml"/><Relationship Id="rId378" Type="http://schemas.openxmlformats.org/officeDocument/2006/relationships/customXml" Target="../ink/ink187.xml"/><Relationship Id="rId403" Type="http://schemas.openxmlformats.org/officeDocument/2006/relationships/image" Target="../media/image200.png"/><Relationship Id="rId6" Type="http://schemas.openxmlformats.org/officeDocument/2006/relationships/image" Target="../media/image2.png"/><Relationship Id="rId238" Type="http://schemas.openxmlformats.org/officeDocument/2006/relationships/customXml" Target="../ink/ink117.xml"/><Relationship Id="rId291" Type="http://schemas.openxmlformats.org/officeDocument/2006/relationships/image" Target="../media/image144.png"/><Relationship Id="rId305" Type="http://schemas.openxmlformats.org/officeDocument/2006/relationships/image" Target="../media/image151.png"/><Relationship Id="rId347" Type="http://schemas.openxmlformats.org/officeDocument/2006/relationships/image" Target="../media/image172.png"/><Relationship Id="rId44" Type="http://schemas.openxmlformats.org/officeDocument/2006/relationships/customXml" Target="../ink/ink20.xml"/><Relationship Id="rId86" Type="http://schemas.openxmlformats.org/officeDocument/2006/relationships/customXml" Target="../ink/ink41.xml"/><Relationship Id="rId151" Type="http://schemas.openxmlformats.org/officeDocument/2006/relationships/image" Target="../media/image74.png"/><Relationship Id="rId389" Type="http://schemas.openxmlformats.org/officeDocument/2006/relationships/image" Target="../media/image193.png"/><Relationship Id="rId193" Type="http://schemas.openxmlformats.org/officeDocument/2006/relationships/image" Target="../media/image95.png"/><Relationship Id="rId207" Type="http://schemas.openxmlformats.org/officeDocument/2006/relationships/image" Target="../media/image102.png"/><Relationship Id="rId249" Type="http://schemas.openxmlformats.org/officeDocument/2006/relationships/image" Target="../media/image123.png"/><Relationship Id="rId414" Type="http://schemas.openxmlformats.org/officeDocument/2006/relationships/customXml" Target="../ink/ink205.xml"/><Relationship Id="rId13" Type="http://schemas.openxmlformats.org/officeDocument/2006/relationships/image" Target="../media/image5.png"/><Relationship Id="rId109" Type="http://schemas.openxmlformats.org/officeDocument/2006/relationships/image" Target="../media/image53.png"/><Relationship Id="rId260" Type="http://schemas.openxmlformats.org/officeDocument/2006/relationships/customXml" Target="../ink/ink128.xml"/><Relationship Id="rId316" Type="http://schemas.openxmlformats.org/officeDocument/2006/relationships/customXml" Target="../ink/ink156.xml"/><Relationship Id="rId55" Type="http://schemas.openxmlformats.org/officeDocument/2006/relationships/image" Target="../media/image26.png"/><Relationship Id="rId97" Type="http://schemas.openxmlformats.org/officeDocument/2006/relationships/image" Target="../media/image47.png"/><Relationship Id="rId120" Type="http://schemas.openxmlformats.org/officeDocument/2006/relationships/customXml" Target="../ink/ink58.xml"/><Relationship Id="rId358" Type="http://schemas.openxmlformats.org/officeDocument/2006/relationships/customXml" Target="../ink/ink177.xml"/><Relationship Id="rId162" Type="http://schemas.openxmlformats.org/officeDocument/2006/relationships/customXml" Target="../ink/ink79.xml"/><Relationship Id="rId218" Type="http://schemas.openxmlformats.org/officeDocument/2006/relationships/customXml" Target="../ink/ink107.xml"/><Relationship Id="rId271" Type="http://schemas.openxmlformats.org/officeDocument/2006/relationships/image" Target="../media/image134.png"/><Relationship Id="rId24" Type="http://schemas.openxmlformats.org/officeDocument/2006/relationships/customXml" Target="../ink/ink10.xml"/><Relationship Id="rId66" Type="http://schemas.openxmlformats.org/officeDocument/2006/relationships/customXml" Target="../ink/ink31.xml"/><Relationship Id="rId131" Type="http://schemas.openxmlformats.org/officeDocument/2006/relationships/image" Target="../media/image64.png"/><Relationship Id="rId327" Type="http://schemas.openxmlformats.org/officeDocument/2006/relationships/image" Target="../media/image162.png"/><Relationship Id="rId369" Type="http://schemas.openxmlformats.org/officeDocument/2006/relationships/image" Target="../media/image183.png"/><Relationship Id="rId173" Type="http://schemas.openxmlformats.org/officeDocument/2006/relationships/image" Target="../media/image85.png"/><Relationship Id="rId229" Type="http://schemas.openxmlformats.org/officeDocument/2006/relationships/image" Target="../media/image113.png"/><Relationship Id="rId380" Type="http://schemas.openxmlformats.org/officeDocument/2006/relationships/customXml" Target="../ink/ink188.xml"/><Relationship Id="rId240" Type="http://schemas.openxmlformats.org/officeDocument/2006/relationships/customXml" Target="../ink/ink118.xml"/><Relationship Id="rId35" Type="http://schemas.openxmlformats.org/officeDocument/2006/relationships/image" Target="../media/image16.png"/><Relationship Id="rId77" Type="http://schemas.openxmlformats.org/officeDocument/2006/relationships/image" Target="../media/image37.png"/><Relationship Id="rId100" Type="http://schemas.openxmlformats.org/officeDocument/2006/relationships/customXml" Target="../ink/ink48.xml"/><Relationship Id="rId282" Type="http://schemas.openxmlformats.org/officeDocument/2006/relationships/customXml" Target="../ink/ink139.xml"/><Relationship Id="rId338" Type="http://schemas.openxmlformats.org/officeDocument/2006/relationships/customXml" Target="../ink/ink167.xml"/><Relationship Id="rId8" Type="http://schemas.openxmlformats.org/officeDocument/2006/relationships/customXml" Target="../ink/ink2.xml"/><Relationship Id="rId142" Type="http://schemas.openxmlformats.org/officeDocument/2006/relationships/customXml" Target="../ink/ink69.xml"/><Relationship Id="rId184" Type="http://schemas.openxmlformats.org/officeDocument/2006/relationships/customXml" Target="../ink/ink90.xml"/><Relationship Id="rId391" Type="http://schemas.openxmlformats.org/officeDocument/2006/relationships/image" Target="../media/image194.png"/><Relationship Id="rId405" Type="http://schemas.openxmlformats.org/officeDocument/2006/relationships/image" Target="../media/image201.png"/><Relationship Id="rId251" Type="http://schemas.openxmlformats.org/officeDocument/2006/relationships/image" Target="../media/image124.png"/><Relationship Id="rId46" Type="http://schemas.openxmlformats.org/officeDocument/2006/relationships/customXml" Target="../ink/ink21.xml"/><Relationship Id="rId293" Type="http://schemas.openxmlformats.org/officeDocument/2006/relationships/image" Target="../media/image145.png"/><Relationship Id="rId307" Type="http://schemas.openxmlformats.org/officeDocument/2006/relationships/image" Target="../media/image152.png"/><Relationship Id="rId349" Type="http://schemas.openxmlformats.org/officeDocument/2006/relationships/image" Target="../media/image173.png"/><Relationship Id="rId88" Type="http://schemas.openxmlformats.org/officeDocument/2006/relationships/customXml" Target="../ink/ink42.xml"/><Relationship Id="rId111" Type="http://schemas.openxmlformats.org/officeDocument/2006/relationships/image" Target="../media/image54.png"/><Relationship Id="rId153" Type="http://schemas.openxmlformats.org/officeDocument/2006/relationships/image" Target="../media/image75.png"/><Relationship Id="rId195" Type="http://schemas.openxmlformats.org/officeDocument/2006/relationships/image" Target="../media/image96.png"/><Relationship Id="rId209" Type="http://schemas.openxmlformats.org/officeDocument/2006/relationships/image" Target="../media/image103.png"/><Relationship Id="rId360" Type="http://schemas.openxmlformats.org/officeDocument/2006/relationships/customXml" Target="../ink/ink178.xml"/><Relationship Id="rId416" Type="http://schemas.openxmlformats.org/officeDocument/2006/relationships/customXml" Target="../ink/ink206.xml"/><Relationship Id="rId220" Type="http://schemas.openxmlformats.org/officeDocument/2006/relationships/customXml" Target="../ink/ink108.xml"/><Relationship Id="rId15" Type="http://schemas.openxmlformats.org/officeDocument/2006/relationships/image" Target="../media/image6.png"/><Relationship Id="rId57" Type="http://schemas.openxmlformats.org/officeDocument/2006/relationships/image" Target="../media/image27.png"/><Relationship Id="rId262" Type="http://schemas.openxmlformats.org/officeDocument/2006/relationships/customXml" Target="../ink/ink129.xml"/><Relationship Id="rId318" Type="http://schemas.openxmlformats.org/officeDocument/2006/relationships/customXml" Target="../ink/ink157.xml"/><Relationship Id="rId99" Type="http://schemas.openxmlformats.org/officeDocument/2006/relationships/image" Target="../media/image48.png"/><Relationship Id="rId122" Type="http://schemas.openxmlformats.org/officeDocument/2006/relationships/customXml" Target="../ink/ink59.xml"/><Relationship Id="rId164" Type="http://schemas.openxmlformats.org/officeDocument/2006/relationships/customXml" Target="../ink/ink80.xml"/><Relationship Id="rId371" Type="http://schemas.openxmlformats.org/officeDocument/2006/relationships/image" Target="../media/image184.png"/><Relationship Id="rId26" Type="http://schemas.openxmlformats.org/officeDocument/2006/relationships/customXml" Target="../ink/ink11.xml"/><Relationship Id="rId231" Type="http://schemas.openxmlformats.org/officeDocument/2006/relationships/image" Target="../media/image114.png"/><Relationship Id="rId273" Type="http://schemas.openxmlformats.org/officeDocument/2006/relationships/image" Target="../media/image135.png"/><Relationship Id="rId329" Type="http://schemas.openxmlformats.org/officeDocument/2006/relationships/image" Target="../media/image163.png"/><Relationship Id="rId68" Type="http://schemas.openxmlformats.org/officeDocument/2006/relationships/customXml" Target="../ink/ink32.xml"/><Relationship Id="rId133" Type="http://schemas.openxmlformats.org/officeDocument/2006/relationships/image" Target="../media/image65.png"/><Relationship Id="rId175" Type="http://schemas.openxmlformats.org/officeDocument/2006/relationships/image" Target="../media/image86.png"/><Relationship Id="rId340" Type="http://schemas.openxmlformats.org/officeDocument/2006/relationships/customXml" Target="../ink/ink168.xml"/><Relationship Id="rId200" Type="http://schemas.openxmlformats.org/officeDocument/2006/relationships/customXml" Target="../ink/ink98.xml"/><Relationship Id="rId382" Type="http://schemas.openxmlformats.org/officeDocument/2006/relationships/customXml" Target="../ink/ink189.xml"/><Relationship Id="rId242" Type="http://schemas.openxmlformats.org/officeDocument/2006/relationships/customXml" Target="../ink/ink119.xml"/><Relationship Id="rId284" Type="http://schemas.openxmlformats.org/officeDocument/2006/relationships/customXml" Target="../ink/ink140.xml"/><Relationship Id="rId37" Type="http://schemas.openxmlformats.org/officeDocument/2006/relationships/image" Target="../media/image17.png"/><Relationship Id="rId79" Type="http://schemas.openxmlformats.org/officeDocument/2006/relationships/image" Target="../media/image38.png"/><Relationship Id="rId102" Type="http://schemas.openxmlformats.org/officeDocument/2006/relationships/customXml" Target="../ink/ink49.xml"/><Relationship Id="rId144" Type="http://schemas.openxmlformats.org/officeDocument/2006/relationships/customXml" Target="../ink/ink70.xml"/><Relationship Id="rId90" Type="http://schemas.openxmlformats.org/officeDocument/2006/relationships/customXml" Target="../ink/ink43.xml"/><Relationship Id="rId186" Type="http://schemas.openxmlformats.org/officeDocument/2006/relationships/customXml" Target="../ink/ink91.xml"/><Relationship Id="rId351" Type="http://schemas.openxmlformats.org/officeDocument/2006/relationships/image" Target="../media/image174.png"/><Relationship Id="rId393" Type="http://schemas.openxmlformats.org/officeDocument/2006/relationships/image" Target="../media/image195.png"/><Relationship Id="rId407" Type="http://schemas.openxmlformats.org/officeDocument/2006/relationships/image" Target="../media/image202.png"/><Relationship Id="rId211" Type="http://schemas.openxmlformats.org/officeDocument/2006/relationships/image" Target="../media/image104.png"/><Relationship Id="rId253" Type="http://schemas.openxmlformats.org/officeDocument/2006/relationships/image" Target="../media/image125.png"/><Relationship Id="rId295" Type="http://schemas.openxmlformats.org/officeDocument/2006/relationships/image" Target="../media/image146.png"/><Relationship Id="rId309" Type="http://schemas.openxmlformats.org/officeDocument/2006/relationships/image" Target="../media/image153.png"/><Relationship Id="rId48" Type="http://schemas.openxmlformats.org/officeDocument/2006/relationships/customXml" Target="../ink/ink22.xml"/><Relationship Id="rId113" Type="http://schemas.openxmlformats.org/officeDocument/2006/relationships/image" Target="../media/image55.png"/><Relationship Id="rId320" Type="http://schemas.openxmlformats.org/officeDocument/2006/relationships/customXml" Target="../ink/ink158.xml"/><Relationship Id="rId155" Type="http://schemas.openxmlformats.org/officeDocument/2006/relationships/image" Target="../media/image76.png"/><Relationship Id="rId197" Type="http://schemas.openxmlformats.org/officeDocument/2006/relationships/image" Target="../media/image97.png"/><Relationship Id="rId362" Type="http://schemas.openxmlformats.org/officeDocument/2006/relationships/customXml" Target="../ink/ink179.xml"/><Relationship Id="rId418" Type="http://schemas.openxmlformats.org/officeDocument/2006/relationships/customXml" Target="../ink/ink2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16" name="インク 15">
                <a:extLst>
                  <a:ext uri="{FF2B5EF4-FFF2-40B4-BE49-F238E27FC236}">
                    <a16:creationId xmlns:a16="http://schemas.microsoft.com/office/drawing/2014/main" id="{B1E9C603-D97B-63E6-7A84-113120B32066}"/>
                  </a:ext>
                </a:extLst>
              </p14:cNvPr>
              <p14:cNvContentPartPr/>
              <p14:nvPr/>
            </p14:nvContentPartPr>
            <p14:xfrm>
              <a:off x="37294706" y="11503871"/>
              <a:ext cx="1512" cy="1512"/>
            </p14:xfrm>
          </p:contentPart>
        </mc:Choice>
        <mc:Fallback xmlns="">
          <p:pic>
            <p:nvPicPr>
              <p:cNvPr id="16" name="インク 15">
                <a:extLst>
                  <a:ext uri="{FF2B5EF4-FFF2-40B4-BE49-F238E27FC236}">
                    <a16:creationId xmlns:a16="http://schemas.microsoft.com/office/drawing/2014/main" id="{B1E9C603-D97B-63E6-7A84-113120B3206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030106" y="9916271"/>
                <a:ext cx="529200" cy="3175200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図 1">
            <a:extLst>
              <a:ext uri="{FF2B5EF4-FFF2-40B4-BE49-F238E27FC236}">
                <a16:creationId xmlns:a16="http://schemas.microsoft.com/office/drawing/2014/main" id="{B1C85C01-29A7-AE48-6CF5-F57AB7E5CE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3296"/>
          <a:stretch>
            <a:fillRect/>
          </a:stretch>
        </p:blipFill>
        <p:spPr>
          <a:xfrm>
            <a:off x="0" y="2"/>
            <a:ext cx="44397755" cy="28778732"/>
          </a:xfrm>
          <a:custGeom>
            <a:avLst/>
            <a:gdLst/>
            <a:ahLst/>
            <a:cxnLst/>
            <a:rect l="l" t="t" r="r" b="b"/>
            <a:pathLst>
              <a:path w="10570894" h="6852079">
                <a:moveTo>
                  <a:pt x="6136591" y="4815391"/>
                </a:moveTo>
                <a:lnTo>
                  <a:pt x="7063194" y="4815391"/>
                </a:lnTo>
                <a:cubicBezTo>
                  <a:pt x="7347755" y="4815391"/>
                  <a:pt x="7572113" y="4890177"/>
                  <a:pt x="7736270" y="5039749"/>
                </a:cubicBezTo>
                <a:cubicBezTo>
                  <a:pt x="7900426" y="5189322"/>
                  <a:pt x="7982505" y="5384493"/>
                  <a:pt x="7982505" y="5625264"/>
                </a:cubicBezTo>
                <a:cubicBezTo>
                  <a:pt x="7982505" y="5873327"/>
                  <a:pt x="7874282" y="6080049"/>
                  <a:pt x="7657837" y="6245430"/>
                </a:cubicBezTo>
                <a:lnTo>
                  <a:pt x="7911521" y="6852079"/>
                </a:lnTo>
                <a:lnTo>
                  <a:pt x="7137831" y="6852079"/>
                </a:lnTo>
                <a:lnTo>
                  <a:pt x="6964694" y="6464334"/>
                </a:lnTo>
                <a:lnTo>
                  <a:pt x="6964694" y="5840493"/>
                </a:lnTo>
                <a:lnTo>
                  <a:pt x="7023059" y="5840493"/>
                </a:lnTo>
                <a:cubicBezTo>
                  <a:pt x="7176287" y="5840493"/>
                  <a:pt x="7252901" y="5774827"/>
                  <a:pt x="7252901" y="5643494"/>
                </a:cubicBezTo>
                <a:cubicBezTo>
                  <a:pt x="7252901" y="5529195"/>
                  <a:pt x="7164133" y="5472045"/>
                  <a:pt x="6986599" y="5472045"/>
                </a:cubicBezTo>
                <a:lnTo>
                  <a:pt x="6858903" y="5472045"/>
                </a:lnTo>
                <a:lnTo>
                  <a:pt x="6858903" y="6852079"/>
                </a:lnTo>
                <a:lnTo>
                  <a:pt x="6136591" y="6852079"/>
                </a:lnTo>
                <a:close/>
                <a:moveTo>
                  <a:pt x="2927311" y="4815391"/>
                </a:moveTo>
                <a:lnTo>
                  <a:pt x="3554769" y="4815391"/>
                </a:lnTo>
                <a:lnTo>
                  <a:pt x="3554769" y="5515826"/>
                </a:lnTo>
                <a:lnTo>
                  <a:pt x="3091468" y="5515826"/>
                </a:lnTo>
                <a:cubicBezTo>
                  <a:pt x="2967446" y="5515826"/>
                  <a:pt x="2905435" y="5555951"/>
                  <a:pt x="2905435" y="5636202"/>
                </a:cubicBezTo>
                <a:cubicBezTo>
                  <a:pt x="2905435" y="5687284"/>
                  <a:pt x="2921846" y="5721337"/>
                  <a:pt x="2954671" y="5738362"/>
                </a:cubicBezTo>
                <a:cubicBezTo>
                  <a:pt x="2987495" y="5755386"/>
                  <a:pt x="3039180" y="5763898"/>
                  <a:pt x="3109726" y="5763898"/>
                </a:cubicBezTo>
                <a:lnTo>
                  <a:pt x="3507343" y="5763898"/>
                </a:lnTo>
                <a:lnTo>
                  <a:pt x="3507343" y="6303795"/>
                </a:lnTo>
                <a:lnTo>
                  <a:pt x="3036749" y="6303795"/>
                </a:lnTo>
                <a:cubicBezTo>
                  <a:pt x="2973513" y="6303795"/>
                  <a:pt x="2928522" y="6313527"/>
                  <a:pt x="2901775" y="6332992"/>
                </a:cubicBezTo>
                <a:cubicBezTo>
                  <a:pt x="2875028" y="6352456"/>
                  <a:pt x="2861654" y="6384073"/>
                  <a:pt x="2861654" y="6427845"/>
                </a:cubicBezTo>
                <a:cubicBezTo>
                  <a:pt x="2861654" y="6478908"/>
                  <a:pt x="2874420" y="6512952"/>
                  <a:pt x="2899952" y="6529977"/>
                </a:cubicBezTo>
                <a:cubicBezTo>
                  <a:pt x="2925483" y="6547001"/>
                  <a:pt x="2982030" y="6555513"/>
                  <a:pt x="3069591" y="6555513"/>
                </a:cubicBezTo>
                <a:lnTo>
                  <a:pt x="3554769" y="6555513"/>
                </a:lnTo>
                <a:lnTo>
                  <a:pt x="3554769" y="6852079"/>
                </a:lnTo>
                <a:lnTo>
                  <a:pt x="2229088" y="6852079"/>
                </a:lnTo>
                <a:lnTo>
                  <a:pt x="2214115" y="6823190"/>
                </a:lnTo>
                <a:cubicBezTo>
                  <a:pt x="2178851" y="6731075"/>
                  <a:pt x="2161219" y="6624826"/>
                  <a:pt x="2161219" y="6504441"/>
                </a:cubicBezTo>
                <a:lnTo>
                  <a:pt x="2161219" y="5552315"/>
                </a:lnTo>
                <a:cubicBezTo>
                  <a:pt x="2161219" y="5318836"/>
                  <a:pt x="2228100" y="5137646"/>
                  <a:pt x="2361864" y="5008744"/>
                </a:cubicBezTo>
                <a:cubicBezTo>
                  <a:pt x="2495628" y="4879842"/>
                  <a:pt x="2684110" y="4815391"/>
                  <a:pt x="2927311" y="4815391"/>
                </a:cubicBezTo>
                <a:close/>
                <a:moveTo>
                  <a:pt x="0" y="4815391"/>
                </a:moveTo>
                <a:lnTo>
                  <a:pt x="716892" y="4815391"/>
                </a:lnTo>
                <a:lnTo>
                  <a:pt x="1030621" y="5318827"/>
                </a:lnTo>
                <a:lnTo>
                  <a:pt x="1369873" y="4815391"/>
                </a:lnTo>
                <a:lnTo>
                  <a:pt x="2088566" y="4815391"/>
                </a:lnTo>
                <a:lnTo>
                  <a:pt x="1399069" y="5898858"/>
                </a:lnTo>
                <a:lnTo>
                  <a:pt x="1399069" y="6852079"/>
                </a:lnTo>
                <a:lnTo>
                  <a:pt x="676757" y="6852079"/>
                </a:lnTo>
                <a:lnTo>
                  <a:pt x="676757" y="5898858"/>
                </a:lnTo>
                <a:lnTo>
                  <a:pt x="0" y="4841004"/>
                </a:lnTo>
                <a:close/>
                <a:moveTo>
                  <a:pt x="4857239" y="4757026"/>
                </a:moveTo>
                <a:cubicBezTo>
                  <a:pt x="5141799" y="4757026"/>
                  <a:pt x="5352176" y="4832420"/>
                  <a:pt x="5488371" y="4983207"/>
                </a:cubicBezTo>
                <a:cubicBezTo>
                  <a:pt x="5624564" y="5133995"/>
                  <a:pt x="5692662" y="5365039"/>
                  <a:pt x="5692662" y="5676337"/>
                </a:cubicBezTo>
                <a:lnTo>
                  <a:pt x="5692662" y="6852079"/>
                </a:lnTo>
                <a:lnTo>
                  <a:pt x="4970323" y="6852079"/>
                </a:lnTo>
                <a:lnTo>
                  <a:pt x="4970323" y="5723764"/>
                </a:lnTo>
                <a:cubicBezTo>
                  <a:pt x="4970323" y="5631341"/>
                  <a:pt x="4958772" y="5566282"/>
                  <a:pt x="4935670" y="5528587"/>
                </a:cubicBezTo>
                <a:cubicBezTo>
                  <a:pt x="4912570" y="5490893"/>
                  <a:pt x="4873048" y="5472045"/>
                  <a:pt x="4817104" y="5472045"/>
                </a:cubicBezTo>
                <a:cubicBezTo>
                  <a:pt x="4705235" y="5472045"/>
                  <a:pt x="4649301" y="5555951"/>
                  <a:pt x="4649301" y="5723764"/>
                </a:cubicBezTo>
                <a:lnTo>
                  <a:pt x="4649301" y="6030200"/>
                </a:lnTo>
                <a:lnTo>
                  <a:pt x="4853592" y="6030200"/>
                </a:lnTo>
                <a:lnTo>
                  <a:pt x="4853592" y="6668625"/>
                </a:lnTo>
                <a:lnTo>
                  <a:pt x="4649301" y="6668625"/>
                </a:lnTo>
                <a:lnTo>
                  <a:pt x="4649301" y="6852079"/>
                </a:lnTo>
                <a:lnTo>
                  <a:pt x="3923343" y="6852079"/>
                </a:lnTo>
                <a:lnTo>
                  <a:pt x="3923343" y="5701859"/>
                </a:lnTo>
                <a:cubicBezTo>
                  <a:pt x="3923343" y="5402733"/>
                  <a:pt x="4004815" y="5170479"/>
                  <a:pt x="4167756" y="5005098"/>
                </a:cubicBezTo>
                <a:cubicBezTo>
                  <a:pt x="4330697" y="4839717"/>
                  <a:pt x="4560524" y="4757026"/>
                  <a:pt x="4857239" y="4757026"/>
                </a:cubicBezTo>
                <a:close/>
                <a:moveTo>
                  <a:pt x="4237668" y="2281741"/>
                </a:moveTo>
                <a:lnTo>
                  <a:pt x="4963626" y="2281741"/>
                </a:lnTo>
                <a:lnTo>
                  <a:pt x="4963626" y="3846768"/>
                </a:lnTo>
                <a:cubicBezTo>
                  <a:pt x="4963626" y="3919727"/>
                  <a:pt x="4969100" y="3970192"/>
                  <a:pt x="4980047" y="3998163"/>
                </a:cubicBezTo>
                <a:cubicBezTo>
                  <a:pt x="4990995" y="4026135"/>
                  <a:pt x="5015923" y="4040121"/>
                  <a:pt x="5054833" y="4040121"/>
                </a:cubicBezTo>
                <a:cubicBezTo>
                  <a:pt x="5127792" y="4040121"/>
                  <a:pt x="5164271" y="3979316"/>
                  <a:pt x="5164271" y="3857706"/>
                </a:cubicBezTo>
                <a:lnTo>
                  <a:pt x="5164271" y="2281741"/>
                </a:lnTo>
                <a:lnTo>
                  <a:pt x="5886583" y="2281741"/>
                </a:lnTo>
                <a:lnTo>
                  <a:pt x="5886583" y="3846768"/>
                </a:lnTo>
                <a:cubicBezTo>
                  <a:pt x="5886583" y="3922157"/>
                  <a:pt x="5893272" y="3973230"/>
                  <a:pt x="5906650" y="3999987"/>
                </a:cubicBezTo>
                <a:cubicBezTo>
                  <a:pt x="5920028" y="4026743"/>
                  <a:pt x="5944957" y="4040121"/>
                  <a:pt x="5981436" y="4040121"/>
                </a:cubicBezTo>
                <a:cubicBezTo>
                  <a:pt x="6051964" y="4040121"/>
                  <a:pt x="6087228" y="3975670"/>
                  <a:pt x="6087228" y="3846768"/>
                </a:cubicBezTo>
                <a:lnTo>
                  <a:pt x="6087228" y="2281741"/>
                </a:lnTo>
                <a:lnTo>
                  <a:pt x="6813213" y="2281741"/>
                </a:lnTo>
                <a:lnTo>
                  <a:pt x="6813213" y="4018217"/>
                </a:lnTo>
                <a:cubicBezTo>
                  <a:pt x="6813213" y="4234680"/>
                  <a:pt x="6747547" y="4411617"/>
                  <a:pt x="6616214" y="4549026"/>
                </a:cubicBezTo>
                <a:cubicBezTo>
                  <a:pt x="6484882" y="4686436"/>
                  <a:pt x="6313424" y="4755141"/>
                  <a:pt x="6101840" y="4755141"/>
                </a:cubicBezTo>
                <a:cubicBezTo>
                  <a:pt x="5851329" y="4755141"/>
                  <a:pt x="5659190" y="4640832"/>
                  <a:pt x="5525427" y="4412215"/>
                </a:cubicBezTo>
                <a:cubicBezTo>
                  <a:pt x="5447607" y="4531395"/>
                  <a:pt x="5362486" y="4618344"/>
                  <a:pt x="5270063" y="4673062"/>
                </a:cubicBezTo>
                <a:cubicBezTo>
                  <a:pt x="5177640" y="4727782"/>
                  <a:pt x="5059686" y="4755141"/>
                  <a:pt x="4916199" y="4755141"/>
                </a:cubicBezTo>
                <a:cubicBezTo>
                  <a:pt x="4697324" y="4755141"/>
                  <a:pt x="4529517" y="4687044"/>
                  <a:pt x="4412777" y="4550850"/>
                </a:cubicBezTo>
                <a:cubicBezTo>
                  <a:pt x="4296038" y="4414655"/>
                  <a:pt x="4237668" y="4216441"/>
                  <a:pt x="4237668" y="3956206"/>
                </a:cubicBezTo>
                <a:close/>
                <a:moveTo>
                  <a:pt x="3241636" y="2281741"/>
                </a:moveTo>
                <a:lnTo>
                  <a:pt x="3869095" y="2281741"/>
                </a:lnTo>
                <a:lnTo>
                  <a:pt x="3869095" y="2982176"/>
                </a:lnTo>
                <a:lnTo>
                  <a:pt x="3405793" y="2982176"/>
                </a:lnTo>
                <a:cubicBezTo>
                  <a:pt x="3281771" y="2982176"/>
                  <a:pt x="3219760" y="3022302"/>
                  <a:pt x="3219760" y="3102552"/>
                </a:cubicBezTo>
                <a:cubicBezTo>
                  <a:pt x="3219760" y="3153634"/>
                  <a:pt x="3236172" y="3187688"/>
                  <a:pt x="3268996" y="3204712"/>
                </a:cubicBezTo>
                <a:cubicBezTo>
                  <a:pt x="3301820" y="3221736"/>
                  <a:pt x="3353505" y="3230249"/>
                  <a:pt x="3424051" y="3230249"/>
                </a:cubicBezTo>
                <a:lnTo>
                  <a:pt x="3821668" y="3230249"/>
                </a:lnTo>
                <a:lnTo>
                  <a:pt x="3821668" y="3770145"/>
                </a:lnTo>
                <a:lnTo>
                  <a:pt x="3351074" y="3770145"/>
                </a:lnTo>
                <a:cubicBezTo>
                  <a:pt x="3287839" y="3770145"/>
                  <a:pt x="3242847" y="3779877"/>
                  <a:pt x="3216100" y="3799341"/>
                </a:cubicBezTo>
                <a:cubicBezTo>
                  <a:pt x="3189353" y="3818805"/>
                  <a:pt x="3175979" y="3850423"/>
                  <a:pt x="3175979" y="3894195"/>
                </a:cubicBezTo>
                <a:cubicBezTo>
                  <a:pt x="3175979" y="3945258"/>
                  <a:pt x="3188745" y="3979302"/>
                  <a:pt x="3214276" y="3996327"/>
                </a:cubicBezTo>
                <a:cubicBezTo>
                  <a:pt x="3239808" y="4013351"/>
                  <a:pt x="3296355" y="4021863"/>
                  <a:pt x="3383917" y="4021863"/>
                </a:cubicBezTo>
                <a:lnTo>
                  <a:pt x="3869095" y="4021863"/>
                </a:lnTo>
                <a:lnTo>
                  <a:pt x="3869095" y="4715006"/>
                </a:lnTo>
                <a:lnTo>
                  <a:pt x="3300001" y="4715006"/>
                </a:lnTo>
                <a:cubicBezTo>
                  <a:pt x="3032474" y="4715006"/>
                  <a:pt x="2828183" y="4651163"/>
                  <a:pt x="2687127" y="4523476"/>
                </a:cubicBezTo>
                <a:cubicBezTo>
                  <a:pt x="2546072" y="4395789"/>
                  <a:pt x="2475544" y="4211561"/>
                  <a:pt x="2475544" y="3970790"/>
                </a:cubicBezTo>
                <a:lnTo>
                  <a:pt x="2475544" y="3018665"/>
                </a:lnTo>
                <a:cubicBezTo>
                  <a:pt x="2475544" y="2785187"/>
                  <a:pt x="2542426" y="2603996"/>
                  <a:pt x="2676189" y="2475094"/>
                </a:cubicBezTo>
                <a:cubicBezTo>
                  <a:pt x="2809952" y="2346192"/>
                  <a:pt x="2998435" y="2281741"/>
                  <a:pt x="3241636" y="2281741"/>
                </a:cubicBezTo>
                <a:close/>
                <a:moveTo>
                  <a:pt x="1234912" y="2223376"/>
                </a:moveTo>
                <a:cubicBezTo>
                  <a:pt x="1507301" y="2223376"/>
                  <a:pt x="1716458" y="2304239"/>
                  <a:pt x="1862384" y="2465965"/>
                </a:cubicBezTo>
                <a:cubicBezTo>
                  <a:pt x="2008311" y="2627691"/>
                  <a:pt x="2081274" y="2859342"/>
                  <a:pt x="2081274" y="3160917"/>
                </a:cubicBezTo>
                <a:lnTo>
                  <a:pt x="2081274" y="4715006"/>
                </a:lnTo>
                <a:lnTo>
                  <a:pt x="1358935" y="4715006"/>
                </a:lnTo>
                <a:lnTo>
                  <a:pt x="1358935" y="3160917"/>
                </a:lnTo>
                <a:cubicBezTo>
                  <a:pt x="1358935" y="3012569"/>
                  <a:pt x="1305431" y="2938396"/>
                  <a:pt x="1198424" y="2938396"/>
                </a:cubicBezTo>
                <a:cubicBezTo>
                  <a:pt x="1098709" y="2938396"/>
                  <a:pt x="1048852" y="3012569"/>
                  <a:pt x="1048852" y="3160917"/>
                </a:cubicBezTo>
                <a:lnTo>
                  <a:pt x="1048852" y="4715006"/>
                </a:lnTo>
                <a:lnTo>
                  <a:pt x="322894" y="4715006"/>
                </a:lnTo>
                <a:lnTo>
                  <a:pt x="322894" y="3135395"/>
                </a:lnTo>
                <a:cubicBezTo>
                  <a:pt x="322894" y="2860576"/>
                  <a:pt x="405585" y="2639867"/>
                  <a:pt x="570966" y="2473271"/>
                </a:cubicBezTo>
                <a:cubicBezTo>
                  <a:pt x="736347" y="2306674"/>
                  <a:pt x="957663" y="2223376"/>
                  <a:pt x="1234912" y="2223376"/>
                </a:cubicBezTo>
                <a:close/>
                <a:moveTo>
                  <a:pt x="8799564" y="0"/>
                </a:moveTo>
                <a:lnTo>
                  <a:pt x="9528510" y="0"/>
                </a:lnTo>
                <a:lnTo>
                  <a:pt x="9679320" y="242002"/>
                </a:lnTo>
                <a:lnTo>
                  <a:pt x="9842398" y="0"/>
                </a:lnTo>
                <a:lnTo>
                  <a:pt x="10570894" y="0"/>
                </a:lnTo>
                <a:lnTo>
                  <a:pt x="10047768" y="822033"/>
                </a:lnTo>
                <a:lnTo>
                  <a:pt x="10047768" y="2171831"/>
                </a:lnTo>
                <a:lnTo>
                  <a:pt x="9325456" y="2171831"/>
                </a:lnTo>
                <a:lnTo>
                  <a:pt x="9325456" y="822033"/>
                </a:lnTo>
                <a:close/>
                <a:moveTo>
                  <a:pt x="7055882" y="0"/>
                </a:moveTo>
                <a:lnTo>
                  <a:pt x="8464219" y="0"/>
                </a:lnTo>
                <a:lnTo>
                  <a:pt x="8516559" y="62453"/>
                </a:lnTo>
                <a:cubicBezTo>
                  <a:pt x="8611637" y="202220"/>
                  <a:pt x="8659176" y="364215"/>
                  <a:pt x="8659176" y="548439"/>
                </a:cubicBezTo>
                <a:cubicBezTo>
                  <a:pt x="8659176" y="794071"/>
                  <a:pt x="8585610" y="986200"/>
                  <a:pt x="8438477" y="1124824"/>
                </a:cubicBezTo>
                <a:cubicBezTo>
                  <a:pt x="8291345" y="1263449"/>
                  <a:pt x="8081585" y="1332762"/>
                  <a:pt x="7809196" y="1332762"/>
                </a:cubicBezTo>
                <a:lnTo>
                  <a:pt x="7699731" y="1332762"/>
                </a:lnTo>
                <a:lnTo>
                  <a:pt x="7699731" y="694365"/>
                </a:lnTo>
                <a:cubicBezTo>
                  <a:pt x="7845667" y="694365"/>
                  <a:pt x="7918634" y="638431"/>
                  <a:pt x="7918634" y="526563"/>
                </a:cubicBezTo>
                <a:cubicBezTo>
                  <a:pt x="7918634" y="424417"/>
                  <a:pt x="7862691" y="373344"/>
                  <a:pt x="7750803" y="373344"/>
                </a:cubicBezTo>
                <a:cubicBezTo>
                  <a:pt x="7638935" y="373344"/>
                  <a:pt x="7583001" y="442657"/>
                  <a:pt x="7583001" y="581282"/>
                </a:cubicBezTo>
                <a:lnTo>
                  <a:pt x="7583001" y="2171831"/>
                </a:lnTo>
                <a:lnTo>
                  <a:pt x="6857043" y="2171831"/>
                </a:lnTo>
                <a:lnTo>
                  <a:pt x="6857043" y="657877"/>
                </a:lnTo>
                <a:cubicBezTo>
                  <a:pt x="6857043" y="446293"/>
                  <a:pt x="6891092" y="273620"/>
                  <a:pt x="6959189" y="139857"/>
                </a:cubicBezTo>
                <a:cubicBezTo>
                  <a:pt x="6976213" y="106416"/>
                  <a:pt x="6995859" y="74457"/>
                  <a:pt x="7018128" y="43980"/>
                </a:cubicBezTo>
                <a:close/>
                <a:moveTo>
                  <a:pt x="4941333" y="0"/>
                </a:moveTo>
                <a:lnTo>
                  <a:pt x="6349670" y="0"/>
                </a:lnTo>
                <a:lnTo>
                  <a:pt x="6402010" y="62453"/>
                </a:lnTo>
                <a:cubicBezTo>
                  <a:pt x="6497087" y="202220"/>
                  <a:pt x="6544626" y="364215"/>
                  <a:pt x="6544626" y="548439"/>
                </a:cubicBezTo>
                <a:cubicBezTo>
                  <a:pt x="6544626" y="794071"/>
                  <a:pt x="6471060" y="986200"/>
                  <a:pt x="6323928" y="1124824"/>
                </a:cubicBezTo>
                <a:cubicBezTo>
                  <a:pt x="6176795" y="1263449"/>
                  <a:pt x="5967035" y="1332762"/>
                  <a:pt x="5694646" y="1332762"/>
                </a:cubicBezTo>
                <a:lnTo>
                  <a:pt x="5585181" y="1332762"/>
                </a:lnTo>
                <a:lnTo>
                  <a:pt x="5585181" y="694365"/>
                </a:lnTo>
                <a:cubicBezTo>
                  <a:pt x="5731116" y="694365"/>
                  <a:pt x="5804084" y="638431"/>
                  <a:pt x="5804084" y="526563"/>
                </a:cubicBezTo>
                <a:cubicBezTo>
                  <a:pt x="5804084" y="424417"/>
                  <a:pt x="5748141" y="373344"/>
                  <a:pt x="5636254" y="373344"/>
                </a:cubicBezTo>
                <a:cubicBezTo>
                  <a:pt x="5524385" y="373344"/>
                  <a:pt x="5468451" y="442657"/>
                  <a:pt x="5468451" y="581282"/>
                </a:cubicBezTo>
                <a:lnTo>
                  <a:pt x="5468451" y="2171831"/>
                </a:lnTo>
                <a:lnTo>
                  <a:pt x="4742494" y="2171831"/>
                </a:lnTo>
                <a:lnTo>
                  <a:pt x="4742494" y="657877"/>
                </a:lnTo>
                <a:cubicBezTo>
                  <a:pt x="4742494" y="446293"/>
                  <a:pt x="4776542" y="273620"/>
                  <a:pt x="4844639" y="139857"/>
                </a:cubicBezTo>
                <a:cubicBezTo>
                  <a:pt x="4861664" y="106416"/>
                  <a:pt x="4881310" y="74457"/>
                  <a:pt x="4903579" y="43980"/>
                </a:cubicBezTo>
                <a:close/>
                <a:moveTo>
                  <a:pt x="2768573" y="0"/>
                </a:moveTo>
                <a:lnTo>
                  <a:pt x="4213605" y="0"/>
                </a:lnTo>
                <a:lnTo>
                  <a:pt x="4234724" y="34521"/>
                </a:lnTo>
                <a:cubicBezTo>
                  <a:pt x="4311333" y="177708"/>
                  <a:pt x="4349637" y="366038"/>
                  <a:pt x="4349637" y="599512"/>
                </a:cubicBezTo>
                <a:lnTo>
                  <a:pt x="4349637" y="2171831"/>
                </a:lnTo>
                <a:lnTo>
                  <a:pt x="3627298" y="2171831"/>
                </a:lnTo>
                <a:lnTo>
                  <a:pt x="3627298" y="646939"/>
                </a:lnTo>
                <a:cubicBezTo>
                  <a:pt x="3627298" y="554516"/>
                  <a:pt x="3615748" y="489457"/>
                  <a:pt x="3592646" y="451762"/>
                </a:cubicBezTo>
                <a:cubicBezTo>
                  <a:pt x="3569545" y="414068"/>
                  <a:pt x="3530023" y="395221"/>
                  <a:pt x="3474080" y="395221"/>
                </a:cubicBezTo>
                <a:cubicBezTo>
                  <a:pt x="3362211" y="395221"/>
                  <a:pt x="3306277" y="479127"/>
                  <a:pt x="3306277" y="646939"/>
                </a:cubicBezTo>
                <a:lnTo>
                  <a:pt x="3306277" y="953376"/>
                </a:lnTo>
                <a:lnTo>
                  <a:pt x="3510569" y="953376"/>
                </a:lnTo>
                <a:lnTo>
                  <a:pt x="3510569" y="1591800"/>
                </a:lnTo>
                <a:lnTo>
                  <a:pt x="3306277" y="1591800"/>
                </a:lnTo>
                <a:lnTo>
                  <a:pt x="3306277" y="2171831"/>
                </a:lnTo>
                <a:lnTo>
                  <a:pt x="2580319" y="2171831"/>
                </a:lnTo>
                <a:lnTo>
                  <a:pt x="2580319" y="625034"/>
                </a:lnTo>
                <a:cubicBezTo>
                  <a:pt x="2580319" y="400690"/>
                  <a:pt x="2626146" y="213961"/>
                  <a:pt x="2717801" y="64848"/>
                </a:cubicBezTo>
                <a:close/>
                <a:moveTo>
                  <a:pt x="1420946" y="0"/>
                </a:moveTo>
                <a:lnTo>
                  <a:pt x="2143285" y="0"/>
                </a:lnTo>
                <a:lnTo>
                  <a:pt x="2143285" y="2171831"/>
                </a:lnTo>
                <a:lnTo>
                  <a:pt x="1420946" y="2171831"/>
                </a:lnTo>
                <a:close/>
                <a:moveTo>
                  <a:pt x="373967" y="0"/>
                </a:moveTo>
                <a:lnTo>
                  <a:pt x="1096278" y="0"/>
                </a:lnTo>
                <a:lnTo>
                  <a:pt x="1096278" y="610450"/>
                </a:lnTo>
                <a:lnTo>
                  <a:pt x="1296924" y="610450"/>
                </a:lnTo>
                <a:lnTo>
                  <a:pt x="1296924" y="1252520"/>
                </a:lnTo>
                <a:lnTo>
                  <a:pt x="1096278" y="1252520"/>
                </a:lnTo>
                <a:lnTo>
                  <a:pt x="1096278" y="2171831"/>
                </a:lnTo>
                <a:lnTo>
                  <a:pt x="373967" y="2171831"/>
                </a:lnTo>
                <a:close/>
              </a:path>
            </a:pathLst>
          </a:custGeom>
          <a:ln w="3175">
            <a:solidFill>
              <a:schemeClr val="bg1"/>
            </a:solidFill>
          </a:ln>
        </p:spPr>
      </p:pic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421F867E-3D12-C935-C01F-E239146CF5C2}"/>
              </a:ext>
            </a:extLst>
          </p:cNvPr>
          <p:cNvGrpSpPr/>
          <p:nvPr/>
        </p:nvGrpSpPr>
        <p:grpSpPr>
          <a:xfrm>
            <a:off x="30433914" y="9884070"/>
            <a:ext cx="18401040" cy="10848600"/>
            <a:chOff x="7246170" y="2353350"/>
            <a:chExt cx="4381200" cy="258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7" name="インク 36">
                  <a:extLst>
                    <a:ext uri="{FF2B5EF4-FFF2-40B4-BE49-F238E27FC236}">
                      <a16:creationId xmlns:a16="http://schemas.microsoft.com/office/drawing/2014/main" id="{CC5C3DF2-6FB8-54EB-311D-C7E2B28B3207}"/>
                    </a:ext>
                  </a:extLst>
                </p14:cNvPr>
                <p14:cNvContentPartPr/>
                <p14:nvPr/>
              </p14:nvContentPartPr>
              <p14:xfrm>
                <a:off x="7246170" y="2353350"/>
                <a:ext cx="455760" cy="520200"/>
              </p14:xfrm>
            </p:contentPart>
          </mc:Choice>
          <mc:Fallback xmlns="">
            <p:pic>
              <p:nvPicPr>
                <p:cNvPr id="37" name="インク 36">
                  <a:extLst>
                    <a:ext uri="{FF2B5EF4-FFF2-40B4-BE49-F238E27FC236}">
                      <a16:creationId xmlns:a16="http://schemas.microsoft.com/office/drawing/2014/main" id="{CC5C3DF2-6FB8-54EB-311D-C7E2B28B320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228170" y="2335710"/>
                  <a:ext cx="49140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8" name="インク 37">
                  <a:extLst>
                    <a:ext uri="{FF2B5EF4-FFF2-40B4-BE49-F238E27FC236}">
                      <a16:creationId xmlns:a16="http://schemas.microsoft.com/office/drawing/2014/main" id="{0501E6C8-3D38-1769-BED7-332141219CE7}"/>
                    </a:ext>
                  </a:extLst>
                </p14:cNvPr>
                <p14:cNvContentPartPr/>
                <p14:nvPr/>
              </p14:nvContentPartPr>
              <p14:xfrm>
                <a:off x="7708770" y="2379270"/>
                <a:ext cx="345960" cy="203400"/>
              </p14:xfrm>
            </p:contentPart>
          </mc:Choice>
          <mc:Fallback xmlns="">
            <p:pic>
              <p:nvPicPr>
                <p:cNvPr id="38" name="インク 37">
                  <a:extLst>
                    <a:ext uri="{FF2B5EF4-FFF2-40B4-BE49-F238E27FC236}">
                      <a16:creationId xmlns:a16="http://schemas.microsoft.com/office/drawing/2014/main" id="{0501E6C8-3D38-1769-BED7-332141219CE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690770" y="2361630"/>
                  <a:ext cx="3816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9" name="インク 38">
                  <a:extLst>
                    <a:ext uri="{FF2B5EF4-FFF2-40B4-BE49-F238E27FC236}">
                      <a16:creationId xmlns:a16="http://schemas.microsoft.com/office/drawing/2014/main" id="{F6E21A62-3846-7265-4729-1EE51BA45C04}"/>
                    </a:ext>
                  </a:extLst>
                </p14:cNvPr>
                <p14:cNvContentPartPr/>
                <p14:nvPr/>
              </p14:nvContentPartPr>
              <p14:xfrm>
                <a:off x="7608330" y="2745390"/>
                <a:ext cx="156240" cy="38160"/>
              </p14:xfrm>
            </p:contentPart>
          </mc:Choice>
          <mc:Fallback xmlns="">
            <p:pic>
              <p:nvPicPr>
                <p:cNvPr id="39" name="インク 38">
                  <a:extLst>
                    <a:ext uri="{FF2B5EF4-FFF2-40B4-BE49-F238E27FC236}">
                      <a16:creationId xmlns:a16="http://schemas.microsoft.com/office/drawing/2014/main" id="{F6E21A62-3846-7265-4729-1EE51BA45C0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590690" y="2727750"/>
                  <a:ext cx="1918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0" name="インク 39">
                  <a:extLst>
                    <a:ext uri="{FF2B5EF4-FFF2-40B4-BE49-F238E27FC236}">
                      <a16:creationId xmlns:a16="http://schemas.microsoft.com/office/drawing/2014/main" id="{DEC37254-FFE1-4A20-3B5F-E307E3D75E96}"/>
                    </a:ext>
                  </a:extLst>
                </p14:cNvPr>
                <p14:cNvContentPartPr/>
                <p14:nvPr/>
              </p14:nvContentPartPr>
              <p14:xfrm>
                <a:off x="7408530" y="2957070"/>
                <a:ext cx="400320" cy="608760"/>
              </p14:xfrm>
            </p:contentPart>
          </mc:Choice>
          <mc:Fallback xmlns="">
            <p:pic>
              <p:nvPicPr>
                <p:cNvPr id="40" name="インク 39">
                  <a:extLst>
                    <a:ext uri="{FF2B5EF4-FFF2-40B4-BE49-F238E27FC236}">
                      <a16:creationId xmlns:a16="http://schemas.microsoft.com/office/drawing/2014/main" id="{DEC37254-FFE1-4A20-3B5F-E307E3D75E9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390890" y="2939430"/>
                  <a:ext cx="435960" cy="64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2" name="インク 41">
                  <a:extLst>
                    <a:ext uri="{FF2B5EF4-FFF2-40B4-BE49-F238E27FC236}">
                      <a16:creationId xmlns:a16="http://schemas.microsoft.com/office/drawing/2014/main" id="{381E73C1-11EF-3E1F-998D-21FD434D4966}"/>
                    </a:ext>
                  </a:extLst>
                </p14:cNvPr>
                <p14:cNvContentPartPr/>
                <p14:nvPr/>
              </p14:nvContentPartPr>
              <p14:xfrm>
                <a:off x="8148690" y="2364150"/>
                <a:ext cx="241200" cy="425160"/>
              </p14:xfrm>
            </p:contentPart>
          </mc:Choice>
          <mc:Fallback xmlns="">
            <p:pic>
              <p:nvPicPr>
                <p:cNvPr id="42" name="インク 41">
                  <a:extLst>
                    <a:ext uri="{FF2B5EF4-FFF2-40B4-BE49-F238E27FC236}">
                      <a16:creationId xmlns:a16="http://schemas.microsoft.com/office/drawing/2014/main" id="{381E73C1-11EF-3E1F-998D-21FD434D496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30690" y="2346150"/>
                  <a:ext cx="27684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3" name="インク 42">
                  <a:extLst>
                    <a:ext uri="{FF2B5EF4-FFF2-40B4-BE49-F238E27FC236}">
                      <a16:creationId xmlns:a16="http://schemas.microsoft.com/office/drawing/2014/main" id="{3FFDBFFD-8E6A-1DC4-0EAB-4CCCCA161986}"/>
                    </a:ext>
                  </a:extLst>
                </p14:cNvPr>
                <p14:cNvContentPartPr/>
                <p14:nvPr/>
              </p14:nvContentPartPr>
              <p14:xfrm>
                <a:off x="8303850" y="2511750"/>
                <a:ext cx="445320" cy="58320"/>
              </p14:xfrm>
            </p:contentPart>
          </mc:Choice>
          <mc:Fallback xmlns="">
            <p:pic>
              <p:nvPicPr>
                <p:cNvPr id="43" name="インク 42">
                  <a:extLst>
                    <a:ext uri="{FF2B5EF4-FFF2-40B4-BE49-F238E27FC236}">
                      <a16:creationId xmlns:a16="http://schemas.microsoft.com/office/drawing/2014/main" id="{3FFDBFFD-8E6A-1DC4-0EAB-4CCCCA16198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85850" y="2494110"/>
                  <a:ext cx="4809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4" name="インク 43">
                  <a:extLst>
                    <a:ext uri="{FF2B5EF4-FFF2-40B4-BE49-F238E27FC236}">
                      <a16:creationId xmlns:a16="http://schemas.microsoft.com/office/drawing/2014/main" id="{83A528A9-064F-546C-B499-D2EAC6D706ED}"/>
                    </a:ext>
                  </a:extLst>
                </p14:cNvPr>
                <p14:cNvContentPartPr/>
                <p14:nvPr/>
              </p14:nvContentPartPr>
              <p14:xfrm>
                <a:off x="8218890" y="2748630"/>
                <a:ext cx="66960" cy="410040"/>
              </p14:xfrm>
            </p:contentPart>
          </mc:Choice>
          <mc:Fallback xmlns="">
            <p:pic>
              <p:nvPicPr>
                <p:cNvPr id="44" name="インク 43">
                  <a:extLst>
                    <a:ext uri="{FF2B5EF4-FFF2-40B4-BE49-F238E27FC236}">
                      <a16:creationId xmlns:a16="http://schemas.microsoft.com/office/drawing/2014/main" id="{83A528A9-064F-546C-B499-D2EAC6D706E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201250" y="2730990"/>
                  <a:ext cx="10260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5" name="インク 44">
                  <a:extLst>
                    <a:ext uri="{FF2B5EF4-FFF2-40B4-BE49-F238E27FC236}">
                      <a16:creationId xmlns:a16="http://schemas.microsoft.com/office/drawing/2014/main" id="{ACFE8CAE-F887-5711-0566-F958D459B6B0}"/>
                    </a:ext>
                  </a:extLst>
                </p14:cNvPr>
                <p14:cNvContentPartPr/>
                <p14:nvPr/>
              </p14:nvContentPartPr>
              <p14:xfrm>
                <a:off x="8176410" y="2873550"/>
                <a:ext cx="453240" cy="79560"/>
              </p14:xfrm>
            </p:contentPart>
          </mc:Choice>
          <mc:Fallback xmlns="">
            <p:pic>
              <p:nvPicPr>
                <p:cNvPr id="45" name="インク 44">
                  <a:extLst>
                    <a:ext uri="{FF2B5EF4-FFF2-40B4-BE49-F238E27FC236}">
                      <a16:creationId xmlns:a16="http://schemas.microsoft.com/office/drawing/2014/main" id="{ACFE8CAE-F887-5711-0566-F958D459B6B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158410" y="2855910"/>
                  <a:ext cx="4888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6" name="インク 45">
                  <a:extLst>
                    <a:ext uri="{FF2B5EF4-FFF2-40B4-BE49-F238E27FC236}">
                      <a16:creationId xmlns:a16="http://schemas.microsoft.com/office/drawing/2014/main" id="{5DA31BDB-19E7-9E47-244F-189F0D228DDB}"/>
                    </a:ext>
                  </a:extLst>
                </p14:cNvPr>
                <p14:cNvContentPartPr/>
                <p14:nvPr/>
              </p14:nvContentPartPr>
              <p14:xfrm>
                <a:off x="8033850" y="3121590"/>
                <a:ext cx="901800" cy="136080"/>
              </p14:xfrm>
            </p:contentPart>
          </mc:Choice>
          <mc:Fallback xmlns="">
            <p:pic>
              <p:nvPicPr>
                <p:cNvPr id="46" name="インク 45">
                  <a:extLst>
                    <a:ext uri="{FF2B5EF4-FFF2-40B4-BE49-F238E27FC236}">
                      <a16:creationId xmlns:a16="http://schemas.microsoft.com/office/drawing/2014/main" id="{5DA31BDB-19E7-9E47-244F-189F0D228DD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015850" y="3103590"/>
                  <a:ext cx="9374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7" name="インク 46">
                  <a:extLst>
                    <a:ext uri="{FF2B5EF4-FFF2-40B4-BE49-F238E27FC236}">
                      <a16:creationId xmlns:a16="http://schemas.microsoft.com/office/drawing/2014/main" id="{CC463B98-48B0-6B2B-4F5F-BE7FAB54EDA9}"/>
                    </a:ext>
                  </a:extLst>
                </p14:cNvPr>
                <p14:cNvContentPartPr/>
                <p14:nvPr/>
              </p14:nvContentPartPr>
              <p14:xfrm>
                <a:off x="8456490" y="2644230"/>
                <a:ext cx="73800" cy="948240"/>
              </p14:xfrm>
            </p:contentPart>
          </mc:Choice>
          <mc:Fallback xmlns="">
            <p:pic>
              <p:nvPicPr>
                <p:cNvPr id="47" name="インク 46">
                  <a:extLst>
                    <a:ext uri="{FF2B5EF4-FFF2-40B4-BE49-F238E27FC236}">
                      <a16:creationId xmlns:a16="http://schemas.microsoft.com/office/drawing/2014/main" id="{CC463B98-48B0-6B2B-4F5F-BE7FAB54EDA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438850" y="2626590"/>
                  <a:ext cx="109440" cy="9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9" name="インク 48">
                  <a:extLst>
                    <a:ext uri="{FF2B5EF4-FFF2-40B4-BE49-F238E27FC236}">
                      <a16:creationId xmlns:a16="http://schemas.microsoft.com/office/drawing/2014/main" id="{259D7225-9AF6-B718-BCF6-F5F24FE844DF}"/>
                    </a:ext>
                  </a:extLst>
                </p14:cNvPr>
                <p14:cNvContentPartPr/>
                <p14:nvPr/>
              </p14:nvContentPartPr>
              <p14:xfrm>
                <a:off x="9163530" y="2628390"/>
                <a:ext cx="405000" cy="50760"/>
              </p14:xfrm>
            </p:contentPart>
          </mc:Choice>
          <mc:Fallback xmlns="">
            <p:pic>
              <p:nvPicPr>
                <p:cNvPr id="49" name="インク 48">
                  <a:extLst>
                    <a:ext uri="{FF2B5EF4-FFF2-40B4-BE49-F238E27FC236}">
                      <a16:creationId xmlns:a16="http://schemas.microsoft.com/office/drawing/2014/main" id="{259D7225-9AF6-B718-BCF6-F5F24FE844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145890" y="2610750"/>
                  <a:ext cx="4406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0" name="インク 49">
                  <a:extLst>
                    <a:ext uri="{FF2B5EF4-FFF2-40B4-BE49-F238E27FC236}">
                      <a16:creationId xmlns:a16="http://schemas.microsoft.com/office/drawing/2014/main" id="{693DA76D-D3B7-8AFB-F773-92625ED9482A}"/>
                    </a:ext>
                  </a:extLst>
                </p14:cNvPr>
                <p14:cNvContentPartPr/>
                <p14:nvPr/>
              </p14:nvContentPartPr>
              <p14:xfrm>
                <a:off x="9118170" y="2788590"/>
                <a:ext cx="519480" cy="63720"/>
              </p14:xfrm>
            </p:contentPart>
          </mc:Choice>
          <mc:Fallback xmlns="">
            <p:pic>
              <p:nvPicPr>
                <p:cNvPr id="50" name="インク 49">
                  <a:extLst>
                    <a:ext uri="{FF2B5EF4-FFF2-40B4-BE49-F238E27FC236}">
                      <a16:creationId xmlns:a16="http://schemas.microsoft.com/office/drawing/2014/main" id="{693DA76D-D3B7-8AFB-F773-92625ED9482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100170" y="2770590"/>
                  <a:ext cx="5551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1" name="インク 50">
                  <a:extLst>
                    <a:ext uri="{FF2B5EF4-FFF2-40B4-BE49-F238E27FC236}">
                      <a16:creationId xmlns:a16="http://schemas.microsoft.com/office/drawing/2014/main" id="{E60F1A16-D888-3C66-2D2D-1A2374048E6B}"/>
                    </a:ext>
                  </a:extLst>
                </p14:cNvPr>
                <p14:cNvContentPartPr/>
                <p14:nvPr/>
              </p14:nvContentPartPr>
              <p14:xfrm>
                <a:off x="9316890" y="2417070"/>
                <a:ext cx="641880" cy="956880"/>
              </p14:xfrm>
            </p:contentPart>
          </mc:Choice>
          <mc:Fallback xmlns="">
            <p:pic>
              <p:nvPicPr>
                <p:cNvPr id="51" name="インク 50">
                  <a:extLst>
                    <a:ext uri="{FF2B5EF4-FFF2-40B4-BE49-F238E27FC236}">
                      <a16:creationId xmlns:a16="http://schemas.microsoft.com/office/drawing/2014/main" id="{E60F1A16-D888-3C66-2D2D-1A2374048E6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298890" y="2399430"/>
                  <a:ext cx="677520" cy="9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3" name="インク 52">
                  <a:extLst>
                    <a:ext uri="{FF2B5EF4-FFF2-40B4-BE49-F238E27FC236}">
                      <a16:creationId xmlns:a16="http://schemas.microsoft.com/office/drawing/2014/main" id="{57C48C63-1513-217E-2A4B-510149CF2F97}"/>
                    </a:ext>
                  </a:extLst>
                </p14:cNvPr>
                <p14:cNvContentPartPr/>
                <p14:nvPr/>
              </p14:nvContentPartPr>
              <p14:xfrm>
                <a:off x="8195490" y="4203750"/>
                <a:ext cx="455040" cy="17280"/>
              </p14:xfrm>
            </p:contentPart>
          </mc:Choice>
          <mc:Fallback xmlns="">
            <p:pic>
              <p:nvPicPr>
                <p:cNvPr id="53" name="インク 52">
                  <a:extLst>
                    <a:ext uri="{FF2B5EF4-FFF2-40B4-BE49-F238E27FC236}">
                      <a16:creationId xmlns:a16="http://schemas.microsoft.com/office/drawing/2014/main" id="{57C48C63-1513-217E-2A4B-510149CF2F9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177850" y="4186110"/>
                  <a:ext cx="4906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4" name="インク 53">
                  <a:extLst>
                    <a:ext uri="{FF2B5EF4-FFF2-40B4-BE49-F238E27FC236}">
                      <a16:creationId xmlns:a16="http://schemas.microsoft.com/office/drawing/2014/main" id="{B704634F-C70C-0EAB-AF98-433EFA90DBF3}"/>
                    </a:ext>
                  </a:extLst>
                </p14:cNvPr>
                <p14:cNvContentPartPr/>
                <p14:nvPr/>
              </p14:nvContentPartPr>
              <p14:xfrm>
                <a:off x="7979490" y="4046790"/>
                <a:ext cx="768240" cy="815760"/>
              </p14:xfrm>
            </p:contentPart>
          </mc:Choice>
          <mc:Fallback xmlns="">
            <p:pic>
              <p:nvPicPr>
                <p:cNvPr id="54" name="インク 53">
                  <a:extLst>
                    <a:ext uri="{FF2B5EF4-FFF2-40B4-BE49-F238E27FC236}">
                      <a16:creationId xmlns:a16="http://schemas.microsoft.com/office/drawing/2014/main" id="{B704634F-C70C-0EAB-AF98-433EFA90DBF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961490" y="4028790"/>
                  <a:ext cx="803880" cy="85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5" name="インク 54">
                  <a:extLst>
                    <a:ext uri="{FF2B5EF4-FFF2-40B4-BE49-F238E27FC236}">
                      <a16:creationId xmlns:a16="http://schemas.microsoft.com/office/drawing/2014/main" id="{08CBFE7E-8E6E-5F53-58FF-1C2AA1EBF604}"/>
                    </a:ext>
                  </a:extLst>
                </p14:cNvPr>
                <p14:cNvContentPartPr/>
                <p14:nvPr/>
              </p14:nvContentPartPr>
              <p14:xfrm>
                <a:off x="8935290" y="4019790"/>
                <a:ext cx="354240" cy="916560"/>
              </p14:xfrm>
            </p:contentPart>
          </mc:Choice>
          <mc:Fallback xmlns="">
            <p:pic>
              <p:nvPicPr>
                <p:cNvPr id="55" name="インク 54">
                  <a:extLst>
                    <a:ext uri="{FF2B5EF4-FFF2-40B4-BE49-F238E27FC236}">
                      <a16:creationId xmlns:a16="http://schemas.microsoft.com/office/drawing/2014/main" id="{08CBFE7E-8E6E-5F53-58FF-1C2AA1EBF60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917290" y="4001790"/>
                  <a:ext cx="389880" cy="9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6" name="インク 55">
                  <a:extLst>
                    <a:ext uri="{FF2B5EF4-FFF2-40B4-BE49-F238E27FC236}">
                      <a16:creationId xmlns:a16="http://schemas.microsoft.com/office/drawing/2014/main" id="{84056150-00C1-2BB9-366C-377C7FC988A3}"/>
                    </a:ext>
                  </a:extLst>
                </p14:cNvPr>
                <p14:cNvContentPartPr/>
                <p14:nvPr/>
              </p14:nvContentPartPr>
              <p14:xfrm>
                <a:off x="9591930" y="3996390"/>
                <a:ext cx="719280" cy="810720"/>
              </p14:xfrm>
            </p:contentPart>
          </mc:Choice>
          <mc:Fallback xmlns="">
            <p:pic>
              <p:nvPicPr>
                <p:cNvPr id="56" name="インク 55">
                  <a:extLst>
                    <a:ext uri="{FF2B5EF4-FFF2-40B4-BE49-F238E27FC236}">
                      <a16:creationId xmlns:a16="http://schemas.microsoft.com/office/drawing/2014/main" id="{84056150-00C1-2BB9-366C-377C7FC988A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573930" y="3978750"/>
                  <a:ext cx="754920" cy="84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7" name="インク 56">
                  <a:extLst>
                    <a:ext uri="{FF2B5EF4-FFF2-40B4-BE49-F238E27FC236}">
                      <a16:creationId xmlns:a16="http://schemas.microsoft.com/office/drawing/2014/main" id="{FA954925-B83F-D449-EFAB-583969304B91}"/>
                    </a:ext>
                  </a:extLst>
                </p14:cNvPr>
                <p14:cNvContentPartPr/>
                <p14:nvPr/>
              </p14:nvContentPartPr>
              <p14:xfrm>
                <a:off x="10327770" y="3971910"/>
                <a:ext cx="588240" cy="877320"/>
              </p14:xfrm>
            </p:contentPart>
          </mc:Choice>
          <mc:Fallback xmlns="">
            <p:pic>
              <p:nvPicPr>
                <p:cNvPr id="57" name="インク 56">
                  <a:extLst>
                    <a:ext uri="{FF2B5EF4-FFF2-40B4-BE49-F238E27FC236}">
                      <a16:creationId xmlns:a16="http://schemas.microsoft.com/office/drawing/2014/main" id="{FA954925-B83F-D449-EFAB-583969304B9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309770" y="3954270"/>
                  <a:ext cx="623880" cy="9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8" name="インク 57">
                  <a:extLst>
                    <a:ext uri="{FF2B5EF4-FFF2-40B4-BE49-F238E27FC236}">
                      <a16:creationId xmlns:a16="http://schemas.microsoft.com/office/drawing/2014/main" id="{FE348F39-208B-9C10-CA9E-CE4BBEAC238D}"/>
                    </a:ext>
                  </a:extLst>
                </p14:cNvPr>
                <p14:cNvContentPartPr/>
                <p14:nvPr/>
              </p14:nvContentPartPr>
              <p14:xfrm>
                <a:off x="11181690" y="3585630"/>
                <a:ext cx="445680" cy="851760"/>
              </p14:xfrm>
            </p:contentPart>
          </mc:Choice>
          <mc:Fallback xmlns="">
            <p:pic>
              <p:nvPicPr>
                <p:cNvPr id="58" name="インク 57">
                  <a:extLst>
                    <a:ext uri="{FF2B5EF4-FFF2-40B4-BE49-F238E27FC236}">
                      <a16:creationId xmlns:a16="http://schemas.microsoft.com/office/drawing/2014/main" id="{FE348F39-208B-9C10-CA9E-CE4BBEAC238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164050" y="3567630"/>
                  <a:ext cx="481320" cy="8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9" name="インク 58">
                  <a:extLst>
                    <a:ext uri="{FF2B5EF4-FFF2-40B4-BE49-F238E27FC236}">
                      <a16:creationId xmlns:a16="http://schemas.microsoft.com/office/drawing/2014/main" id="{ABCF2E02-009D-A5F6-66B3-261827358FF8}"/>
                    </a:ext>
                  </a:extLst>
                </p14:cNvPr>
                <p14:cNvContentPartPr/>
                <p14:nvPr/>
              </p14:nvContentPartPr>
              <p14:xfrm>
                <a:off x="11211210" y="3645750"/>
                <a:ext cx="360720" cy="632160"/>
              </p14:xfrm>
            </p:contentPart>
          </mc:Choice>
          <mc:Fallback xmlns="">
            <p:pic>
              <p:nvPicPr>
                <p:cNvPr id="59" name="インク 58">
                  <a:extLst>
                    <a:ext uri="{FF2B5EF4-FFF2-40B4-BE49-F238E27FC236}">
                      <a16:creationId xmlns:a16="http://schemas.microsoft.com/office/drawing/2014/main" id="{ABCF2E02-009D-A5F6-66B3-261827358FF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193210" y="3627750"/>
                  <a:ext cx="396360" cy="6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0" name="インク 59">
                  <a:extLst>
                    <a:ext uri="{FF2B5EF4-FFF2-40B4-BE49-F238E27FC236}">
                      <a16:creationId xmlns:a16="http://schemas.microsoft.com/office/drawing/2014/main" id="{EE6B9DF6-41DD-3B3D-8BFA-D74FAC6F96B2}"/>
                    </a:ext>
                  </a:extLst>
                </p14:cNvPr>
                <p14:cNvContentPartPr/>
                <p14:nvPr/>
              </p14:nvContentPartPr>
              <p14:xfrm>
                <a:off x="11140650" y="4602630"/>
                <a:ext cx="142920" cy="236520"/>
              </p14:xfrm>
            </p:contentPart>
          </mc:Choice>
          <mc:Fallback xmlns="">
            <p:pic>
              <p:nvPicPr>
                <p:cNvPr id="60" name="インク 59">
                  <a:extLst>
                    <a:ext uri="{FF2B5EF4-FFF2-40B4-BE49-F238E27FC236}">
                      <a16:creationId xmlns:a16="http://schemas.microsoft.com/office/drawing/2014/main" id="{EE6B9DF6-41DD-3B3D-8BFA-D74FAC6F96B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122650" y="4584990"/>
                  <a:ext cx="178560" cy="27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グループ化 84">
            <a:extLst>
              <a:ext uri="{FF2B5EF4-FFF2-40B4-BE49-F238E27FC236}">
                <a16:creationId xmlns:a16="http://schemas.microsoft.com/office/drawing/2014/main" id="{9E7C3208-600E-710E-91FC-29F17C5D7EEF}"/>
              </a:ext>
            </a:extLst>
          </p:cNvPr>
          <p:cNvGrpSpPr/>
          <p:nvPr/>
        </p:nvGrpSpPr>
        <p:grpSpPr>
          <a:xfrm>
            <a:off x="9092034" y="293454"/>
            <a:ext cx="1469664" cy="4812696"/>
            <a:chOff x="2164770" y="69870"/>
            <a:chExt cx="349920" cy="114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63" name="インク 62">
                  <a:extLst>
                    <a:ext uri="{FF2B5EF4-FFF2-40B4-BE49-F238E27FC236}">
                      <a16:creationId xmlns:a16="http://schemas.microsoft.com/office/drawing/2014/main" id="{81C9F19A-E837-A03E-0E90-6AFEFBF9AB74}"/>
                    </a:ext>
                  </a:extLst>
                </p14:cNvPr>
                <p14:cNvContentPartPr/>
                <p14:nvPr/>
              </p14:nvContentPartPr>
              <p14:xfrm>
                <a:off x="2216250" y="170670"/>
                <a:ext cx="99000" cy="7200"/>
              </p14:xfrm>
            </p:contentPart>
          </mc:Choice>
          <mc:Fallback xmlns="">
            <p:pic>
              <p:nvPicPr>
                <p:cNvPr id="63" name="インク 62">
                  <a:extLst>
                    <a:ext uri="{FF2B5EF4-FFF2-40B4-BE49-F238E27FC236}">
                      <a16:creationId xmlns:a16="http://schemas.microsoft.com/office/drawing/2014/main" id="{81C9F19A-E837-A03E-0E90-6AFEFBF9AB7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211930" y="166350"/>
                  <a:ext cx="10764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4" name="インク 63">
                  <a:extLst>
                    <a:ext uri="{FF2B5EF4-FFF2-40B4-BE49-F238E27FC236}">
                      <a16:creationId xmlns:a16="http://schemas.microsoft.com/office/drawing/2014/main" id="{DFD53C82-0965-124A-511C-4E17A1CFFC1D}"/>
                    </a:ext>
                  </a:extLst>
                </p14:cNvPr>
                <p14:cNvContentPartPr/>
                <p14:nvPr/>
              </p14:nvContentPartPr>
              <p14:xfrm>
                <a:off x="2164770" y="205230"/>
                <a:ext cx="336240" cy="66600"/>
              </p14:xfrm>
            </p:contentPart>
          </mc:Choice>
          <mc:Fallback xmlns="">
            <p:pic>
              <p:nvPicPr>
                <p:cNvPr id="64" name="インク 63">
                  <a:extLst>
                    <a:ext uri="{FF2B5EF4-FFF2-40B4-BE49-F238E27FC236}">
                      <a16:creationId xmlns:a16="http://schemas.microsoft.com/office/drawing/2014/main" id="{DFD53C82-0965-124A-511C-4E17A1CFFC1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60450" y="200910"/>
                  <a:ext cx="3448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5" name="インク 64">
                  <a:extLst>
                    <a:ext uri="{FF2B5EF4-FFF2-40B4-BE49-F238E27FC236}">
                      <a16:creationId xmlns:a16="http://schemas.microsoft.com/office/drawing/2014/main" id="{20C8795E-BEE4-3ADD-F7C1-4C8C42150A77}"/>
                    </a:ext>
                  </a:extLst>
                </p14:cNvPr>
                <p14:cNvContentPartPr/>
                <p14:nvPr/>
              </p14:nvContentPartPr>
              <p14:xfrm>
                <a:off x="2263770" y="245190"/>
                <a:ext cx="17640" cy="122760"/>
              </p14:xfrm>
            </p:contentPart>
          </mc:Choice>
          <mc:Fallback xmlns="">
            <p:pic>
              <p:nvPicPr>
                <p:cNvPr id="65" name="インク 64">
                  <a:extLst>
                    <a:ext uri="{FF2B5EF4-FFF2-40B4-BE49-F238E27FC236}">
                      <a16:creationId xmlns:a16="http://schemas.microsoft.com/office/drawing/2014/main" id="{20C8795E-BEE4-3ADD-F7C1-4C8C42150A7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259450" y="240870"/>
                  <a:ext cx="262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6" name="インク 65">
                  <a:extLst>
                    <a:ext uri="{FF2B5EF4-FFF2-40B4-BE49-F238E27FC236}">
                      <a16:creationId xmlns:a16="http://schemas.microsoft.com/office/drawing/2014/main" id="{F797480C-63CF-E45D-C43D-C3608FC18092}"/>
                    </a:ext>
                  </a:extLst>
                </p14:cNvPr>
                <p14:cNvContentPartPr/>
                <p14:nvPr/>
              </p14:nvContentPartPr>
              <p14:xfrm>
                <a:off x="2267370" y="320070"/>
                <a:ext cx="70920" cy="9000"/>
              </p14:xfrm>
            </p:contentPart>
          </mc:Choice>
          <mc:Fallback xmlns="">
            <p:pic>
              <p:nvPicPr>
                <p:cNvPr id="66" name="インク 65">
                  <a:extLst>
                    <a:ext uri="{FF2B5EF4-FFF2-40B4-BE49-F238E27FC236}">
                      <a16:creationId xmlns:a16="http://schemas.microsoft.com/office/drawing/2014/main" id="{F797480C-63CF-E45D-C43D-C3608FC1809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263050" y="315750"/>
                  <a:ext cx="7956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7" name="インク 66">
                  <a:extLst>
                    <a:ext uri="{FF2B5EF4-FFF2-40B4-BE49-F238E27FC236}">
                      <a16:creationId xmlns:a16="http://schemas.microsoft.com/office/drawing/2014/main" id="{7FE1D71F-F215-CCC5-DFEF-1A7112C03C60}"/>
                    </a:ext>
                  </a:extLst>
                </p14:cNvPr>
                <p14:cNvContentPartPr/>
                <p14:nvPr/>
              </p14:nvContentPartPr>
              <p14:xfrm>
                <a:off x="2221290" y="308190"/>
                <a:ext cx="36360" cy="69840"/>
              </p14:xfrm>
            </p:contentPart>
          </mc:Choice>
          <mc:Fallback xmlns="">
            <p:pic>
              <p:nvPicPr>
                <p:cNvPr id="67" name="インク 66">
                  <a:extLst>
                    <a:ext uri="{FF2B5EF4-FFF2-40B4-BE49-F238E27FC236}">
                      <a16:creationId xmlns:a16="http://schemas.microsoft.com/office/drawing/2014/main" id="{7FE1D71F-F215-CCC5-DFEF-1A7112C03C6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216970" y="303870"/>
                  <a:ext cx="450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8" name="インク 67">
                  <a:extLst>
                    <a:ext uri="{FF2B5EF4-FFF2-40B4-BE49-F238E27FC236}">
                      <a16:creationId xmlns:a16="http://schemas.microsoft.com/office/drawing/2014/main" id="{DE839EE3-7ED4-647F-32D3-265441E91E67}"/>
                    </a:ext>
                  </a:extLst>
                </p14:cNvPr>
                <p14:cNvContentPartPr/>
                <p14:nvPr/>
              </p14:nvContentPartPr>
              <p14:xfrm>
                <a:off x="2189970" y="320070"/>
                <a:ext cx="183960" cy="84600"/>
              </p14:xfrm>
            </p:contentPart>
          </mc:Choice>
          <mc:Fallback xmlns="">
            <p:pic>
              <p:nvPicPr>
                <p:cNvPr id="68" name="インク 67">
                  <a:extLst>
                    <a:ext uri="{FF2B5EF4-FFF2-40B4-BE49-F238E27FC236}">
                      <a16:creationId xmlns:a16="http://schemas.microsoft.com/office/drawing/2014/main" id="{DE839EE3-7ED4-647F-32D3-265441E91E6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185650" y="315750"/>
                  <a:ext cx="1926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9" name="インク 68">
                  <a:extLst>
                    <a:ext uri="{FF2B5EF4-FFF2-40B4-BE49-F238E27FC236}">
                      <a16:creationId xmlns:a16="http://schemas.microsoft.com/office/drawing/2014/main" id="{CFB49129-210C-AD79-68FE-ABF8BE4AB370}"/>
                    </a:ext>
                  </a:extLst>
                </p14:cNvPr>
                <p14:cNvContentPartPr/>
                <p14:nvPr/>
              </p14:nvContentPartPr>
              <p14:xfrm>
                <a:off x="2399130" y="112350"/>
                <a:ext cx="109440" cy="261720"/>
              </p14:xfrm>
            </p:contentPart>
          </mc:Choice>
          <mc:Fallback xmlns="">
            <p:pic>
              <p:nvPicPr>
                <p:cNvPr id="69" name="インク 68">
                  <a:extLst>
                    <a:ext uri="{FF2B5EF4-FFF2-40B4-BE49-F238E27FC236}">
                      <a16:creationId xmlns:a16="http://schemas.microsoft.com/office/drawing/2014/main" id="{CFB49129-210C-AD79-68FE-ABF8BE4AB37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394810" y="108030"/>
                  <a:ext cx="1180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70" name="インク 69">
                  <a:extLst>
                    <a:ext uri="{FF2B5EF4-FFF2-40B4-BE49-F238E27FC236}">
                      <a16:creationId xmlns:a16="http://schemas.microsoft.com/office/drawing/2014/main" id="{61CDF95B-6989-3967-810C-77F6AA0C5BCF}"/>
                    </a:ext>
                  </a:extLst>
                </p14:cNvPr>
                <p14:cNvContentPartPr/>
                <p14:nvPr/>
              </p14:nvContentPartPr>
              <p14:xfrm>
                <a:off x="2484090" y="69870"/>
                <a:ext cx="30600" cy="84600"/>
              </p14:xfrm>
            </p:contentPart>
          </mc:Choice>
          <mc:Fallback xmlns="">
            <p:pic>
              <p:nvPicPr>
                <p:cNvPr id="70" name="インク 69">
                  <a:extLst>
                    <a:ext uri="{FF2B5EF4-FFF2-40B4-BE49-F238E27FC236}">
                      <a16:creationId xmlns:a16="http://schemas.microsoft.com/office/drawing/2014/main" id="{61CDF95B-6989-3967-810C-77F6AA0C5BC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479770" y="65550"/>
                  <a:ext cx="392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1" name="インク 70">
                  <a:extLst>
                    <a:ext uri="{FF2B5EF4-FFF2-40B4-BE49-F238E27FC236}">
                      <a16:creationId xmlns:a16="http://schemas.microsoft.com/office/drawing/2014/main" id="{957ECA96-19D3-F021-DA7B-2413C75806A8}"/>
                    </a:ext>
                  </a:extLst>
                </p14:cNvPr>
                <p14:cNvContentPartPr/>
                <p14:nvPr/>
              </p14:nvContentPartPr>
              <p14:xfrm>
                <a:off x="2298330" y="471270"/>
                <a:ext cx="14400" cy="46440"/>
              </p14:xfrm>
            </p:contentPart>
          </mc:Choice>
          <mc:Fallback xmlns="">
            <p:pic>
              <p:nvPicPr>
                <p:cNvPr id="71" name="インク 70">
                  <a:extLst>
                    <a:ext uri="{FF2B5EF4-FFF2-40B4-BE49-F238E27FC236}">
                      <a16:creationId xmlns:a16="http://schemas.microsoft.com/office/drawing/2014/main" id="{957ECA96-19D3-F021-DA7B-2413C75806A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294010" y="466950"/>
                  <a:ext cx="230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74" name="インク 73">
                  <a:extLst>
                    <a:ext uri="{FF2B5EF4-FFF2-40B4-BE49-F238E27FC236}">
                      <a16:creationId xmlns:a16="http://schemas.microsoft.com/office/drawing/2014/main" id="{0FA7D842-4519-0BE7-F31A-CF6C8CA4878C}"/>
                    </a:ext>
                  </a:extLst>
                </p14:cNvPr>
                <p14:cNvContentPartPr/>
                <p14:nvPr/>
              </p14:nvContentPartPr>
              <p14:xfrm>
                <a:off x="2225610" y="553350"/>
                <a:ext cx="215280" cy="26640"/>
              </p14:xfrm>
            </p:contentPart>
          </mc:Choice>
          <mc:Fallback xmlns="">
            <p:pic>
              <p:nvPicPr>
                <p:cNvPr id="74" name="インク 73">
                  <a:extLst>
                    <a:ext uri="{FF2B5EF4-FFF2-40B4-BE49-F238E27FC236}">
                      <a16:creationId xmlns:a16="http://schemas.microsoft.com/office/drawing/2014/main" id="{0FA7D842-4519-0BE7-F31A-CF6C8CA4878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21290" y="549030"/>
                  <a:ext cx="2239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5" name="インク 74">
                  <a:extLst>
                    <a:ext uri="{FF2B5EF4-FFF2-40B4-BE49-F238E27FC236}">
                      <a16:creationId xmlns:a16="http://schemas.microsoft.com/office/drawing/2014/main" id="{E7CA1F2C-187F-0A36-8EBB-29F12D02D06E}"/>
                    </a:ext>
                  </a:extLst>
                </p14:cNvPr>
                <p14:cNvContentPartPr/>
                <p14:nvPr/>
              </p14:nvContentPartPr>
              <p14:xfrm>
                <a:off x="2198250" y="540390"/>
                <a:ext cx="80640" cy="273600"/>
              </p14:xfrm>
            </p:contentPart>
          </mc:Choice>
          <mc:Fallback xmlns="">
            <p:pic>
              <p:nvPicPr>
                <p:cNvPr id="75" name="インク 74">
                  <a:extLst>
                    <a:ext uri="{FF2B5EF4-FFF2-40B4-BE49-F238E27FC236}">
                      <a16:creationId xmlns:a16="http://schemas.microsoft.com/office/drawing/2014/main" id="{E7CA1F2C-187F-0A36-8EBB-29F12D02D06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193930" y="536070"/>
                  <a:ext cx="892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6" name="インク 75">
                  <a:extLst>
                    <a:ext uri="{FF2B5EF4-FFF2-40B4-BE49-F238E27FC236}">
                      <a16:creationId xmlns:a16="http://schemas.microsoft.com/office/drawing/2014/main" id="{E2963F51-5B95-52C4-B242-EB37316F7266}"/>
                    </a:ext>
                  </a:extLst>
                </p14:cNvPr>
                <p14:cNvContentPartPr/>
                <p14:nvPr/>
              </p14:nvContentPartPr>
              <p14:xfrm>
                <a:off x="2326050" y="627150"/>
                <a:ext cx="74880" cy="29880"/>
              </p14:xfrm>
            </p:contentPart>
          </mc:Choice>
          <mc:Fallback xmlns="">
            <p:pic>
              <p:nvPicPr>
                <p:cNvPr id="76" name="インク 75">
                  <a:extLst>
                    <a:ext uri="{FF2B5EF4-FFF2-40B4-BE49-F238E27FC236}">
                      <a16:creationId xmlns:a16="http://schemas.microsoft.com/office/drawing/2014/main" id="{E2963F51-5B95-52C4-B242-EB37316F726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321730" y="622830"/>
                  <a:ext cx="83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7" name="インク 76">
                  <a:extLst>
                    <a:ext uri="{FF2B5EF4-FFF2-40B4-BE49-F238E27FC236}">
                      <a16:creationId xmlns:a16="http://schemas.microsoft.com/office/drawing/2014/main" id="{8152825C-0248-DEEB-C415-9D146B383659}"/>
                    </a:ext>
                  </a:extLst>
                </p14:cNvPr>
                <p14:cNvContentPartPr/>
                <p14:nvPr/>
              </p14:nvContentPartPr>
              <p14:xfrm>
                <a:off x="2295450" y="664590"/>
                <a:ext cx="105480" cy="74160"/>
              </p14:xfrm>
            </p:contentPart>
          </mc:Choice>
          <mc:Fallback xmlns="">
            <p:pic>
              <p:nvPicPr>
                <p:cNvPr id="77" name="インク 76">
                  <a:extLst>
                    <a:ext uri="{FF2B5EF4-FFF2-40B4-BE49-F238E27FC236}">
                      <a16:creationId xmlns:a16="http://schemas.microsoft.com/office/drawing/2014/main" id="{8152825C-0248-DEEB-C415-9D146B38365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291130" y="660270"/>
                  <a:ext cx="1141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8" name="インク 77">
                  <a:extLst>
                    <a:ext uri="{FF2B5EF4-FFF2-40B4-BE49-F238E27FC236}">
                      <a16:creationId xmlns:a16="http://schemas.microsoft.com/office/drawing/2014/main" id="{B0CA343B-1989-52A3-9C13-F3DF4383CB8E}"/>
                    </a:ext>
                  </a:extLst>
                </p14:cNvPr>
                <p14:cNvContentPartPr/>
                <p14:nvPr/>
              </p14:nvContentPartPr>
              <p14:xfrm>
                <a:off x="2336130" y="699150"/>
                <a:ext cx="46080" cy="6840"/>
              </p14:xfrm>
            </p:contentPart>
          </mc:Choice>
          <mc:Fallback xmlns="">
            <p:pic>
              <p:nvPicPr>
                <p:cNvPr id="78" name="インク 77">
                  <a:extLst>
                    <a:ext uri="{FF2B5EF4-FFF2-40B4-BE49-F238E27FC236}">
                      <a16:creationId xmlns:a16="http://schemas.microsoft.com/office/drawing/2014/main" id="{B0CA343B-1989-52A3-9C13-F3DF4383CB8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331810" y="694830"/>
                  <a:ext cx="5472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9" name="インク 78">
                  <a:extLst>
                    <a:ext uri="{FF2B5EF4-FFF2-40B4-BE49-F238E27FC236}">
                      <a16:creationId xmlns:a16="http://schemas.microsoft.com/office/drawing/2014/main" id="{26C16ABE-945B-91CB-B8F5-094AE775173B}"/>
                    </a:ext>
                  </a:extLst>
                </p14:cNvPr>
                <p14:cNvContentPartPr/>
                <p14:nvPr/>
              </p14:nvContentPartPr>
              <p14:xfrm>
                <a:off x="2329290" y="717870"/>
                <a:ext cx="49680" cy="17280"/>
              </p14:xfrm>
            </p:contentPart>
          </mc:Choice>
          <mc:Fallback xmlns="">
            <p:pic>
              <p:nvPicPr>
                <p:cNvPr id="79" name="インク 78">
                  <a:extLst>
                    <a:ext uri="{FF2B5EF4-FFF2-40B4-BE49-F238E27FC236}">
                      <a16:creationId xmlns:a16="http://schemas.microsoft.com/office/drawing/2014/main" id="{26C16ABE-945B-91CB-B8F5-094AE775173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324970" y="713550"/>
                  <a:ext cx="583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0" name="インク 79">
                  <a:extLst>
                    <a:ext uri="{FF2B5EF4-FFF2-40B4-BE49-F238E27FC236}">
                      <a16:creationId xmlns:a16="http://schemas.microsoft.com/office/drawing/2014/main" id="{20EB6DB0-9370-522F-DAA7-707F570A7970}"/>
                    </a:ext>
                  </a:extLst>
                </p14:cNvPr>
                <p14:cNvContentPartPr/>
                <p14:nvPr/>
              </p14:nvContentPartPr>
              <p14:xfrm>
                <a:off x="2249730" y="732630"/>
                <a:ext cx="211320" cy="56160"/>
              </p14:xfrm>
            </p:contentPart>
          </mc:Choice>
          <mc:Fallback xmlns="">
            <p:pic>
              <p:nvPicPr>
                <p:cNvPr id="80" name="インク 79">
                  <a:extLst>
                    <a:ext uri="{FF2B5EF4-FFF2-40B4-BE49-F238E27FC236}">
                      <a16:creationId xmlns:a16="http://schemas.microsoft.com/office/drawing/2014/main" id="{20EB6DB0-9370-522F-DAA7-707F570A797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245410" y="728310"/>
                  <a:ext cx="2199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1" name="インク 80">
                  <a:extLst>
                    <a:ext uri="{FF2B5EF4-FFF2-40B4-BE49-F238E27FC236}">
                      <a16:creationId xmlns:a16="http://schemas.microsoft.com/office/drawing/2014/main" id="{3A1F381E-FE18-306A-BD07-DD8808F581E5}"/>
                    </a:ext>
                  </a:extLst>
                </p14:cNvPr>
                <p14:cNvContentPartPr/>
                <p14:nvPr/>
              </p14:nvContentPartPr>
              <p14:xfrm>
                <a:off x="2354850" y="585750"/>
                <a:ext cx="48960" cy="278640"/>
              </p14:xfrm>
            </p:contentPart>
          </mc:Choice>
          <mc:Fallback xmlns="">
            <p:pic>
              <p:nvPicPr>
                <p:cNvPr id="81" name="インク 80">
                  <a:extLst>
                    <a:ext uri="{FF2B5EF4-FFF2-40B4-BE49-F238E27FC236}">
                      <a16:creationId xmlns:a16="http://schemas.microsoft.com/office/drawing/2014/main" id="{3A1F381E-FE18-306A-BD07-DD8808F581E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350530" y="581430"/>
                  <a:ext cx="576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2" name="インク 81">
                  <a:extLst>
                    <a:ext uri="{FF2B5EF4-FFF2-40B4-BE49-F238E27FC236}">
                      <a16:creationId xmlns:a16="http://schemas.microsoft.com/office/drawing/2014/main" id="{57F2985A-2AB1-1076-8B5D-B06B1D03013B}"/>
                    </a:ext>
                  </a:extLst>
                </p14:cNvPr>
                <p14:cNvContentPartPr/>
                <p14:nvPr/>
              </p14:nvContentPartPr>
              <p14:xfrm>
                <a:off x="2238930" y="952950"/>
                <a:ext cx="53640" cy="237240"/>
              </p14:xfrm>
            </p:contentPart>
          </mc:Choice>
          <mc:Fallback xmlns="">
            <p:pic>
              <p:nvPicPr>
                <p:cNvPr id="82" name="インク 81">
                  <a:extLst>
                    <a:ext uri="{FF2B5EF4-FFF2-40B4-BE49-F238E27FC236}">
                      <a16:creationId xmlns:a16="http://schemas.microsoft.com/office/drawing/2014/main" id="{57F2985A-2AB1-1076-8B5D-B06B1D03013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234610" y="948630"/>
                  <a:ext cx="622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3" name="インク 82">
                  <a:extLst>
                    <a:ext uri="{FF2B5EF4-FFF2-40B4-BE49-F238E27FC236}">
                      <a16:creationId xmlns:a16="http://schemas.microsoft.com/office/drawing/2014/main" id="{155D9D9E-DC40-F7FE-1604-66C7789245AE}"/>
                    </a:ext>
                  </a:extLst>
                </p14:cNvPr>
                <p14:cNvContentPartPr/>
                <p14:nvPr/>
              </p14:nvContentPartPr>
              <p14:xfrm>
                <a:off x="2313450" y="1039350"/>
                <a:ext cx="46080" cy="105480"/>
              </p14:xfrm>
            </p:contentPart>
          </mc:Choice>
          <mc:Fallback xmlns="">
            <p:pic>
              <p:nvPicPr>
                <p:cNvPr id="83" name="インク 82">
                  <a:extLst>
                    <a:ext uri="{FF2B5EF4-FFF2-40B4-BE49-F238E27FC236}">
                      <a16:creationId xmlns:a16="http://schemas.microsoft.com/office/drawing/2014/main" id="{155D9D9E-DC40-F7FE-1604-66C7789245A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309130" y="1035030"/>
                  <a:ext cx="547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4" name="インク 83">
                  <a:extLst>
                    <a:ext uri="{FF2B5EF4-FFF2-40B4-BE49-F238E27FC236}">
                      <a16:creationId xmlns:a16="http://schemas.microsoft.com/office/drawing/2014/main" id="{FC8392FB-7905-3825-73D5-8356FD5E41A7}"/>
                    </a:ext>
                  </a:extLst>
                </p14:cNvPr>
                <p14:cNvContentPartPr/>
                <p14:nvPr/>
              </p14:nvContentPartPr>
              <p14:xfrm>
                <a:off x="2436210" y="921990"/>
                <a:ext cx="12240" cy="293760"/>
              </p14:xfrm>
            </p:contentPart>
          </mc:Choice>
          <mc:Fallback xmlns="">
            <p:pic>
              <p:nvPicPr>
                <p:cNvPr id="84" name="インク 83">
                  <a:extLst>
                    <a:ext uri="{FF2B5EF4-FFF2-40B4-BE49-F238E27FC236}">
                      <a16:creationId xmlns:a16="http://schemas.microsoft.com/office/drawing/2014/main" id="{FC8392FB-7905-3825-73D5-8356FD5E41A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431890" y="917670"/>
                  <a:ext cx="20880" cy="30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グループ化 103">
            <a:extLst>
              <a:ext uri="{FF2B5EF4-FFF2-40B4-BE49-F238E27FC236}">
                <a16:creationId xmlns:a16="http://schemas.microsoft.com/office/drawing/2014/main" id="{FA156C83-9497-CD13-6E9E-6C351EDEC0AE}"/>
              </a:ext>
            </a:extLst>
          </p:cNvPr>
          <p:cNvGrpSpPr/>
          <p:nvPr/>
        </p:nvGrpSpPr>
        <p:grpSpPr>
          <a:xfrm>
            <a:off x="18467946" y="893718"/>
            <a:ext cx="1289736" cy="4245696"/>
            <a:chOff x="4397130" y="212790"/>
            <a:chExt cx="307080" cy="101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6" name="インク 85">
                  <a:extLst>
                    <a:ext uri="{FF2B5EF4-FFF2-40B4-BE49-F238E27FC236}">
                      <a16:creationId xmlns:a16="http://schemas.microsoft.com/office/drawing/2014/main" id="{790CC273-A9F7-FEB7-843D-D62E0DA25C75}"/>
                    </a:ext>
                  </a:extLst>
                </p14:cNvPr>
                <p14:cNvContentPartPr/>
                <p14:nvPr/>
              </p14:nvContentPartPr>
              <p14:xfrm>
                <a:off x="4442490" y="212790"/>
                <a:ext cx="156240" cy="22680"/>
              </p14:xfrm>
            </p:contentPart>
          </mc:Choice>
          <mc:Fallback xmlns="">
            <p:pic>
              <p:nvPicPr>
                <p:cNvPr id="86" name="インク 85">
                  <a:extLst>
                    <a:ext uri="{FF2B5EF4-FFF2-40B4-BE49-F238E27FC236}">
                      <a16:creationId xmlns:a16="http://schemas.microsoft.com/office/drawing/2014/main" id="{790CC273-A9F7-FEB7-843D-D62E0DA25C7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438170" y="208470"/>
                  <a:ext cx="1648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7" name="インク 86">
                  <a:extLst>
                    <a:ext uri="{FF2B5EF4-FFF2-40B4-BE49-F238E27FC236}">
                      <a16:creationId xmlns:a16="http://schemas.microsoft.com/office/drawing/2014/main" id="{C748807F-F470-3F3B-2853-D207DE70CFD6}"/>
                    </a:ext>
                  </a:extLst>
                </p14:cNvPr>
                <p14:cNvContentPartPr/>
                <p14:nvPr/>
              </p14:nvContentPartPr>
              <p14:xfrm>
                <a:off x="4511610" y="294150"/>
                <a:ext cx="8640" cy="41400"/>
              </p14:xfrm>
            </p:contentPart>
          </mc:Choice>
          <mc:Fallback xmlns="">
            <p:pic>
              <p:nvPicPr>
                <p:cNvPr id="87" name="インク 86">
                  <a:extLst>
                    <a:ext uri="{FF2B5EF4-FFF2-40B4-BE49-F238E27FC236}">
                      <a16:creationId xmlns:a16="http://schemas.microsoft.com/office/drawing/2014/main" id="{C748807F-F470-3F3B-2853-D207DE70CFD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507290" y="289830"/>
                  <a:ext cx="172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8" name="インク 87">
                  <a:extLst>
                    <a:ext uri="{FF2B5EF4-FFF2-40B4-BE49-F238E27FC236}">
                      <a16:creationId xmlns:a16="http://schemas.microsoft.com/office/drawing/2014/main" id="{5F625F63-E910-541B-8EEB-DE5F81CA36C2}"/>
                    </a:ext>
                  </a:extLst>
                </p14:cNvPr>
                <p14:cNvContentPartPr/>
                <p14:nvPr/>
              </p14:nvContentPartPr>
              <p14:xfrm>
                <a:off x="4436730" y="361470"/>
                <a:ext cx="163800" cy="14760"/>
              </p14:xfrm>
            </p:contentPart>
          </mc:Choice>
          <mc:Fallback xmlns="">
            <p:pic>
              <p:nvPicPr>
                <p:cNvPr id="88" name="インク 87">
                  <a:extLst>
                    <a:ext uri="{FF2B5EF4-FFF2-40B4-BE49-F238E27FC236}">
                      <a16:creationId xmlns:a16="http://schemas.microsoft.com/office/drawing/2014/main" id="{5F625F63-E910-541B-8EEB-DE5F81CA36C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432410" y="357150"/>
                  <a:ext cx="172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9" name="インク 88">
                  <a:extLst>
                    <a:ext uri="{FF2B5EF4-FFF2-40B4-BE49-F238E27FC236}">
                      <a16:creationId xmlns:a16="http://schemas.microsoft.com/office/drawing/2014/main" id="{05B20C24-1FD8-3B66-632C-D874380D6B93}"/>
                    </a:ext>
                  </a:extLst>
                </p14:cNvPr>
                <p14:cNvContentPartPr/>
                <p14:nvPr/>
              </p14:nvContentPartPr>
              <p14:xfrm>
                <a:off x="4397130" y="384150"/>
                <a:ext cx="67320" cy="263880"/>
              </p14:xfrm>
            </p:contentPart>
          </mc:Choice>
          <mc:Fallback xmlns="">
            <p:pic>
              <p:nvPicPr>
                <p:cNvPr id="89" name="インク 88">
                  <a:extLst>
                    <a:ext uri="{FF2B5EF4-FFF2-40B4-BE49-F238E27FC236}">
                      <a16:creationId xmlns:a16="http://schemas.microsoft.com/office/drawing/2014/main" id="{05B20C24-1FD8-3B66-632C-D874380D6B9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392810" y="379830"/>
                  <a:ext cx="759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0" name="インク 89">
                  <a:extLst>
                    <a:ext uri="{FF2B5EF4-FFF2-40B4-BE49-F238E27FC236}">
                      <a16:creationId xmlns:a16="http://schemas.microsoft.com/office/drawing/2014/main" id="{93F502FA-AE77-A8AF-9EF3-E7BCFCBF23D6}"/>
                    </a:ext>
                  </a:extLst>
                </p14:cNvPr>
                <p14:cNvContentPartPr/>
                <p14:nvPr/>
              </p14:nvContentPartPr>
              <p14:xfrm>
                <a:off x="4463370" y="434190"/>
                <a:ext cx="122400" cy="28800"/>
              </p14:xfrm>
            </p:contentPart>
          </mc:Choice>
          <mc:Fallback xmlns="">
            <p:pic>
              <p:nvPicPr>
                <p:cNvPr id="90" name="インク 89">
                  <a:extLst>
                    <a:ext uri="{FF2B5EF4-FFF2-40B4-BE49-F238E27FC236}">
                      <a16:creationId xmlns:a16="http://schemas.microsoft.com/office/drawing/2014/main" id="{93F502FA-AE77-A8AF-9EF3-E7BCFCBF23D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459050" y="429870"/>
                  <a:ext cx="131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1" name="インク 90">
                  <a:extLst>
                    <a:ext uri="{FF2B5EF4-FFF2-40B4-BE49-F238E27FC236}">
                      <a16:creationId xmlns:a16="http://schemas.microsoft.com/office/drawing/2014/main" id="{0B7972A7-0FE9-64EF-6442-C16D1E64091D}"/>
                    </a:ext>
                  </a:extLst>
                </p14:cNvPr>
                <p14:cNvContentPartPr/>
                <p14:nvPr/>
              </p14:nvContentPartPr>
              <p14:xfrm>
                <a:off x="4493970" y="465150"/>
                <a:ext cx="80280" cy="103320"/>
              </p14:xfrm>
            </p:contentPart>
          </mc:Choice>
          <mc:Fallback xmlns="">
            <p:pic>
              <p:nvPicPr>
                <p:cNvPr id="91" name="インク 90">
                  <a:extLst>
                    <a:ext uri="{FF2B5EF4-FFF2-40B4-BE49-F238E27FC236}">
                      <a16:creationId xmlns:a16="http://schemas.microsoft.com/office/drawing/2014/main" id="{0B7972A7-0FE9-64EF-6442-C16D1E64091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489650" y="460830"/>
                  <a:ext cx="889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2" name="インク 91">
                  <a:extLst>
                    <a:ext uri="{FF2B5EF4-FFF2-40B4-BE49-F238E27FC236}">
                      <a16:creationId xmlns:a16="http://schemas.microsoft.com/office/drawing/2014/main" id="{BA06190F-B193-B8EF-99AB-D3FA72BF9928}"/>
                    </a:ext>
                  </a:extLst>
                </p14:cNvPr>
                <p14:cNvContentPartPr/>
                <p14:nvPr/>
              </p14:nvContentPartPr>
              <p14:xfrm>
                <a:off x="4522410" y="508350"/>
                <a:ext cx="42840" cy="27360"/>
              </p14:xfrm>
            </p:contentPart>
          </mc:Choice>
          <mc:Fallback xmlns="">
            <p:pic>
              <p:nvPicPr>
                <p:cNvPr id="92" name="インク 91">
                  <a:extLst>
                    <a:ext uri="{FF2B5EF4-FFF2-40B4-BE49-F238E27FC236}">
                      <a16:creationId xmlns:a16="http://schemas.microsoft.com/office/drawing/2014/main" id="{BA06190F-B193-B8EF-99AB-D3FA72BF992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518090" y="504030"/>
                  <a:ext cx="51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3" name="インク 92">
                  <a:extLst>
                    <a:ext uri="{FF2B5EF4-FFF2-40B4-BE49-F238E27FC236}">
                      <a16:creationId xmlns:a16="http://schemas.microsoft.com/office/drawing/2014/main" id="{F3BF1922-504D-71C8-FD16-89A9370D9177}"/>
                    </a:ext>
                  </a:extLst>
                </p14:cNvPr>
                <p14:cNvContentPartPr/>
                <p14:nvPr/>
              </p14:nvContentPartPr>
              <p14:xfrm>
                <a:off x="4520250" y="539310"/>
                <a:ext cx="60840" cy="17640"/>
              </p14:xfrm>
            </p:contentPart>
          </mc:Choice>
          <mc:Fallback xmlns="">
            <p:pic>
              <p:nvPicPr>
                <p:cNvPr id="93" name="インク 92">
                  <a:extLst>
                    <a:ext uri="{FF2B5EF4-FFF2-40B4-BE49-F238E27FC236}">
                      <a16:creationId xmlns:a16="http://schemas.microsoft.com/office/drawing/2014/main" id="{F3BF1922-504D-71C8-FD16-89A9370D917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515930" y="534990"/>
                  <a:ext cx="694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4" name="インク 93">
                  <a:extLst>
                    <a:ext uri="{FF2B5EF4-FFF2-40B4-BE49-F238E27FC236}">
                      <a16:creationId xmlns:a16="http://schemas.microsoft.com/office/drawing/2014/main" id="{C4E84A54-72A6-E558-D96F-BA30FF29F253}"/>
                    </a:ext>
                  </a:extLst>
                </p14:cNvPr>
                <p14:cNvContentPartPr/>
                <p14:nvPr/>
              </p14:nvContentPartPr>
              <p14:xfrm>
                <a:off x="4448250" y="562350"/>
                <a:ext cx="178200" cy="41400"/>
              </p14:xfrm>
            </p:contentPart>
          </mc:Choice>
          <mc:Fallback xmlns="">
            <p:pic>
              <p:nvPicPr>
                <p:cNvPr id="94" name="インク 93">
                  <a:extLst>
                    <a:ext uri="{FF2B5EF4-FFF2-40B4-BE49-F238E27FC236}">
                      <a16:creationId xmlns:a16="http://schemas.microsoft.com/office/drawing/2014/main" id="{C4E84A54-72A6-E558-D96F-BA30FF29F25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443930" y="558030"/>
                  <a:ext cx="1868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5" name="インク 94">
                  <a:extLst>
                    <a:ext uri="{FF2B5EF4-FFF2-40B4-BE49-F238E27FC236}">
                      <a16:creationId xmlns:a16="http://schemas.microsoft.com/office/drawing/2014/main" id="{47B16B34-7539-C2E8-F206-BD3118963834}"/>
                    </a:ext>
                  </a:extLst>
                </p14:cNvPr>
                <p14:cNvContentPartPr/>
                <p14:nvPr/>
              </p14:nvContentPartPr>
              <p14:xfrm>
                <a:off x="4531050" y="357150"/>
                <a:ext cx="24480" cy="299160"/>
              </p14:xfrm>
            </p:contentPart>
          </mc:Choice>
          <mc:Fallback xmlns="">
            <p:pic>
              <p:nvPicPr>
                <p:cNvPr id="95" name="インク 94">
                  <a:extLst>
                    <a:ext uri="{FF2B5EF4-FFF2-40B4-BE49-F238E27FC236}">
                      <a16:creationId xmlns:a16="http://schemas.microsoft.com/office/drawing/2014/main" id="{47B16B34-7539-C2E8-F206-BD311896383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526730" y="352830"/>
                  <a:ext cx="331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7" name="インク 96">
                  <a:extLst>
                    <a:ext uri="{FF2B5EF4-FFF2-40B4-BE49-F238E27FC236}">
                      <a16:creationId xmlns:a16="http://schemas.microsoft.com/office/drawing/2014/main" id="{58954447-BBDB-83F8-9A54-0FFB36DC86A4}"/>
                    </a:ext>
                  </a:extLst>
                </p14:cNvPr>
                <p14:cNvContentPartPr/>
                <p14:nvPr/>
              </p14:nvContentPartPr>
              <p14:xfrm>
                <a:off x="4451490" y="763230"/>
                <a:ext cx="35640" cy="54000"/>
              </p14:xfrm>
            </p:contentPart>
          </mc:Choice>
          <mc:Fallback xmlns="">
            <p:pic>
              <p:nvPicPr>
                <p:cNvPr id="97" name="インク 96">
                  <a:extLst>
                    <a:ext uri="{FF2B5EF4-FFF2-40B4-BE49-F238E27FC236}">
                      <a16:creationId xmlns:a16="http://schemas.microsoft.com/office/drawing/2014/main" id="{58954447-BBDB-83F8-9A54-0FFB36DC86A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447170" y="758910"/>
                  <a:ext cx="442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8" name="インク 97">
                  <a:extLst>
                    <a:ext uri="{FF2B5EF4-FFF2-40B4-BE49-F238E27FC236}">
                      <a16:creationId xmlns:a16="http://schemas.microsoft.com/office/drawing/2014/main" id="{30D7A838-BE7C-54F2-AEE7-D345A8D75AA6}"/>
                    </a:ext>
                  </a:extLst>
                </p14:cNvPr>
                <p14:cNvContentPartPr/>
                <p14:nvPr/>
              </p14:nvContentPartPr>
              <p14:xfrm>
                <a:off x="4454370" y="744870"/>
                <a:ext cx="116280" cy="209520"/>
              </p14:xfrm>
            </p:contentPart>
          </mc:Choice>
          <mc:Fallback xmlns="">
            <p:pic>
              <p:nvPicPr>
                <p:cNvPr id="98" name="インク 97">
                  <a:extLst>
                    <a:ext uri="{FF2B5EF4-FFF2-40B4-BE49-F238E27FC236}">
                      <a16:creationId xmlns:a16="http://schemas.microsoft.com/office/drawing/2014/main" id="{30D7A838-BE7C-54F2-AEE7-D345A8D75AA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450050" y="740550"/>
                  <a:ext cx="1249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9" name="インク 98">
                  <a:extLst>
                    <a:ext uri="{FF2B5EF4-FFF2-40B4-BE49-F238E27FC236}">
                      <a16:creationId xmlns:a16="http://schemas.microsoft.com/office/drawing/2014/main" id="{526C05CB-DEFA-6210-7675-7F9D840E0930}"/>
                    </a:ext>
                  </a:extLst>
                </p14:cNvPr>
                <p14:cNvContentPartPr/>
                <p14:nvPr/>
              </p14:nvContentPartPr>
              <p14:xfrm>
                <a:off x="4443210" y="841350"/>
                <a:ext cx="95760" cy="37080"/>
              </p14:xfrm>
            </p:contentPart>
          </mc:Choice>
          <mc:Fallback xmlns="">
            <p:pic>
              <p:nvPicPr>
                <p:cNvPr id="99" name="インク 98">
                  <a:extLst>
                    <a:ext uri="{FF2B5EF4-FFF2-40B4-BE49-F238E27FC236}">
                      <a16:creationId xmlns:a16="http://schemas.microsoft.com/office/drawing/2014/main" id="{526C05CB-DEFA-6210-7675-7F9D840E093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438890" y="837030"/>
                  <a:ext cx="1044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0" name="インク 99">
                  <a:extLst>
                    <a:ext uri="{FF2B5EF4-FFF2-40B4-BE49-F238E27FC236}">
                      <a16:creationId xmlns:a16="http://schemas.microsoft.com/office/drawing/2014/main" id="{D06A5AB6-37E3-BDF6-63C1-DA61F5CF33B4}"/>
                    </a:ext>
                  </a:extLst>
                </p14:cNvPr>
                <p14:cNvContentPartPr/>
                <p14:nvPr/>
              </p14:nvContentPartPr>
              <p14:xfrm>
                <a:off x="4635450" y="692310"/>
                <a:ext cx="18360" cy="33840"/>
              </p14:xfrm>
            </p:contentPart>
          </mc:Choice>
          <mc:Fallback xmlns="">
            <p:pic>
              <p:nvPicPr>
                <p:cNvPr id="100" name="インク 99">
                  <a:extLst>
                    <a:ext uri="{FF2B5EF4-FFF2-40B4-BE49-F238E27FC236}">
                      <a16:creationId xmlns:a16="http://schemas.microsoft.com/office/drawing/2014/main" id="{D06A5AB6-37E3-BDF6-63C1-DA61F5CF33B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631130" y="687990"/>
                  <a:ext cx="27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1" name="インク 100">
                  <a:extLst>
                    <a:ext uri="{FF2B5EF4-FFF2-40B4-BE49-F238E27FC236}">
                      <a16:creationId xmlns:a16="http://schemas.microsoft.com/office/drawing/2014/main" id="{5B6868FE-E1E6-5381-C1D5-30A9414BE016}"/>
                    </a:ext>
                  </a:extLst>
                </p14:cNvPr>
                <p14:cNvContentPartPr/>
                <p14:nvPr/>
              </p14:nvContentPartPr>
              <p14:xfrm>
                <a:off x="4683690" y="686550"/>
                <a:ext cx="20520" cy="86040"/>
              </p14:xfrm>
            </p:contentPart>
          </mc:Choice>
          <mc:Fallback xmlns="">
            <p:pic>
              <p:nvPicPr>
                <p:cNvPr id="101" name="インク 100">
                  <a:extLst>
                    <a:ext uri="{FF2B5EF4-FFF2-40B4-BE49-F238E27FC236}">
                      <a16:creationId xmlns:a16="http://schemas.microsoft.com/office/drawing/2014/main" id="{5B6868FE-E1E6-5381-C1D5-30A9414BE01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679370" y="682230"/>
                  <a:ext cx="291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2" name="インク 101">
                  <a:extLst>
                    <a:ext uri="{FF2B5EF4-FFF2-40B4-BE49-F238E27FC236}">
                      <a16:creationId xmlns:a16="http://schemas.microsoft.com/office/drawing/2014/main" id="{419F9FD8-2725-C476-4709-1CB038AE6EE9}"/>
                    </a:ext>
                  </a:extLst>
                </p14:cNvPr>
                <p14:cNvContentPartPr/>
                <p14:nvPr/>
              </p14:nvContentPartPr>
              <p14:xfrm>
                <a:off x="4445730" y="1010190"/>
                <a:ext cx="163440" cy="166680"/>
              </p14:xfrm>
            </p:contentPart>
          </mc:Choice>
          <mc:Fallback xmlns="">
            <p:pic>
              <p:nvPicPr>
                <p:cNvPr id="102" name="インク 101">
                  <a:extLst>
                    <a:ext uri="{FF2B5EF4-FFF2-40B4-BE49-F238E27FC236}">
                      <a16:creationId xmlns:a16="http://schemas.microsoft.com/office/drawing/2014/main" id="{419F9FD8-2725-C476-4709-1CB038AE6EE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441410" y="1005870"/>
                  <a:ext cx="1720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3" name="インク 102">
                  <a:extLst>
                    <a:ext uri="{FF2B5EF4-FFF2-40B4-BE49-F238E27FC236}">
                      <a16:creationId xmlns:a16="http://schemas.microsoft.com/office/drawing/2014/main" id="{F2385FE4-5E39-E75F-D72B-BBA9BD7AEB00}"/>
                    </a:ext>
                  </a:extLst>
                </p14:cNvPr>
                <p14:cNvContentPartPr/>
                <p14:nvPr/>
              </p14:nvContentPartPr>
              <p14:xfrm>
                <a:off x="4618890" y="1055550"/>
                <a:ext cx="48600" cy="168120"/>
              </p14:xfrm>
            </p:contentPart>
          </mc:Choice>
          <mc:Fallback xmlns="">
            <p:pic>
              <p:nvPicPr>
                <p:cNvPr id="103" name="インク 102">
                  <a:extLst>
                    <a:ext uri="{FF2B5EF4-FFF2-40B4-BE49-F238E27FC236}">
                      <a16:creationId xmlns:a16="http://schemas.microsoft.com/office/drawing/2014/main" id="{F2385FE4-5E39-E75F-D72B-BBA9BD7AEB0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614570" y="1051230"/>
                  <a:ext cx="57240" cy="17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グループ化 124">
            <a:extLst>
              <a:ext uri="{FF2B5EF4-FFF2-40B4-BE49-F238E27FC236}">
                <a16:creationId xmlns:a16="http://schemas.microsoft.com/office/drawing/2014/main" id="{8A34E9F2-B0DD-7F3E-7386-135DA43B9B5E}"/>
              </a:ext>
            </a:extLst>
          </p:cNvPr>
          <p:cNvGrpSpPr/>
          <p:nvPr/>
        </p:nvGrpSpPr>
        <p:grpSpPr>
          <a:xfrm>
            <a:off x="36565074" y="2615886"/>
            <a:ext cx="1705536" cy="4770360"/>
            <a:chOff x="8705970" y="622830"/>
            <a:chExt cx="406080" cy="113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5" name="インク 104">
                  <a:extLst>
                    <a:ext uri="{FF2B5EF4-FFF2-40B4-BE49-F238E27FC236}">
                      <a16:creationId xmlns:a16="http://schemas.microsoft.com/office/drawing/2014/main" id="{D1A486EE-5C39-2976-9F06-29594D14FD8B}"/>
                    </a:ext>
                  </a:extLst>
                </p14:cNvPr>
                <p14:cNvContentPartPr/>
                <p14:nvPr/>
              </p14:nvContentPartPr>
              <p14:xfrm>
                <a:off x="8768970" y="685830"/>
                <a:ext cx="104040" cy="32760"/>
              </p14:xfrm>
            </p:contentPart>
          </mc:Choice>
          <mc:Fallback xmlns="">
            <p:pic>
              <p:nvPicPr>
                <p:cNvPr id="105" name="インク 104">
                  <a:extLst>
                    <a:ext uri="{FF2B5EF4-FFF2-40B4-BE49-F238E27FC236}">
                      <a16:creationId xmlns:a16="http://schemas.microsoft.com/office/drawing/2014/main" id="{D1A486EE-5C39-2976-9F06-29594D14FD8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764650" y="681510"/>
                  <a:ext cx="1126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6" name="インク 105">
                  <a:extLst>
                    <a:ext uri="{FF2B5EF4-FFF2-40B4-BE49-F238E27FC236}">
                      <a16:creationId xmlns:a16="http://schemas.microsoft.com/office/drawing/2014/main" id="{6EB0F668-4232-61CD-5D1E-774293A277EF}"/>
                    </a:ext>
                  </a:extLst>
                </p14:cNvPr>
                <p14:cNvContentPartPr/>
                <p14:nvPr/>
              </p14:nvContentPartPr>
              <p14:xfrm>
                <a:off x="8729370" y="765030"/>
                <a:ext cx="236880" cy="49320"/>
              </p14:xfrm>
            </p:contentPart>
          </mc:Choice>
          <mc:Fallback xmlns="">
            <p:pic>
              <p:nvPicPr>
                <p:cNvPr id="106" name="インク 105">
                  <a:extLst>
                    <a:ext uri="{FF2B5EF4-FFF2-40B4-BE49-F238E27FC236}">
                      <a16:creationId xmlns:a16="http://schemas.microsoft.com/office/drawing/2014/main" id="{6EB0F668-4232-61CD-5D1E-774293A277E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725050" y="760710"/>
                  <a:ext cx="2455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7" name="インク 106">
                  <a:extLst>
                    <a:ext uri="{FF2B5EF4-FFF2-40B4-BE49-F238E27FC236}">
                      <a16:creationId xmlns:a16="http://schemas.microsoft.com/office/drawing/2014/main" id="{871B56F3-6E9F-9B26-93EA-CF036331BF83}"/>
                    </a:ext>
                  </a:extLst>
                </p14:cNvPr>
                <p14:cNvContentPartPr/>
                <p14:nvPr/>
              </p14:nvContentPartPr>
              <p14:xfrm>
                <a:off x="8783730" y="781230"/>
                <a:ext cx="67320" cy="129600"/>
              </p14:xfrm>
            </p:contentPart>
          </mc:Choice>
          <mc:Fallback xmlns="">
            <p:pic>
              <p:nvPicPr>
                <p:cNvPr id="107" name="インク 106">
                  <a:extLst>
                    <a:ext uri="{FF2B5EF4-FFF2-40B4-BE49-F238E27FC236}">
                      <a16:creationId xmlns:a16="http://schemas.microsoft.com/office/drawing/2014/main" id="{871B56F3-6E9F-9B26-93EA-CF036331BF8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779410" y="776910"/>
                  <a:ext cx="759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8" name="インク 107">
                  <a:extLst>
                    <a:ext uri="{FF2B5EF4-FFF2-40B4-BE49-F238E27FC236}">
                      <a16:creationId xmlns:a16="http://schemas.microsoft.com/office/drawing/2014/main" id="{A759D8D9-A895-AA14-6155-72E84475DFF5}"/>
                    </a:ext>
                  </a:extLst>
                </p14:cNvPr>
                <p14:cNvContentPartPr/>
                <p14:nvPr/>
              </p14:nvContentPartPr>
              <p14:xfrm>
                <a:off x="8787690" y="868710"/>
                <a:ext cx="74880" cy="17280"/>
              </p14:xfrm>
            </p:contentPart>
          </mc:Choice>
          <mc:Fallback xmlns="">
            <p:pic>
              <p:nvPicPr>
                <p:cNvPr id="108" name="インク 107">
                  <a:extLst>
                    <a:ext uri="{FF2B5EF4-FFF2-40B4-BE49-F238E27FC236}">
                      <a16:creationId xmlns:a16="http://schemas.microsoft.com/office/drawing/2014/main" id="{A759D8D9-A895-AA14-6155-72E84475DFF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783370" y="864390"/>
                  <a:ext cx="835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9" name="インク 108">
                  <a:extLst>
                    <a:ext uri="{FF2B5EF4-FFF2-40B4-BE49-F238E27FC236}">
                      <a16:creationId xmlns:a16="http://schemas.microsoft.com/office/drawing/2014/main" id="{155AE5FB-D253-5D4C-59C6-5AE5C8633135}"/>
                    </a:ext>
                  </a:extLst>
                </p14:cNvPr>
                <p14:cNvContentPartPr/>
                <p14:nvPr/>
              </p14:nvContentPartPr>
              <p14:xfrm>
                <a:off x="8731530" y="872670"/>
                <a:ext cx="45720" cy="71640"/>
              </p14:xfrm>
            </p:contentPart>
          </mc:Choice>
          <mc:Fallback xmlns="">
            <p:pic>
              <p:nvPicPr>
                <p:cNvPr id="109" name="インク 108">
                  <a:extLst>
                    <a:ext uri="{FF2B5EF4-FFF2-40B4-BE49-F238E27FC236}">
                      <a16:creationId xmlns:a16="http://schemas.microsoft.com/office/drawing/2014/main" id="{155AE5FB-D253-5D4C-59C6-5AE5C863313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727210" y="868350"/>
                  <a:ext cx="543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10" name="インク 109">
                  <a:extLst>
                    <a:ext uri="{FF2B5EF4-FFF2-40B4-BE49-F238E27FC236}">
                      <a16:creationId xmlns:a16="http://schemas.microsoft.com/office/drawing/2014/main" id="{CA3E91C9-58CF-CFA7-1DC7-CA7F9039D6E2}"/>
                    </a:ext>
                  </a:extLst>
                </p14:cNvPr>
                <p14:cNvContentPartPr/>
                <p14:nvPr/>
              </p14:nvContentPartPr>
              <p14:xfrm>
                <a:off x="8711370" y="875550"/>
                <a:ext cx="211320" cy="91080"/>
              </p14:xfrm>
            </p:contentPart>
          </mc:Choice>
          <mc:Fallback xmlns="">
            <p:pic>
              <p:nvPicPr>
                <p:cNvPr id="110" name="インク 109">
                  <a:extLst>
                    <a:ext uri="{FF2B5EF4-FFF2-40B4-BE49-F238E27FC236}">
                      <a16:creationId xmlns:a16="http://schemas.microsoft.com/office/drawing/2014/main" id="{CA3E91C9-58CF-CFA7-1DC7-CA7F9039D6E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707050" y="871230"/>
                  <a:ext cx="2199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11" name="インク 110">
                  <a:extLst>
                    <a:ext uri="{FF2B5EF4-FFF2-40B4-BE49-F238E27FC236}">
                      <a16:creationId xmlns:a16="http://schemas.microsoft.com/office/drawing/2014/main" id="{5ED2AFD8-2D27-A287-79FE-3B81D1E11BCE}"/>
                    </a:ext>
                  </a:extLst>
                </p14:cNvPr>
                <p14:cNvContentPartPr/>
                <p14:nvPr/>
              </p14:nvContentPartPr>
              <p14:xfrm>
                <a:off x="8942130" y="662790"/>
                <a:ext cx="65520" cy="263880"/>
              </p14:xfrm>
            </p:contentPart>
          </mc:Choice>
          <mc:Fallback xmlns="">
            <p:pic>
              <p:nvPicPr>
                <p:cNvPr id="111" name="インク 110">
                  <a:extLst>
                    <a:ext uri="{FF2B5EF4-FFF2-40B4-BE49-F238E27FC236}">
                      <a16:creationId xmlns:a16="http://schemas.microsoft.com/office/drawing/2014/main" id="{5ED2AFD8-2D27-A287-79FE-3B81D1E11BC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937810" y="658470"/>
                  <a:ext cx="741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2" name="インク 111">
                  <a:extLst>
                    <a:ext uri="{FF2B5EF4-FFF2-40B4-BE49-F238E27FC236}">
                      <a16:creationId xmlns:a16="http://schemas.microsoft.com/office/drawing/2014/main" id="{F0B203E5-9FCA-96E6-AC01-4D8B69B958FE}"/>
                    </a:ext>
                  </a:extLst>
                </p14:cNvPr>
                <p14:cNvContentPartPr/>
                <p14:nvPr/>
              </p14:nvContentPartPr>
              <p14:xfrm>
                <a:off x="9044730" y="622830"/>
                <a:ext cx="7920" cy="66240"/>
              </p14:xfrm>
            </p:contentPart>
          </mc:Choice>
          <mc:Fallback xmlns="">
            <p:pic>
              <p:nvPicPr>
                <p:cNvPr id="112" name="インク 111">
                  <a:extLst>
                    <a:ext uri="{FF2B5EF4-FFF2-40B4-BE49-F238E27FC236}">
                      <a16:creationId xmlns:a16="http://schemas.microsoft.com/office/drawing/2014/main" id="{F0B203E5-9FCA-96E6-AC01-4D8B69B958F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040410" y="618510"/>
                  <a:ext cx="165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3" name="インク 112">
                  <a:extLst>
                    <a:ext uri="{FF2B5EF4-FFF2-40B4-BE49-F238E27FC236}">
                      <a16:creationId xmlns:a16="http://schemas.microsoft.com/office/drawing/2014/main" id="{63F2024E-B392-825B-8BF5-ECA672CBDDF2}"/>
                    </a:ext>
                  </a:extLst>
                </p14:cNvPr>
                <p14:cNvContentPartPr/>
                <p14:nvPr/>
              </p14:nvContentPartPr>
              <p14:xfrm>
                <a:off x="8778330" y="1031790"/>
                <a:ext cx="13680" cy="250560"/>
              </p14:xfrm>
            </p:contentPart>
          </mc:Choice>
          <mc:Fallback xmlns="">
            <p:pic>
              <p:nvPicPr>
                <p:cNvPr id="113" name="インク 112">
                  <a:extLst>
                    <a:ext uri="{FF2B5EF4-FFF2-40B4-BE49-F238E27FC236}">
                      <a16:creationId xmlns:a16="http://schemas.microsoft.com/office/drawing/2014/main" id="{63F2024E-B392-825B-8BF5-ECA672CBDDF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774010" y="1027470"/>
                  <a:ext cx="223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4" name="インク 113">
                  <a:extLst>
                    <a:ext uri="{FF2B5EF4-FFF2-40B4-BE49-F238E27FC236}">
                      <a16:creationId xmlns:a16="http://schemas.microsoft.com/office/drawing/2014/main" id="{96F3ED1D-E8CA-B959-7817-A03F6C35AD7D}"/>
                    </a:ext>
                  </a:extLst>
                </p14:cNvPr>
                <p14:cNvContentPartPr/>
                <p14:nvPr/>
              </p14:nvContentPartPr>
              <p14:xfrm>
                <a:off x="8790570" y="1014150"/>
                <a:ext cx="288000" cy="204840"/>
              </p14:xfrm>
            </p:contentPart>
          </mc:Choice>
          <mc:Fallback xmlns="">
            <p:pic>
              <p:nvPicPr>
                <p:cNvPr id="114" name="インク 113">
                  <a:extLst>
                    <a:ext uri="{FF2B5EF4-FFF2-40B4-BE49-F238E27FC236}">
                      <a16:creationId xmlns:a16="http://schemas.microsoft.com/office/drawing/2014/main" id="{96F3ED1D-E8CA-B959-7817-A03F6C35AD7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786250" y="1009830"/>
                  <a:ext cx="2966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5" name="インク 114">
                  <a:extLst>
                    <a:ext uri="{FF2B5EF4-FFF2-40B4-BE49-F238E27FC236}">
                      <a16:creationId xmlns:a16="http://schemas.microsoft.com/office/drawing/2014/main" id="{68674700-F1F1-FE0C-58A8-DC2ED12651AC}"/>
                    </a:ext>
                  </a:extLst>
                </p14:cNvPr>
                <p14:cNvContentPartPr/>
                <p14:nvPr/>
              </p14:nvContentPartPr>
              <p14:xfrm>
                <a:off x="8866890" y="1040430"/>
                <a:ext cx="85320" cy="207360"/>
              </p14:xfrm>
            </p:contentPart>
          </mc:Choice>
          <mc:Fallback xmlns="">
            <p:pic>
              <p:nvPicPr>
                <p:cNvPr id="115" name="インク 114">
                  <a:extLst>
                    <a:ext uri="{FF2B5EF4-FFF2-40B4-BE49-F238E27FC236}">
                      <a16:creationId xmlns:a16="http://schemas.microsoft.com/office/drawing/2014/main" id="{68674700-F1F1-FE0C-58A8-DC2ED12651A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862570" y="1036110"/>
                  <a:ext cx="939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6" name="インク 115">
                  <a:extLst>
                    <a:ext uri="{FF2B5EF4-FFF2-40B4-BE49-F238E27FC236}">
                      <a16:creationId xmlns:a16="http://schemas.microsoft.com/office/drawing/2014/main" id="{D36D99DC-C0BA-9278-2244-9E22C7ADFF4E}"/>
                    </a:ext>
                  </a:extLst>
                </p14:cNvPr>
                <p14:cNvContentPartPr/>
                <p14:nvPr/>
              </p14:nvContentPartPr>
              <p14:xfrm>
                <a:off x="8826570" y="1136910"/>
                <a:ext cx="133920" cy="30240"/>
              </p14:xfrm>
            </p:contentPart>
          </mc:Choice>
          <mc:Fallback xmlns="">
            <p:pic>
              <p:nvPicPr>
                <p:cNvPr id="116" name="インク 115">
                  <a:extLst>
                    <a:ext uri="{FF2B5EF4-FFF2-40B4-BE49-F238E27FC236}">
                      <a16:creationId xmlns:a16="http://schemas.microsoft.com/office/drawing/2014/main" id="{D36D99DC-C0BA-9278-2244-9E22C7ADFF4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822250" y="1132590"/>
                  <a:ext cx="142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7" name="インク 116">
                  <a:extLst>
                    <a:ext uri="{FF2B5EF4-FFF2-40B4-BE49-F238E27FC236}">
                      <a16:creationId xmlns:a16="http://schemas.microsoft.com/office/drawing/2014/main" id="{624C8AA3-84DC-E0BB-16A2-BDD115F3B9DC}"/>
                    </a:ext>
                  </a:extLst>
                </p14:cNvPr>
                <p14:cNvContentPartPr/>
                <p14:nvPr/>
              </p14:nvContentPartPr>
              <p14:xfrm>
                <a:off x="8754210" y="1254630"/>
                <a:ext cx="232560" cy="24480"/>
              </p14:xfrm>
            </p:contentPart>
          </mc:Choice>
          <mc:Fallback xmlns="">
            <p:pic>
              <p:nvPicPr>
                <p:cNvPr id="117" name="インク 116">
                  <a:extLst>
                    <a:ext uri="{FF2B5EF4-FFF2-40B4-BE49-F238E27FC236}">
                      <a16:creationId xmlns:a16="http://schemas.microsoft.com/office/drawing/2014/main" id="{624C8AA3-84DC-E0BB-16A2-BDD115F3B9D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749890" y="1250310"/>
                  <a:ext cx="2412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8" name="インク 117">
                  <a:extLst>
                    <a:ext uri="{FF2B5EF4-FFF2-40B4-BE49-F238E27FC236}">
                      <a16:creationId xmlns:a16="http://schemas.microsoft.com/office/drawing/2014/main" id="{A3058EBD-E8C7-482C-2930-9BB39900F7A3}"/>
                    </a:ext>
                  </a:extLst>
                </p14:cNvPr>
                <p14:cNvContentPartPr/>
                <p14:nvPr/>
              </p14:nvContentPartPr>
              <p14:xfrm>
                <a:off x="8797770" y="1335270"/>
                <a:ext cx="230760" cy="102600"/>
              </p14:xfrm>
            </p:contentPart>
          </mc:Choice>
          <mc:Fallback xmlns="">
            <p:pic>
              <p:nvPicPr>
                <p:cNvPr id="118" name="インク 117">
                  <a:extLst>
                    <a:ext uri="{FF2B5EF4-FFF2-40B4-BE49-F238E27FC236}">
                      <a16:creationId xmlns:a16="http://schemas.microsoft.com/office/drawing/2014/main" id="{A3058EBD-E8C7-482C-2930-9BB39900F7A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793450" y="1330950"/>
                  <a:ext cx="2394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9" name="インク 118">
                  <a:extLst>
                    <a:ext uri="{FF2B5EF4-FFF2-40B4-BE49-F238E27FC236}">
                      <a16:creationId xmlns:a16="http://schemas.microsoft.com/office/drawing/2014/main" id="{5C81EDCC-61D3-C398-CA5F-4099845C6C32}"/>
                    </a:ext>
                  </a:extLst>
                </p14:cNvPr>
                <p14:cNvContentPartPr/>
                <p14:nvPr/>
              </p14:nvContentPartPr>
              <p14:xfrm>
                <a:off x="8803530" y="1425630"/>
                <a:ext cx="176760" cy="50400"/>
              </p14:xfrm>
            </p:contentPart>
          </mc:Choice>
          <mc:Fallback xmlns="">
            <p:pic>
              <p:nvPicPr>
                <p:cNvPr id="119" name="インク 118">
                  <a:extLst>
                    <a:ext uri="{FF2B5EF4-FFF2-40B4-BE49-F238E27FC236}">
                      <a16:creationId xmlns:a16="http://schemas.microsoft.com/office/drawing/2014/main" id="{5C81EDCC-61D3-C398-CA5F-4099845C6C3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799210" y="1421310"/>
                  <a:ext cx="1854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20" name="インク 119">
                  <a:extLst>
                    <a:ext uri="{FF2B5EF4-FFF2-40B4-BE49-F238E27FC236}">
                      <a16:creationId xmlns:a16="http://schemas.microsoft.com/office/drawing/2014/main" id="{DA545403-68AA-6114-46E6-F3AC8B6F50F2}"/>
                    </a:ext>
                  </a:extLst>
                </p14:cNvPr>
                <p14:cNvContentPartPr/>
                <p14:nvPr/>
              </p14:nvContentPartPr>
              <p14:xfrm>
                <a:off x="8705970" y="1366590"/>
                <a:ext cx="118080" cy="378360"/>
              </p14:xfrm>
            </p:contentPart>
          </mc:Choice>
          <mc:Fallback xmlns="">
            <p:pic>
              <p:nvPicPr>
                <p:cNvPr id="120" name="インク 119">
                  <a:extLst>
                    <a:ext uri="{FF2B5EF4-FFF2-40B4-BE49-F238E27FC236}">
                      <a16:creationId xmlns:a16="http://schemas.microsoft.com/office/drawing/2014/main" id="{DA545403-68AA-6114-46E6-F3AC8B6F50F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701650" y="1362270"/>
                  <a:ext cx="12672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1" name="インク 120">
                  <a:extLst>
                    <a:ext uri="{FF2B5EF4-FFF2-40B4-BE49-F238E27FC236}">
                      <a16:creationId xmlns:a16="http://schemas.microsoft.com/office/drawing/2014/main" id="{85378EF0-1CA4-9B39-9F94-A6B519F180C2}"/>
                    </a:ext>
                  </a:extLst>
                </p14:cNvPr>
                <p14:cNvContentPartPr/>
                <p14:nvPr/>
              </p14:nvContentPartPr>
              <p14:xfrm>
                <a:off x="8878770" y="1520310"/>
                <a:ext cx="55440" cy="75960"/>
              </p14:xfrm>
            </p:contentPart>
          </mc:Choice>
          <mc:Fallback xmlns="">
            <p:pic>
              <p:nvPicPr>
                <p:cNvPr id="121" name="インク 120">
                  <a:extLst>
                    <a:ext uri="{FF2B5EF4-FFF2-40B4-BE49-F238E27FC236}">
                      <a16:creationId xmlns:a16="http://schemas.microsoft.com/office/drawing/2014/main" id="{85378EF0-1CA4-9B39-9F94-A6B519F180C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874450" y="1515990"/>
                  <a:ext cx="640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2" name="インク 121">
                  <a:extLst>
                    <a:ext uri="{FF2B5EF4-FFF2-40B4-BE49-F238E27FC236}">
                      <a16:creationId xmlns:a16="http://schemas.microsoft.com/office/drawing/2014/main" id="{6AAD8805-0FA4-822E-FA0E-4FB3A1A226F7}"/>
                    </a:ext>
                  </a:extLst>
                </p14:cNvPr>
                <p14:cNvContentPartPr/>
                <p14:nvPr/>
              </p14:nvContentPartPr>
              <p14:xfrm>
                <a:off x="8854650" y="1573230"/>
                <a:ext cx="134280" cy="34920"/>
              </p14:xfrm>
            </p:contentPart>
          </mc:Choice>
          <mc:Fallback xmlns="">
            <p:pic>
              <p:nvPicPr>
                <p:cNvPr id="122" name="インク 121">
                  <a:extLst>
                    <a:ext uri="{FF2B5EF4-FFF2-40B4-BE49-F238E27FC236}">
                      <a16:creationId xmlns:a16="http://schemas.microsoft.com/office/drawing/2014/main" id="{6AAD8805-0FA4-822E-FA0E-4FB3A1A226F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850330" y="1568910"/>
                  <a:ext cx="1429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3" name="インク 122">
                  <a:extLst>
                    <a:ext uri="{FF2B5EF4-FFF2-40B4-BE49-F238E27FC236}">
                      <a16:creationId xmlns:a16="http://schemas.microsoft.com/office/drawing/2014/main" id="{1AD07FCC-9D61-E90E-3F03-AF6623DD0F37}"/>
                    </a:ext>
                  </a:extLst>
                </p14:cNvPr>
                <p14:cNvContentPartPr/>
                <p14:nvPr/>
              </p14:nvContentPartPr>
              <p14:xfrm>
                <a:off x="8803890" y="1637310"/>
                <a:ext cx="176760" cy="46800"/>
              </p14:xfrm>
            </p:contentPart>
          </mc:Choice>
          <mc:Fallback xmlns="">
            <p:pic>
              <p:nvPicPr>
                <p:cNvPr id="123" name="インク 122">
                  <a:extLst>
                    <a:ext uri="{FF2B5EF4-FFF2-40B4-BE49-F238E27FC236}">
                      <a16:creationId xmlns:a16="http://schemas.microsoft.com/office/drawing/2014/main" id="{1AD07FCC-9D61-E90E-3F03-AF6623DD0F3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799570" y="1632990"/>
                  <a:ext cx="1854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4" name="インク 123">
                  <a:extLst>
                    <a:ext uri="{FF2B5EF4-FFF2-40B4-BE49-F238E27FC236}">
                      <a16:creationId xmlns:a16="http://schemas.microsoft.com/office/drawing/2014/main" id="{911C83DD-BB09-AF5A-A376-A009A049EF3B}"/>
                    </a:ext>
                  </a:extLst>
                </p14:cNvPr>
                <p14:cNvContentPartPr/>
                <p14:nvPr/>
              </p14:nvContentPartPr>
              <p14:xfrm>
                <a:off x="8901090" y="1538670"/>
                <a:ext cx="210960" cy="219960"/>
              </p14:xfrm>
            </p:contentPart>
          </mc:Choice>
          <mc:Fallback xmlns="">
            <p:pic>
              <p:nvPicPr>
                <p:cNvPr id="124" name="インク 123">
                  <a:extLst>
                    <a:ext uri="{FF2B5EF4-FFF2-40B4-BE49-F238E27FC236}">
                      <a16:creationId xmlns:a16="http://schemas.microsoft.com/office/drawing/2014/main" id="{911C83DD-BB09-AF5A-A376-A009A049EF3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896770" y="1534350"/>
                  <a:ext cx="219600" cy="22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グループ化 143">
            <a:extLst>
              <a:ext uri="{FF2B5EF4-FFF2-40B4-BE49-F238E27FC236}">
                <a16:creationId xmlns:a16="http://schemas.microsoft.com/office/drawing/2014/main" id="{8BFA08AE-2A93-86C5-1567-F653FAD8AF0A}"/>
              </a:ext>
            </a:extLst>
          </p:cNvPr>
          <p:cNvGrpSpPr/>
          <p:nvPr/>
        </p:nvGrpSpPr>
        <p:grpSpPr>
          <a:xfrm>
            <a:off x="8806266" y="9906750"/>
            <a:ext cx="1161216" cy="3376296"/>
            <a:chOff x="2096730" y="2358750"/>
            <a:chExt cx="276480" cy="80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6" name="インク 125">
                  <a:extLst>
                    <a:ext uri="{FF2B5EF4-FFF2-40B4-BE49-F238E27FC236}">
                      <a16:creationId xmlns:a16="http://schemas.microsoft.com/office/drawing/2014/main" id="{3C0468AD-5D89-2084-4CDC-16EF5288749B}"/>
                    </a:ext>
                  </a:extLst>
                </p14:cNvPr>
                <p14:cNvContentPartPr/>
                <p14:nvPr/>
              </p14:nvContentPartPr>
              <p14:xfrm>
                <a:off x="2096730" y="2397630"/>
                <a:ext cx="111600" cy="119160"/>
              </p14:xfrm>
            </p:contentPart>
          </mc:Choice>
          <mc:Fallback xmlns="">
            <p:pic>
              <p:nvPicPr>
                <p:cNvPr id="126" name="インク 125">
                  <a:extLst>
                    <a:ext uri="{FF2B5EF4-FFF2-40B4-BE49-F238E27FC236}">
                      <a16:creationId xmlns:a16="http://schemas.microsoft.com/office/drawing/2014/main" id="{3C0468AD-5D89-2084-4CDC-16EF5288749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092410" y="2393310"/>
                  <a:ext cx="1202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7" name="インク 126">
                  <a:extLst>
                    <a:ext uri="{FF2B5EF4-FFF2-40B4-BE49-F238E27FC236}">
                      <a16:creationId xmlns:a16="http://schemas.microsoft.com/office/drawing/2014/main" id="{3D670C46-F52D-CA10-E098-E9D439A28D56}"/>
                    </a:ext>
                  </a:extLst>
                </p14:cNvPr>
                <p14:cNvContentPartPr/>
                <p14:nvPr/>
              </p14:nvContentPartPr>
              <p14:xfrm>
                <a:off x="2123370" y="2397630"/>
                <a:ext cx="67320" cy="336960"/>
              </p14:xfrm>
            </p:contentPart>
          </mc:Choice>
          <mc:Fallback xmlns="">
            <p:pic>
              <p:nvPicPr>
                <p:cNvPr id="127" name="インク 126">
                  <a:extLst>
                    <a:ext uri="{FF2B5EF4-FFF2-40B4-BE49-F238E27FC236}">
                      <a16:creationId xmlns:a16="http://schemas.microsoft.com/office/drawing/2014/main" id="{3D670C46-F52D-CA10-E098-E9D439A28D5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119050" y="2393310"/>
                  <a:ext cx="7596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8" name="インク 127">
                  <a:extLst>
                    <a:ext uri="{FF2B5EF4-FFF2-40B4-BE49-F238E27FC236}">
                      <a16:creationId xmlns:a16="http://schemas.microsoft.com/office/drawing/2014/main" id="{CA18473E-ACAA-5B93-E2CB-9BAA3D53B1D4}"/>
                    </a:ext>
                  </a:extLst>
                </p14:cNvPr>
                <p14:cNvContentPartPr/>
                <p14:nvPr/>
              </p14:nvContentPartPr>
              <p14:xfrm>
                <a:off x="2099250" y="2578350"/>
                <a:ext cx="63360" cy="74880"/>
              </p14:xfrm>
            </p:contentPart>
          </mc:Choice>
          <mc:Fallback xmlns="">
            <p:pic>
              <p:nvPicPr>
                <p:cNvPr id="128" name="インク 127">
                  <a:extLst>
                    <a:ext uri="{FF2B5EF4-FFF2-40B4-BE49-F238E27FC236}">
                      <a16:creationId xmlns:a16="http://schemas.microsoft.com/office/drawing/2014/main" id="{CA18473E-ACAA-5B93-E2CB-9BAA3D53B1D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094930" y="2574030"/>
                  <a:ext cx="720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9" name="インク 128">
                  <a:extLst>
                    <a:ext uri="{FF2B5EF4-FFF2-40B4-BE49-F238E27FC236}">
                      <a16:creationId xmlns:a16="http://schemas.microsoft.com/office/drawing/2014/main" id="{74F4E1C0-F2A7-A4D1-19A8-75E48718AF87}"/>
                    </a:ext>
                  </a:extLst>
                </p14:cNvPr>
                <p14:cNvContentPartPr/>
                <p14:nvPr/>
              </p14:nvContentPartPr>
              <p14:xfrm>
                <a:off x="2273850" y="2398350"/>
                <a:ext cx="99000" cy="21600"/>
              </p14:xfrm>
            </p:contentPart>
          </mc:Choice>
          <mc:Fallback xmlns="">
            <p:pic>
              <p:nvPicPr>
                <p:cNvPr id="129" name="インク 128">
                  <a:extLst>
                    <a:ext uri="{FF2B5EF4-FFF2-40B4-BE49-F238E27FC236}">
                      <a16:creationId xmlns:a16="http://schemas.microsoft.com/office/drawing/2014/main" id="{74F4E1C0-F2A7-A4D1-19A8-75E48718AF8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269530" y="2394030"/>
                  <a:ext cx="1076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0" name="インク 129">
                  <a:extLst>
                    <a:ext uri="{FF2B5EF4-FFF2-40B4-BE49-F238E27FC236}">
                      <a16:creationId xmlns:a16="http://schemas.microsoft.com/office/drawing/2014/main" id="{CA94ACD4-C2F7-DE6C-7B8E-2E9FB04C92C7}"/>
                    </a:ext>
                  </a:extLst>
                </p14:cNvPr>
                <p14:cNvContentPartPr/>
                <p14:nvPr/>
              </p14:nvContentPartPr>
              <p14:xfrm>
                <a:off x="2292210" y="2371350"/>
                <a:ext cx="30960" cy="74160"/>
              </p14:xfrm>
            </p:contentPart>
          </mc:Choice>
          <mc:Fallback xmlns="">
            <p:pic>
              <p:nvPicPr>
                <p:cNvPr id="130" name="インク 129">
                  <a:extLst>
                    <a:ext uri="{FF2B5EF4-FFF2-40B4-BE49-F238E27FC236}">
                      <a16:creationId xmlns:a16="http://schemas.microsoft.com/office/drawing/2014/main" id="{CA94ACD4-C2F7-DE6C-7B8E-2E9FB04C92C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287890" y="2367030"/>
                  <a:ext cx="396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1" name="インク 130">
                  <a:extLst>
                    <a:ext uri="{FF2B5EF4-FFF2-40B4-BE49-F238E27FC236}">
                      <a16:creationId xmlns:a16="http://schemas.microsoft.com/office/drawing/2014/main" id="{F54DCAC9-24C5-6C6F-0907-E5C5D537F64E}"/>
                    </a:ext>
                  </a:extLst>
                </p14:cNvPr>
                <p14:cNvContentPartPr/>
                <p14:nvPr/>
              </p14:nvContentPartPr>
              <p14:xfrm>
                <a:off x="2326050" y="2358750"/>
                <a:ext cx="26640" cy="124200"/>
              </p14:xfrm>
            </p:contentPart>
          </mc:Choice>
          <mc:Fallback xmlns="">
            <p:pic>
              <p:nvPicPr>
                <p:cNvPr id="131" name="インク 130">
                  <a:extLst>
                    <a:ext uri="{FF2B5EF4-FFF2-40B4-BE49-F238E27FC236}">
                      <a16:creationId xmlns:a16="http://schemas.microsoft.com/office/drawing/2014/main" id="{F54DCAC9-24C5-6C6F-0907-E5C5D537F64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321730" y="2354430"/>
                  <a:ext cx="352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2" name="インク 131">
                  <a:extLst>
                    <a:ext uri="{FF2B5EF4-FFF2-40B4-BE49-F238E27FC236}">
                      <a16:creationId xmlns:a16="http://schemas.microsoft.com/office/drawing/2014/main" id="{605F8FFF-3F87-8CCD-504A-4233C2A44E3F}"/>
                    </a:ext>
                  </a:extLst>
                </p14:cNvPr>
                <p14:cNvContentPartPr/>
                <p14:nvPr/>
              </p14:nvContentPartPr>
              <p14:xfrm>
                <a:off x="2244690" y="2534070"/>
                <a:ext cx="29520" cy="138600"/>
              </p14:xfrm>
            </p:contentPart>
          </mc:Choice>
          <mc:Fallback xmlns="">
            <p:pic>
              <p:nvPicPr>
                <p:cNvPr id="132" name="インク 131">
                  <a:extLst>
                    <a:ext uri="{FF2B5EF4-FFF2-40B4-BE49-F238E27FC236}">
                      <a16:creationId xmlns:a16="http://schemas.microsoft.com/office/drawing/2014/main" id="{605F8FFF-3F87-8CCD-504A-4233C2A44E3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240370" y="2529750"/>
                  <a:ext cx="381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3" name="インク 132">
                  <a:extLst>
                    <a:ext uri="{FF2B5EF4-FFF2-40B4-BE49-F238E27FC236}">
                      <a16:creationId xmlns:a16="http://schemas.microsoft.com/office/drawing/2014/main" id="{2EA53857-5097-0C8C-10EC-1E140E78E888}"/>
                    </a:ext>
                  </a:extLst>
                </p14:cNvPr>
                <p14:cNvContentPartPr/>
                <p14:nvPr/>
              </p14:nvContentPartPr>
              <p14:xfrm>
                <a:off x="2232090" y="2503830"/>
                <a:ext cx="141120" cy="163800"/>
              </p14:xfrm>
            </p:contentPart>
          </mc:Choice>
          <mc:Fallback xmlns="">
            <p:pic>
              <p:nvPicPr>
                <p:cNvPr id="133" name="インク 132">
                  <a:extLst>
                    <a:ext uri="{FF2B5EF4-FFF2-40B4-BE49-F238E27FC236}">
                      <a16:creationId xmlns:a16="http://schemas.microsoft.com/office/drawing/2014/main" id="{2EA53857-5097-0C8C-10EC-1E140E78E88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227770" y="2499510"/>
                  <a:ext cx="1497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34" name="インク 133">
                  <a:extLst>
                    <a:ext uri="{FF2B5EF4-FFF2-40B4-BE49-F238E27FC236}">
                      <a16:creationId xmlns:a16="http://schemas.microsoft.com/office/drawing/2014/main" id="{86F9FCAE-33FF-D450-1470-1660A7DD8E1C}"/>
                    </a:ext>
                  </a:extLst>
                </p14:cNvPr>
                <p14:cNvContentPartPr/>
                <p14:nvPr/>
              </p14:nvContentPartPr>
              <p14:xfrm>
                <a:off x="2296170" y="2547750"/>
                <a:ext cx="12960" cy="116640"/>
              </p14:xfrm>
            </p:contentPart>
          </mc:Choice>
          <mc:Fallback xmlns="">
            <p:pic>
              <p:nvPicPr>
                <p:cNvPr id="134" name="インク 133">
                  <a:extLst>
                    <a:ext uri="{FF2B5EF4-FFF2-40B4-BE49-F238E27FC236}">
                      <a16:creationId xmlns:a16="http://schemas.microsoft.com/office/drawing/2014/main" id="{86F9FCAE-33FF-D450-1470-1660A7DD8E1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291850" y="2543430"/>
                  <a:ext cx="216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35" name="インク 134">
                  <a:extLst>
                    <a:ext uri="{FF2B5EF4-FFF2-40B4-BE49-F238E27FC236}">
                      <a16:creationId xmlns:a16="http://schemas.microsoft.com/office/drawing/2014/main" id="{ACF712A9-28AE-EEAC-BB25-1B672E8A2D99}"/>
                    </a:ext>
                  </a:extLst>
                </p14:cNvPr>
                <p14:cNvContentPartPr/>
                <p14:nvPr/>
              </p14:nvContentPartPr>
              <p14:xfrm>
                <a:off x="2263770" y="2599590"/>
                <a:ext cx="63360" cy="33480"/>
              </p14:xfrm>
            </p:contentPart>
          </mc:Choice>
          <mc:Fallback xmlns="">
            <p:pic>
              <p:nvPicPr>
                <p:cNvPr id="135" name="インク 134">
                  <a:extLst>
                    <a:ext uri="{FF2B5EF4-FFF2-40B4-BE49-F238E27FC236}">
                      <a16:creationId xmlns:a16="http://schemas.microsoft.com/office/drawing/2014/main" id="{ACF712A9-28AE-EEAC-BB25-1B672E8A2D9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259450" y="2595270"/>
                  <a:ext cx="720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6" name="インク 135">
                  <a:extLst>
                    <a:ext uri="{FF2B5EF4-FFF2-40B4-BE49-F238E27FC236}">
                      <a16:creationId xmlns:a16="http://schemas.microsoft.com/office/drawing/2014/main" id="{234BAA81-5B4B-52F4-4998-25413CAAFEDB}"/>
                    </a:ext>
                  </a:extLst>
                </p14:cNvPr>
                <p14:cNvContentPartPr/>
                <p14:nvPr/>
              </p14:nvContentPartPr>
              <p14:xfrm>
                <a:off x="2258370" y="2653950"/>
                <a:ext cx="42480" cy="41760"/>
              </p14:xfrm>
            </p:contentPart>
          </mc:Choice>
          <mc:Fallback xmlns="">
            <p:pic>
              <p:nvPicPr>
                <p:cNvPr id="136" name="インク 135">
                  <a:extLst>
                    <a:ext uri="{FF2B5EF4-FFF2-40B4-BE49-F238E27FC236}">
                      <a16:creationId xmlns:a16="http://schemas.microsoft.com/office/drawing/2014/main" id="{234BAA81-5B4B-52F4-4998-25413CAAFED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254050" y="2649630"/>
                  <a:ext cx="511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7" name="インク 136">
                  <a:extLst>
                    <a:ext uri="{FF2B5EF4-FFF2-40B4-BE49-F238E27FC236}">
                      <a16:creationId xmlns:a16="http://schemas.microsoft.com/office/drawing/2014/main" id="{B761F942-A52F-A1A4-3218-F9DF54E30129}"/>
                    </a:ext>
                  </a:extLst>
                </p14:cNvPr>
                <p14:cNvContentPartPr/>
                <p14:nvPr/>
              </p14:nvContentPartPr>
              <p14:xfrm>
                <a:off x="2188170" y="2814150"/>
                <a:ext cx="101520" cy="26640"/>
              </p14:xfrm>
            </p:contentPart>
          </mc:Choice>
          <mc:Fallback xmlns="">
            <p:pic>
              <p:nvPicPr>
                <p:cNvPr id="137" name="インク 136">
                  <a:extLst>
                    <a:ext uri="{FF2B5EF4-FFF2-40B4-BE49-F238E27FC236}">
                      <a16:creationId xmlns:a16="http://schemas.microsoft.com/office/drawing/2014/main" id="{B761F942-A52F-A1A4-3218-F9DF54E3012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183850" y="2809830"/>
                  <a:ext cx="1101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8" name="インク 137">
                  <a:extLst>
                    <a:ext uri="{FF2B5EF4-FFF2-40B4-BE49-F238E27FC236}">
                      <a16:creationId xmlns:a16="http://schemas.microsoft.com/office/drawing/2014/main" id="{76D666D7-E41D-5566-ED10-0223338077BF}"/>
                    </a:ext>
                  </a:extLst>
                </p14:cNvPr>
                <p14:cNvContentPartPr/>
                <p14:nvPr/>
              </p14:nvContentPartPr>
              <p14:xfrm>
                <a:off x="2157210" y="2895870"/>
                <a:ext cx="140400" cy="118800"/>
              </p14:xfrm>
            </p:contentPart>
          </mc:Choice>
          <mc:Fallback xmlns="">
            <p:pic>
              <p:nvPicPr>
                <p:cNvPr id="138" name="インク 137">
                  <a:extLst>
                    <a:ext uri="{FF2B5EF4-FFF2-40B4-BE49-F238E27FC236}">
                      <a16:creationId xmlns:a16="http://schemas.microsoft.com/office/drawing/2014/main" id="{76D666D7-E41D-5566-ED10-0223338077B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152890" y="2891550"/>
                  <a:ext cx="1490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9" name="インク 138">
                  <a:extLst>
                    <a:ext uri="{FF2B5EF4-FFF2-40B4-BE49-F238E27FC236}">
                      <a16:creationId xmlns:a16="http://schemas.microsoft.com/office/drawing/2014/main" id="{301E2D5A-18D1-E314-CDF0-EE06C04C716F}"/>
                    </a:ext>
                  </a:extLst>
                </p14:cNvPr>
                <p14:cNvContentPartPr/>
                <p14:nvPr/>
              </p14:nvContentPartPr>
              <p14:xfrm>
                <a:off x="2205090" y="2957070"/>
                <a:ext cx="45720" cy="21960"/>
              </p14:xfrm>
            </p:contentPart>
          </mc:Choice>
          <mc:Fallback xmlns="">
            <p:pic>
              <p:nvPicPr>
                <p:cNvPr id="139" name="インク 138">
                  <a:extLst>
                    <a:ext uri="{FF2B5EF4-FFF2-40B4-BE49-F238E27FC236}">
                      <a16:creationId xmlns:a16="http://schemas.microsoft.com/office/drawing/2014/main" id="{301E2D5A-18D1-E314-CDF0-EE06C04C716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200770" y="2952750"/>
                  <a:ext cx="543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0" name="インク 139">
                  <a:extLst>
                    <a:ext uri="{FF2B5EF4-FFF2-40B4-BE49-F238E27FC236}">
                      <a16:creationId xmlns:a16="http://schemas.microsoft.com/office/drawing/2014/main" id="{41736FE5-DDD7-151C-63F6-C568E1DE2D0A}"/>
                    </a:ext>
                  </a:extLst>
                </p14:cNvPr>
                <p14:cNvContentPartPr/>
                <p14:nvPr/>
              </p14:nvContentPartPr>
              <p14:xfrm>
                <a:off x="2190330" y="2997030"/>
                <a:ext cx="75240" cy="13320"/>
              </p14:xfrm>
            </p:contentPart>
          </mc:Choice>
          <mc:Fallback xmlns="">
            <p:pic>
              <p:nvPicPr>
                <p:cNvPr id="140" name="インク 139">
                  <a:extLst>
                    <a:ext uri="{FF2B5EF4-FFF2-40B4-BE49-F238E27FC236}">
                      <a16:creationId xmlns:a16="http://schemas.microsoft.com/office/drawing/2014/main" id="{41736FE5-DDD7-151C-63F6-C568E1DE2D0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186010" y="2992710"/>
                  <a:ext cx="838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1" name="インク 140">
                  <a:extLst>
                    <a:ext uri="{FF2B5EF4-FFF2-40B4-BE49-F238E27FC236}">
                      <a16:creationId xmlns:a16="http://schemas.microsoft.com/office/drawing/2014/main" id="{42E9CB93-B20E-67FC-10A6-A165910C40F7}"/>
                    </a:ext>
                  </a:extLst>
                </p14:cNvPr>
                <p14:cNvContentPartPr/>
                <p14:nvPr/>
              </p14:nvContentPartPr>
              <p14:xfrm>
                <a:off x="2148210" y="3056790"/>
                <a:ext cx="164520" cy="23400"/>
              </p14:xfrm>
            </p:contentPart>
          </mc:Choice>
          <mc:Fallback xmlns="">
            <p:pic>
              <p:nvPicPr>
                <p:cNvPr id="141" name="インク 140">
                  <a:extLst>
                    <a:ext uri="{FF2B5EF4-FFF2-40B4-BE49-F238E27FC236}">
                      <a16:creationId xmlns:a16="http://schemas.microsoft.com/office/drawing/2014/main" id="{42E9CB93-B20E-67FC-10A6-A165910C40F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143890" y="3052470"/>
                  <a:ext cx="1731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2" name="インク 141">
                  <a:extLst>
                    <a:ext uri="{FF2B5EF4-FFF2-40B4-BE49-F238E27FC236}">
                      <a16:creationId xmlns:a16="http://schemas.microsoft.com/office/drawing/2014/main" id="{E5A19468-9EA6-904B-2D2C-FFDF580E2A17}"/>
                    </a:ext>
                  </a:extLst>
                </p14:cNvPr>
                <p14:cNvContentPartPr/>
                <p14:nvPr/>
              </p14:nvContentPartPr>
              <p14:xfrm>
                <a:off x="2213730" y="2792190"/>
                <a:ext cx="16920" cy="370440"/>
              </p14:xfrm>
            </p:contentPart>
          </mc:Choice>
          <mc:Fallback xmlns="">
            <p:pic>
              <p:nvPicPr>
                <p:cNvPr id="142" name="インク 141">
                  <a:extLst>
                    <a:ext uri="{FF2B5EF4-FFF2-40B4-BE49-F238E27FC236}">
                      <a16:creationId xmlns:a16="http://schemas.microsoft.com/office/drawing/2014/main" id="{E5A19468-9EA6-904B-2D2C-FFDF580E2A1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209410" y="2787870"/>
                  <a:ext cx="25560" cy="37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グループ化 173">
            <a:extLst>
              <a:ext uri="{FF2B5EF4-FFF2-40B4-BE49-F238E27FC236}">
                <a16:creationId xmlns:a16="http://schemas.microsoft.com/office/drawing/2014/main" id="{602FDE9C-2742-383B-6081-E8E664EA5513}"/>
              </a:ext>
            </a:extLst>
          </p:cNvPr>
          <p:cNvGrpSpPr/>
          <p:nvPr/>
        </p:nvGrpSpPr>
        <p:grpSpPr>
          <a:xfrm>
            <a:off x="24813810" y="9831150"/>
            <a:ext cx="632016" cy="5266296"/>
            <a:chOff x="5908050" y="2340750"/>
            <a:chExt cx="150480" cy="125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5" name="インク 144">
                  <a:extLst>
                    <a:ext uri="{FF2B5EF4-FFF2-40B4-BE49-F238E27FC236}">
                      <a16:creationId xmlns:a16="http://schemas.microsoft.com/office/drawing/2014/main" id="{85854072-7E84-62D3-0512-7DE2A9E7D545}"/>
                    </a:ext>
                  </a:extLst>
                </p14:cNvPr>
                <p14:cNvContentPartPr/>
                <p14:nvPr/>
              </p14:nvContentPartPr>
              <p14:xfrm>
                <a:off x="5921370" y="2340750"/>
                <a:ext cx="46440" cy="9360"/>
              </p14:xfrm>
            </p:contentPart>
          </mc:Choice>
          <mc:Fallback xmlns="">
            <p:pic>
              <p:nvPicPr>
                <p:cNvPr id="145" name="インク 144">
                  <a:extLst>
                    <a:ext uri="{FF2B5EF4-FFF2-40B4-BE49-F238E27FC236}">
                      <a16:creationId xmlns:a16="http://schemas.microsoft.com/office/drawing/2014/main" id="{85854072-7E84-62D3-0512-7DE2A9E7D54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917050" y="2336430"/>
                  <a:ext cx="55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6" name="インク 145">
                  <a:extLst>
                    <a:ext uri="{FF2B5EF4-FFF2-40B4-BE49-F238E27FC236}">
                      <a16:creationId xmlns:a16="http://schemas.microsoft.com/office/drawing/2014/main" id="{E83363BD-6E09-4616-13D5-E10226501D44}"/>
                    </a:ext>
                  </a:extLst>
                </p14:cNvPr>
                <p14:cNvContentPartPr/>
                <p14:nvPr/>
              </p14:nvContentPartPr>
              <p14:xfrm>
                <a:off x="5933610" y="2377470"/>
                <a:ext cx="37080" cy="7200"/>
              </p14:xfrm>
            </p:contentPart>
          </mc:Choice>
          <mc:Fallback xmlns="">
            <p:pic>
              <p:nvPicPr>
                <p:cNvPr id="146" name="インク 145">
                  <a:extLst>
                    <a:ext uri="{FF2B5EF4-FFF2-40B4-BE49-F238E27FC236}">
                      <a16:creationId xmlns:a16="http://schemas.microsoft.com/office/drawing/2014/main" id="{E83363BD-6E09-4616-13D5-E10226501D4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929290" y="2373150"/>
                  <a:ext cx="4572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7" name="インク 146">
                  <a:extLst>
                    <a:ext uri="{FF2B5EF4-FFF2-40B4-BE49-F238E27FC236}">
                      <a16:creationId xmlns:a16="http://schemas.microsoft.com/office/drawing/2014/main" id="{DCA5CF47-4E33-8D16-E298-8E8A26C183DA}"/>
                    </a:ext>
                  </a:extLst>
                </p14:cNvPr>
                <p14:cNvContentPartPr/>
                <p14:nvPr/>
              </p14:nvContentPartPr>
              <p14:xfrm>
                <a:off x="5924610" y="2343270"/>
                <a:ext cx="133920" cy="111600"/>
              </p14:xfrm>
            </p:contentPart>
          </mc:Choice>
          <mc:Fallback xmlns="">
            <p:pic>
              <p:nvPicPr>
                <p:cNvPr id="147" name="インク 146">
                  <a:extLst>
                    <a:ext uri="{FF2B5EF4-FFF2-40B4-BE49-F238E27FC236}">
                      <a16:creationId xmlns:a16="http://schemas.microsoft.com/office/drawing/2014/main" id="{DCA5CF47-4E33-8D16-E298-8E8A26C183D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920290" y="2338950"/>
                  <a:ext cx="1425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8" name="インク 147">
                  <a:extLst>
                    <a:ext uri="{FF2B5EF4-FFF2-40B4-BE49-F238E27FC236}">
                      <a16:creationId xmlns:a16="http://schemas.microsoft.com/office/drawing/2014/main" id="{9784833A-52B2-8EFE-1523-E96C347C6C41}"/>
                    </a:ext>
                  </a:extLst>
                </p14:cNvPr>
                <p14:cNvContentPartPr/>
                <p14:nvPr/>
              </p14:nvContentPartPr>
              <p14:xfrm>
                <a:off x="5961330" y="2500230"/>
                <a:ext cx="360" cy="360"/>
              </p14:xfrm>
            </p:contentPart>
          </mc:Choice>
          <mc:Fallback xmlns="">
            <p:pic>
              <p:nvPicPr>
                <p:cNvPr id="148" name="インク 147">
                  <a:extLst>
                    <a:ext uri="{FF2B5EF4-FFF2-40B4-BE49-F238E27FC236}">
                      <a16:creationId xmlns:a16="http://schemas.microsoft.com/office/drawing/2014/main" id="{9784833A-52B2-8EFE-1523-E96C347C6C4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957010" y="249591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9" name="インク 148">
                  <a:extLst>
                    <a:ext uri="{FF2B5EF4-FFF2-40B4-BE49-F238E27FC236}">
                      <a16:creationId xmlns:a16="http://schemas.microsoft.com/office/drawing/2014/main" id="{ADEA2808-4EE1-3FAA-DB5E-B44C07DFE05C}"/>
                    </a:ext>
                  </a:extLst>
                </p14:cNvPr>
                <p14:cNvContentPartPr/>
                <p14:nvPr/>
              </p14:nvContentPartPr>
              <p14:xfrm>
                <a:off x="5908050" y="2523630"/>
                <a:ext cx="81360" cy="116280"/>
              </p14:xfrm>
            </p:contentPart>
          </mc:Choice>
          <mc:Fallback xmlns="">
            <p:pic>
              <p:nvPicPr>
                <p:cNvPr id="149" name="インク 148">
                  <a:extLst>
                    <a:ext uri="{FF2B5EF4-FFF2-40B4-BE49-F238E27FC236}">
                      <a16:creationId xmlns:a16="http://schemas.microsoft.com/office/drawing/2014/main" id="{ADEA2808-4EE1-3FAA-DB5E-B44C07DFE05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903730" y="2519310"/>
                  <a:ext cx="900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0" name="インク 149">
                  <a:extLst>
                    <a:ext uri="{FF2B5EF4-FFF2-40B4-BE49-F238E27FC236}">
                      <a16:creationId xmlns:a16="http://schemas.microsoft.com/office/drawing/2014/main" id="{639A117F-3BEC-4E67-7021-66353C05911A}"/>
                    </a:ext>
                  </a:extLst>
                </p14:cNvPr>
                <p14:cNvContentPartPr/>
                <p14:nvPr/>
              </p14:nvContentPartPr>
              <p14:xfrm>
                <a:off x="5932170" y="2594550"/>
                <a:ext cx="3240" cy="91440"/>
              </p14:xfrm>
            </p:contentPart>
          </mc:Choice>
          <mc:Fallback xmlns="">
            <p:pic>
              <p:nvPicPr>
                <p:cNvPr id="150" name="インク 149">
                  <a:extLst>
                    <a:ext uri="{FF2B5EF4-FFF2-40B4-BE49-F238E27FC236}">
                      <a16:creationId xmlns:a16="http://schemas.microsoft.com/office/drawing/2014/main" id="{639A117F-3BEC-4E67-7021-66353C05911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927850" y="2590230"/>
                  <a:ext cx="118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1" name="インク 150">
                  <a:extLst>
                    <a:ext uri="{FF2B5EF4-FFF2-40B4-BE49-F238E27FC236}">
                      <a16:creationId xmlns:a16="http://schemas.microsoft.com/office/drawing/2014/main" id="{325DA8D3-F6DA-E756-0A2B-F7D4B569992B}"/>
                    </a:ext>
                  </a:extLst>
                </p14:cNvPr>
                <p14:cNvContentPartPr/>
                <p14:nvPr/>
              </p14:nvContentPartPr>
              <p14:xfrm>
                <a:off x="5968890" y="2614350"/>
                <a:ext cx="34200" cy="33840"/>
              </p14:xfrm>
            </p:contentPart>
          </mc:Choice>
          <mc:Fallback xmlns="">
            <p:pic>
              <p:nvPicPr>
                <p:cNvPr id="151" name="インク 150">
                  <a:extLst>
                    <a:ext uri="{FF2B5EF4-FFF2-40B4-BE49-F238E27FC236}">
                      <a16:creationId xmlns:a16="http://schemas.microsoft.com/office/drawing/2014/main" id="{325DA8D3-F6DA-E756-0A2B-F7D4B569992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964570" y="2610030"/>
                  <a:ext cx="428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2" name="インク 151">
                  <a:extLst>
                    <a:ext uri="{FF2B5EF4-FFF2-40B4-BE49-F238E27FC236}">
                      <a16:creationId xmlns:a16="http://schemas.microsoft.com/office/drawing/2014/main" id="{E870B8EA-73FB-7260-0370-723EFC565BC3}"/>
                    </a:ext>
                  </a:extLst>
                </p14:cNvPr>
                <p14:cNvContentPartPr/>
                <p14:nvPr/>
              </p14:nvContentPartPr>
              <p14:xfrm>
                <a:off x="5950890" y="2728830"/>
                <a:ext cx="51840" cy="45360"/>
              </p14:xfrm>
            </p:contentPart>
          </mc:Choice>
          <mc:Fallback xmlns="">
            <p:pic>
              <p:nvPicPr>
                <p:cNvPr id="152" name="インク 151">
                  <a:extLst>
                    <a:ext uri="{FF2B5EF4-FFF2-40B4-BE49-F238E27FC236}">
                      <a16:creationId xmlns:a16="http://schemas.microsoft.com/office/drawing/2014/main" id="{E870B8EA-73FB-7260-0370-723EFC565BC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946570" y="2724510"/>
                  <a:ext cx="604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3" name="インク 152">
                  <a:extLst>
                    <a:ext uri="{FF2B5EF4-FFF2-40B4-BE49-F238E27FC236}">
                      <a16:creationId xmlns:a16="http://schemas.microsoft.com/office/drawing/2014/main" id="{E317A48D-DBAE-FC43-5966-A77FF56ED645}"/>
                    </a:ext>
                  </a:extLst>
                </p14:cNvPr>
                <p14:cNvContentPartPr/>
                <p14:nvPr/>
              </p14:nvContentPartPr>
              <p14:xfrm>
                <a:off x="5946570" y="2773830"/>
                <a:ext cx="49320" cy="66960"/>
              </p14:xfrm>
            </p:contentPart>
          </mc:Choice>
          <mc:Fallback xmlns="">
            <p:pic>
              <p:nvPicPr>
                <p:cNvPr id="153" name="インク 152">
                  <a:extLst>
                    <a:ext uri="{FF2B5EF4-FFF2-40B4-BE49-F238E27FC236}">
                      <a16:creationId xmlns:a16="http://schemas.microsoft.com/office/drawing/2014/main" id="{E317A48D-DBAE-FC43-5966-A77FF56ED64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942250" y="2769510"/>
                  <a:ext cx="579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4" name="インク 153">
                  <a:extLst>
                    <a:ext uri="{FF2B5EF4-FFF2-40B4-BE49-F238E27FC236}">
                      <a16:creationId xmlns:a16="http://schemas.microsoft.com/office/drawing/2014/main" id="{57881EF4-993B-6408-9611-0679E619C49B}"/>
                    </a:ext>
                  </a:extLst>
                </p14:cNvPr>
                <p14:cNvContentPartPr/>
                <p14:nvPr/>
              </p14:nvContentPartPr>
              <p14:xfrm>
                <a:off x="5946570" y="2914590"/>
                <a:ext cx="32760" cy="29520"/>
              </p14:xfrm>
            </p:contentPart>
          </mc:Choice>
          <mc:Fallback xmlns="">
            <p:pic>
              <p:nvPicPr>
                <p:cNvPr id="154" name="インク 153">
                  <a:extLst>
                    <a:ext uri="{FF2B5EF4-FFF2-40B4-BE49-F238E27FC236}">
                      <a16:creationId xmlns:a16="http://schemas.microsoft.com/office/drawing/2014/main" id="{57881EF4-993B-6408-9611-0679E619C49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942250" y="2910270"/>
                  <a:ext cx="41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5" name="インク 154">
                  <a:extLst>
                    <a:ext uri="{FF2B5EF4-FFF2-40B4-BE49-F238E27FC236}">
                      <a16:creationId xmlns:a16="http://schemas.microsoft.com/office/drawing/2014/main" id="{8440B16A-E2D8-C387-532E-9FA1045DFB24}"/>
                    </a:ext>
                  </a:extLst>
                </p14:cNvPr>
                <p14:cNvContentPartPr/>
                <p14:nvPr/>
              </p14:nvContentPartPr>
              <p14:xfrm>
                <a:off x="5915250" y="2970030"/>
                <a:ext cx="119880" cy="12240"/>
              </p14:xfrm>
            </p:contentPart>
          </mc:Choice>
          <mc:Fallback xmlns="">
            <p:pic>
              <p:nvPicPr>
                <p:cNvPr id="155" name="インク 154">
                  <a:extLst>
                    <a:ext uri="{FF2B5EF4-FFF2-40B4-BE49-F238E27FC236}">
                      <a16:creationId xmlns:a16="http://schemas.microsoft.com/office/drawing/2014/main" id="{8440B16A-E2D8-C387-532E-9FA1045DFB2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910930" y="2965710"/>
                  <a:ext cx="1285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6" name="インク 155">
                  <a:extLst>
                    <a:ext uri="{FF2B5EF4-FFF2-40B4-BE49-F238E27FC236}">
                      <a16:creationId xmlns:a16="http://schemas.microsoft.com/office/drawing/2014/main" id="{AFA36951-AA23-18DA-E5A5-618F65EFB586}"/>
                    </a:ext>
                  </a:extLst>
                </p14:cNvPr>
                <p14:cNvContentPartPr/>
                <p14:nvPr/>
              </p14:nvContentPartPr>
              <p14:xfrm>
                <a:off x="5948370" y="2931150"/>
                <a:ext cx="42840" cy="117720"/>
              </p14:xfrm>
            </p:contentPart>
          </mc:Choice>
          <mc:Fallback xmlns="">
            <p:pic>
              <p:nvPicPr>
                <p:cNvPr id="156" name="インク 155">
                  <a:extLst>
                    <a:ext uri="{FF2B5EF4-FFF2-40B4-BE49-F238E27FC236}">
                      <a16:creationId xmlns:a16="http://schemas.microsoft.com/office/drawing/2014/main" id="{AFA36951-AA23-18DA-E5A5-618F65EFB58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944050" y="2926830"/>
                  <a:ext cx="514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7" name="インク 156">
                  <a:extLst>
                    <a:ext uri="{FF2B5EF4-FFF2-40B4-BE49-F238E27FC236}">
                      <a16:creationId xmlns:a16="http://schemas.microsoft.com/office/drawing/2014/main" id="{D38AF1FF-D5F6-469A-27E6-3707D14FA0F3}"/>
                    </a:ext>
                  </a:extLst>
                </p14:cNvPr>
                <p14:cNvContentPartPr/>
                <p14:nvPr/>
              </p14:nvContentPartPr>
              <p14:xfrm>
                <a:off x="5980050" y="3087030"/>
                <a:ext cx="7920" cy="28440"/>
              </p14:xfrm>
            </p:contentPart>
          </mc:Choice>
          <mc:Fallback xmlns="">
            <p:pic>
              <p:nvPicPr>
                <p:cNvPr id="157" name="インク 156">
                  <a:extLst>
                    <a:ext uri="{FF2B5EF4-FFF2-40B4-BE49-F238E27FC236}">
                      <a16:creationId xmlns:a16="http://schemas.microsoft.com/office/drawing/2014/main" id="{D38AF1FF-D5F6-469A-27E6-3707D14FA0F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975730" y="3082710"/>
                  <a:ext cx="165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8" name="インク 157">
                  <a:extLst>
                    <a:ext uri="{FF2B5EF4-FFF2-40B4-BE49-F238E27FC236}">
                      <a16:creationId xmlns:a16="http://schemas.microsoft.com/office/drawing/2014/main" id="{5B9DE30E-2772-248B-1EC2-FF280B675A69}"/>
                    </a:ext>
                  </a:extLst>
                </p14:cNvPr>
                <p14:cNvContentPartPr/>
                <p14:nvPr/>
              </p14:nvContentPartPr>
              <p14:xfrm>
                <a:off x="5996250" y="3082710"/>
                <a:ext cx="10080" cy="11160"/>
              </p14:xfrm>
            </p:contentPart>
          </mc:Choice>
          <mc:Fallback xmlns="">
            <p:pic>
              <p:nvPicPr>
                <p:cNvPr id="158" name="インク 157">
                  <a:extLst>
                    <a:ext uri="{FF2B5EF4-FFF2-40B4-BE49-F238E27FC236}">
                      <a16:creationId xmlns:a16="http://schemas.microsoft.com/office/drawing/2014/main" id="{5B9DE30E-2772-248B-1EC2-FF280B675A6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991930" y="3078390"/>
                  <a:ext cx="187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9" name="インク 158">
                  <a:extLst>
                    <a:ext uri="{FF2B5EF4-FFF2-40B4-BE49-F238E27FC236}">
                      <a16:creationId xmlns:a16="http://schemas.microsoft.com/office/drawing/2014/main" id="{31A7017C-98B5-E45A-E52B-5228FC450924}"/>
                    </a:ext>
                  </a:extLst>
                </p14:cNvPr>
                <p14:cNvContentPartPr/>
                <p14:nvPr/>
              </p14:nvContentPartPr>
              <p14:xfrm>
                <a:off x="6007050" y="3070110"/>
                <a:ext cx="23400" cy="71640"/>
              </p14:xfrm>
            </p:contentPart>
          </mc:Choice>
          <mc:Fallback xmlns="">
            <p:pic>
              <p:nvPicPr>
                <p:cNvPr id="159" name="インク 158">
                  <a:extLst>
                    <a:ext uri="{FF2B5EF4-FFF2-40B4-BE49-F238E27FC236}">
                      <a16:creationId xmlns:a16="http://schemas.microsoft.com/office/drawing/2014/main" id="{31A7017C-98B5-E45A-E52B-5228FC45092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002730" y="3065790"/>
                  <a:ext cx="320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1" name="インク 160">
                  <a:extLst>
                    <a:ext uri="{FF2B5EF4-FFF2-40B4-BE49-F238E27FC236}">
                      <a16:creationId xmlns:a16="http://schemas.microsoft.com/office/drawing/2014/main" id="{BB7AF61C-99E0-CA3C-CAD1-B1F18A3BEC15}"/>
                    </a:ext>
                  </a:extLst>
                </p14:cNvPr>
                <p14:cNvContentPartPr/>
                <p14:nvPr/>
              </p14:nvContentPartPr>
              <p14:xfrm>
                <a:off x="5927850" y="3207990"/>
                <a:ext cx="18720" cy="31680"/>
              </p14:xfrm>
            </p:contentPart>
          </mc:Choice>
          <mc:Fallback xmlns="">
            <p:pic>
              <p:nvPicPr>
                <p:cNvPr id="161" name="インク 160">
                  <a:extLst>
                    <a:ext uri="{FF2B5EF4-FFF2-40B4-BE49-F238E27FC236}">
                      <a16:creationId xmlns:a16="http://schemas.microsoft.com/office/drawing/2014/main" id="{BB7AF61C-99E0-CA3C-CAD1-B1F18A3BEC1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923530" y="3203670"/>
                  <a:ext cx="273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2" name="インク 161">
                  <a:extLst>
                    <a:ext uri="{FF2B5EF4-FFF2-40B4-BE49-F238E27FC236}">
                      <a16:creationId xmlns:a16="http://schemas.microsoft.com/office/drawing/2014/main" id="{EEC4C1E7-1BF4-955E-D56C-D0B3FA1FDFA4}"/>
                    </a:ext>
                  </a:extLst>
                </p14:cNvPr>
                <p14:cNvContentPartPr/>
                <p14:nvPr/>
              </p14:nvContentPartPr>
              <p14:xfrm>
                <a:off x="5933970" y="3194670"/>
                <a:ext cx="78120" cy="138600"/>
              </p14:xfrm>
            </p:contentPart>
          </mc:Choice>
          <mc:Fallback xmlns="">
            <p:pic>
              <p:nvPicPr>
                <p:cNvPr id="162" name="インク 161">
                  <a:extLst>
                    <a:ext uri="{FF2B5EF4-FFF2-40B4-BE49-F238E27FC236}">
                      <a16:creationId xmlns:a16="http://schemas.microsoft.com/office/drawing/2014/main" id="{EEC4C1E7-1BF4-955E-D56C-D0B3FA1FDFA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929650" y="3190350"/>
                  <a:ext cx="867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3" name="インク 162">
                  <a:extLst>
                    <a:ext uri="{FF2B5EF4-FFF2-40B4-BE49-F238E27FC236}">
                      <a16:creationId xmlns:a16="http://schemas.microsoft.com/office/drawing/2014/main" id="{378F27F5-5491-0E9A-76B9-F15D5F362131}"/>
                    </a:ext>
                  </a:extLst>
                </p14:cNvPr>
                <p14:cNvContentPartPr/>
                <p14:nvPr/>
              </p14:nvContentPartPr>
              <p14:xfrm>
                <a:off x="5916690" y="3390870"/>
                <a:ext cx="34560" cy="50400"/>
              </p14:xfrm>
            </p:contentPart>
          </mc:Choice>
          <mc:Fallback xmlns="">
            <p:pic>
              <p:nvPicPr>
                <p:cNvPr id="163" name="インク 162">
                  <a:extLst>
                    <a:ext uri="{FF2B5EF4-FFF2-40B4-BE49-F238E27FC236}">
                      <a16:creationId xmlns:a16="http://schemas.microsoft.com/office/drawing/2014/main" id="{378F27F5-5491-0E9A-76B9-F15D5F36213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912370" y="3386550"/>
                  <a:ext cx="432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4" name="インク 163">
                  <a:extLst>
                    <a:ext uri="{FF2B5EF4-FFF2-40B4-BE49-F238E27FC236}">
                      <a16:creationId xmlns:a16="http://schemas.microsoft.com/office/drawing/2014/main" id="{B84B0626-8CE7-D4E8-F968-281FB09B3785}"/>
                    </a:ext>
                  </a:extLst>
                </p14:cNvPr>
                <p14:cNvContentPartPr/>
                <p14:nvPr/>
              </p14:nvContentPartPr>
              <p14:xfrm>
                <a:off x="5914890" y="3385470"/>
                <a:ext cx="42480" cy="209160"/>
              </p14:xfrm>
            </p:contentPart>
          </mc:Choice>
          <mc:Fallback xmlns="">
            <p:pic>
              <p:nvPicPr>
                <p:cNvPr id="164" name="インク 163">
                  <a:extLst>
                    <a:ext uri="{FF2B5EF4-FFF2-40B4-BE49-F238E27FC236}">
                      <a16:creationId xmlns:a16="http://schemas.microsoft.com/office/drawing/2014/main" id="{B84B0626-8CE7-D4E8-F968-281FB09B378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910570" y="3381150"/>
                  <a:ext cx="511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5" name="インク 164">
                  <a:extLst>
                    <a:ext uri="{FF2B5EF4-FFF2-40B4-BE49-F238E27FC236}">
                      <a16:creationId xmlns:a16="http://schemas.microsoft.com/office/drawing/2014/main" id="{D282B557-AC2F-3E78-C082-153666050D74}"/>
                    </a:ext>
                  </a:extLst>
                </p14:cNvPr>
                <p14:cNvContentPartPr/>
                <p14:nvPr/>
              </p14:nvContentPartPr>
              <p14:xfrm>
                <a:off x="5915970" y="3503910"/>
                <a:ext cx="31680" cy="31680"/>
              </p14:xfrm>
            </p:contentPart>
          </mc:Choice>
          <mc:Fallback xmlns="">
            <p:pic>
              <p:nvPicPr>
                <p:cNvPr id="165" name="インク 164">
                  <a:extLst>
                    <a:ext uri="{FF2B5EF4-FFF2-40B4-BE49-F238E27FC236}">
                      <a16:creationId xmlns:a16="http://schemas.microsoft.com/office/drawing/2014/main" id="{D282B557-AC2F-3E78-C082-153666050D7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911650" y="3499590"/>
                  <a:ext cx="403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6" name="インク 165">
                  <a:extLst>
                    <a:ext uri="{FF2B5EF4-FFF2-40B4-BE49-F238E27FC236}">
                      <a16:creationId xmlns:a16="http://schemas.microsoft.com/office/drawing/2014/main" id="{CF16724E-DB40-2B7C-A92B-B5A718DDBA5A}"/>
                    </a:ext>
                  </a:extLst>
                </p14:cNvPr>
                <p14:cNvContentPartPr/>
                <p14:nvPr/>
              </p14:nvContentPartPr>
              <p14:xfrm>
                <a:off x="6003810" y="3377910"/>
                <a:ext cx="50760" cy="11880"/>
              </p14:xfrm>
            </p:contentPart>
          </mc:Choice>
          <mc:Fallback xmlns="">
            <p:pic>
              <p:nvPicPr>
                <p:cNvPr id="166" name="インク 165">
                  <a:extLst>
                    <a:ext uri="{FF2B5EF4-FFF2-40B4-BE49-F238E27FC236}">
                      <a16:creationId xmlns:a16="http://schemas.microsoft.com/office/drawing/2014/main" id="{CF16724E-DB40-2B7C-A92B-B5A718DDBA5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999490" y="3373590"/>
                  <a:ext cx="594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7" name="インク 166">
                  <a:extLst>
                    <a:ext uri="{FF2B5EF4-FFF2-40B4-BE49-F238E27FC236}">
                      <a16:creationId xmlns:a16="http://schemas.microsoft.com/office/drawing/2014/main" id="{1E9D8B4B-E74C-93A4-809A-782D9887E37E}"/>
                    </a:ext>
                  </a:extLst>
                </p14:cNvPr>
                <p14:cNvContentPartPr/>
                <p14:nvPr/>
              </p14:nvContentPartPr>
              <p14:xfrm>
                <a:off x="5990490" y="3358830"/>
                <a:ext cx="25560" cy="47880"/>
              </p14:xfrm>
            </p:contentPart>
          </mc:Choice>
          <mc:Fallback xmlns="">
            <p:pic>
              <p:nvPicPr>
                <p:cNvPr id="167" name="インク 166">
                  <a:extLst>
                    <a:ext uri="{FF2B5EF4-FFF2-40B4-BE49-F238E27FC236}">
                      <a16:creationId xmlns:a16="http://schemas.microsoft.com/office/drawing/2014/main" id="{1E9D8B4B-E74C-93A4-809A-782D9887E37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986170" y="3354510"/>
                  <a:ext cx="342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8" name="インク 167">
                  <a:extLst>
                    <a:ext uri="{FF2B5EF4-FFF2-40B4-BE49-F238E27FC236}">
                      <a16:creationId xmlns:a16="http://schemas.microsoft.com/office/drawing/2014/main" id="{030590FD-396C-0AE8-2D25-3599DE150CA1}"/>
                    </a:ext>
                  </a:extLst>
                </p14:cNvPr>
                <p14:cNvContentPartPr/>
                <p14:nvPr/>
              </p14:nvContentPartPr>
              <p14:xfrm>
                <a:off x="6030450" y="3348750"/>
                <a:ext cx="8640" cy="57240"/>
              </p14:xfrm>
            </p:contentPart>
          </mc:Choice>
          <mc:Fallback xmlns="">
            <p:pic>
              <p:nvPicPr>
                <p:cNvPr id="168" name="インク 167">
                  <a:extLst>
                    <a:ext uri="{FF2B5EF4-FFF2-40B4-BE49-F238E27FC236}">
                      <a16:creationId xmlns:a16="http://schemas.microsoft.com/office/drawing/2014/main" id="{030590FD-396C-0AE8-2D25-3599DE150CA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026130" y="3344430"/>
                  <a:ext cx="172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9" name="インク 168">
                  <a:extLst>
                    <a:ext uri="{FF2B5EF4-FFF2-40B4-BE49-F238E27FC236}">
                      <a16:creationId xmlns:a16="http://schemas.microsoft.com/office/drawing/2014/main" id="{C02C391F-7ED4-6A2D-A95E-7BE9B4D9519D}"/>
                    </a:ext>
                  </a:extLst>
                </p14:cNvPr>
                <p14:cNvContentPartPr/>
                <p14:nvPr/>
              </p14:nvContentPartPr>
              <p14:xfrm>
                <a:off x="5984370" y="3445950"/>
                <a:ext cx="15120" cy="87480"/>
              </p14:xfrm>
            </p:contentPart>
          </mc:Choice>
          <mc:Fallback xmlns="">
            <p:pic>
              <p:nvPicPr>
                <p:cNvPr id="169" name="インク 168">
                  <a:extLst>
                    <a:ext uri="{FF2B5EF4-FFF2-40B4-BE49-F238E27FC236}">
                      <a16:creationId xmlns:a16="http://schemas.microsoft.com/office/drawing/2014/main" id="{C02C391F-7ED4-6A2D-A95E-7BE9B4D9519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980050" y="3441630"/>
                  <a:ext cx="237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0" name="インク 169">
                  <a:extLst>
                    <a:ext uri="{FF2B5EF4-FFF2-40B4-BE49-F238E27FC236}">
                      <a16:creationId xmlns:a16="http://schemas.microsoft.com/office/drawing/2014/main" id="{340EB7F2-8BEB-B660-8207-2C417B8FDBC3}"/>
                    </a:ext>
                  </a:extLst>
                </p14:cNvPr>
                <p14:cNvContentPartPr/>
                <p14:nvPr/>
              </p14:nvContentPartPr>
              <p14:xfrm>
                <a:off x="5978610" y="3440190"/>
                <a:ext cx="69120" cy="96120"/>
              </p14:xfrm>
            </p:contentPart>
          </mc:Choice>
          <mc:Fallback xmlns="">
            <p:pic>
              <p:nvPicPr>
                <p:cNvPr id="170" name="インク 169">
                  <a:extLst>
                    <a:ext uri="{FF2B5EF4-FFF2-40B4-BE49-F238E27FC236}">
                      <a16:creationId xmlns:a16="http://schemas.microsoft.com/office/drawing/2014/main" id="{340EB7F2-8BEB-B660-8207-2C417B8FDBC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974290" y="3435870"/>
                  <a:ext cx="777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1" name="インク 170">
                  <a:extLst>
                    <a:ext uri="{FF2B5EF4-FFF2-40B4-BE49-F238E27FC236}">
                      <a16:creationId xmlns:a16="http://schemas.microsoft.com/office/drawing/2014/main" id="{372C0D40-98EF-7C3D-2E1B-A7008F89774C}"/>
                    </a:ext>
                  </a:extLst>
                </p14:cNvPr>
                <p14:cNvContentPartPr/>
                <p14:nvPr/>
              </p14:nvContentPartPr>
              <p14:xfrm>
                <a:off x="6022530" y="3471150"/>
                <a:ext cx="6120" cy="59400"/>
              </p14:xfrm>
            </p:contentPart>
          </mc:Choice>
          <mc:Fallback xmlns="">
            <p:pic>
              <p:nvPicPr>
                <p:cNvPr id="171" name="インク 170">
                  <a:extLst>
                    <a:ext uri="{FF2B5EF4-FFF2-40B4-BE49-F238E27FC236}">
                      <a16:creationId xmlns:a16="http://schemas.microsoft.com/office/drawing/2014/main" id="{372C0D40-98EF-7C3D-2E1B-A7008F89774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018210" y="3466830"/>
                  <a:ext cx="147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2" name="インク 171">
                  <a:extLst>
                    <a:ext uri="{FF2B5EF4-FFF2-40B4-BE49-F238E27FC236}">
                      <a16:creationId xmlns:a16="http://schemas.microsoft.com/office/drawing/2014/main" id="{AEB445EA-1A8C-2696-16AA-CAA4254C037A}"/>
                    </a:ext>
                  </a:extLst>
                </p14:cNvPr>
                <p14:cNvContentPartPr/>
                <p14:nvPr/>
              </p14:nvContentPartPr>
              <p14:xfrm>
                <a:off x="6004170" y="3493110"/>
                <a:ext cx="24120" cy="14040"/>
              </p14:xfrm>
            </p:contentPart>
          </mc:Choice>
          <mc:Fallback xmlns="">
            <p:pic>
              <p:nvPicPr>
                <p:cNvPr id="172" name="インク 171">
                  <a:extLst>
                    <a:ext uri="{FF2B5EF4-FFF2-40B4-BE49-F238E27FC236}">
                      <a16:creationId xmlns:a16="http://schemas.microsoft.com/office/drawing/2014/main" id="{AEB445EA-1A8C-2696-16AA-CAA4254C037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999850" y="3488790"/>
                  <a:ext cx="327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3" name="インク 172">
                  <a:extLst>
                    <a:ext uri="{FF2B5EF4-FFF2-40B4-BE49-F238E27FC236}">
                      <a16:creationId xmlns:a16="http://schemas.microsoft.com/office/drawing/2014/main" id="{21BDC07B-832A-4930-A4EC-ECFAE6C2D940}"/>
                    </a:ext>
                  </a:extLst>
                </p14:cNvPr>
                <p14:cNvContentPartPr/>
                <p14:nvPr/>
              </p14:nvContentPartPr>
              <p14:xfrm>
                <a:off x="5988330" y="3525150"/>
                <a:ext cx="39240" cy="26280"/>
              </p14:xfrm>
            </p:contentPart>
          </mc:Choice>
          <mc:Fallback xmlns="">
            <p:pic>
              <p:nvPicPr>
                <p:cNvPr id="173" name="インク 172">
                  <a:extLst>
                    <a:ext uri="{FF2B5EF4-FFF2-40B4-BE49-F238E27FC236}">
                      <a16:creationId xmlns:a16="http://schemas.microsoft.com/office/drawing/2014/main" id="{21BDC07B-832A-4930-A4EC-ECFAE6C2D94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984010" y="3520830"/>
                  <a:ext cx="4788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グループ化 197">
            <a:extLst>
              <a:ext uri="{FF2B5EF4-FFF2-40B4-BE49-F238E27FC236}">
                <a16:creationId xmlns:a16="http://schemas.microsoft.com/office/drawing/2014/main" id="{C134309F-1D80-8ACD-4ABA-BC7679375E78}"/>
              </a:ext>
            </a:extLst>
          </p:cNvPr>
          <p:cNvGrpSpPr/>
          <p:nvPr/>
        </p:nvGrpSpPr>
        <p:grpSpPr>
          <a:xfrm>
            <a:off x="7006986" y="22807134"/>
            <a:ext cx="1637496" cy="2066904"/>
            <a:chOff x="1668330" y="5430270"/>
            <a:chExt cx="389880" cy="49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5" name="インク 174">
                  <a:extLst>
                    <a:ext uri="{FF2B5EF4-FFF2-40B4-BE49-F238E27FC236}">
                      <a16:creationId xmlns:a16="http://schemas.microsoft.com/office/drawing/2014/main" id="{7D828C75-E3D7-4EF1-DF28-BDDDBF4ECE00}"/>
                    </a:ext>
                  </a:extLst>
                </p14:cNvPr>
                <p14:cNvContentPartPr/>
                <p14:nvPr/>
              </p14:nvContentPartPr>
              <p14:xfrm>
                <a:off x="1840770" y="5430270"/>
                <a:ext cx="67680" cy="7560"/>
              </p14:xfrm>
            </p:contentPart>
          </mc:Choice>
          <mc:Fallback xmlns="">
            <p:pic>
              <p:nvPicPr>
                <p:cNvPr id="175" name="インク 174">
                  <a:extLst>
                    <a:ext uri="{FF2B5EF4-FFF2-40B4-BE49-F238E27FC236}">
                      <a16:creationId xmlns:a16="http://schemas.microsoft.com/office/drawing/2014/main" id="{7D828C75-E3D7-4EF1-DF28-BDDDBF4ECE0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836450" y="5425950"/>
                  <a:ext cx="7632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6" name="インク 175">
                  <a:extLst>
                    <a:ext uri="{FF2B5EF4-FFF2-40B4-BE49-F238E27FC236}">
                      <a16:creationId xmlns:a16="http://schemas.microsoft.com/office/drawing/2014/main" id="{9BC1BAF2-D112-8365-B028-916F58E72F7F}"/>
                    </a:ext>
                  </a:extLst>
                </p14:cNvPr>
                <p14:cNvContentPartPr/>
                <p14:nvPr/>
              </p14:nvContentPartPr>
              <p14:xfrm>
                <a:off x="1837530" y="5437110"/>
                <a:ext cx="38520" cy="132840"/>
              </p14:xfrm>
            </p:contentPart>
          </mc:Choice>
          <mc:Fallback xmlns="">
            <p:pic>
              <p:nvPicPr>
                <p:cNvPr id="176" name="インク 175">
                  <a:extLst>
                    <a:ext uri="{FF2B5EF4-FFF2-40B4-BE49-F238E27FC236}">
                      <a16:creationId xmlns:a16="http://schemas.microsoft.com/office/drawing/2014/main" id="{9BC1BAF2-D112-8365-B028-916F58E72F7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833210" y="5432790"/>
                  <a:ext cx="471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7" name="インク 176">
                  <a:extLst>
                    <a:ext uri="{FF2B5EF4-FFF2-40B4-BE49-F238E27FC236}">
                      <a16:creationId xmlns:a16="http://schemas.microsoft.com/office/drawing/2014/main" id="{B51D78E4-CC4B-112E-2B2C-569939545E1E}"/>
                    </a:ext>
                  </a:extLst>
                </p14:cNvPr>
                <p14:cNvContentPartPr/>
                <p14:nvPr/>
              </p14:nvContentPartPr>
              <p14:xfrm>
                <a:off x="1850130" y="5492190"/>
                <a:ext cx="41400" cy="25560"/>
              </p14:xfrm>
            </p:contentPart>
          </mc:Choice>
          <mc:Fallback xmlns="">
            <p:pic>
              <p:nvPicPr>
                <p:cNvPr id="177" name="インク 176">
                  <a:extLst>
                    <a:ext uri="{FF2B5EF4-FFF2-40B4-BE49-F238E27FC236}">
                      <a16:creationId xmlns:a16="http://schemas.microsoft.com/office/drawing/2014/main" id="{B51D78E4-CC4B-112E-2B2C-569939545E1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845810" y="5487870"/>
                  <a:ext cx="50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8" name="インク 177">
                  <a:extLst>
                    <a:ext uri="{FF2B5EF4-FFF2-40B4-BE49-F238E27FC236}">
                      <a16:creationId xmlns:a16="http://schemas.microsoft.com/office/drawing/2014/main" id="{DE9D8D86-AAB5-C5B1-4139-8607BC1E7885}"/>
                    </a:ext>
                  </a:extLst>
                </p14:cNvPr>
                <p14:cNvContentPartPr/>
                <p14:nvPr/>
              </p14:nvContentPartPr>
              <p14:xfrm>
                <a:off x="1850490" y="5523870"/>
                <a:ext cx="34920" cy="7920"/>
              </p14:xfrm>
            </p:contentPart>
          </mc:Choice>
          <mc:Fallback xmlns="">
            <p:pic>
              <p:nvPicPr>
                <p:cNvPr id="178" name="インク 177">
                  <a:extLst>
                    <a:ext uri="{FF2B5EF4-FFF2-40B4-BE49-F238E27FC236}">
                      <a16:creationId xmlns:a16="http://schemas.microsoft.com/office/drawing/2014/main" id="{DE9D8D86-AAB5-C5B1-4139-8607BC1E788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846170" y="5519550"/>
                  <a:ext cx="4356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9" name="インク 178">
                  <a:extLst>
                    <a:ext uri="{FF2B5EF4-FFF2-40B4-BE49-F238E27FC236}">
                      <a16:creationId xmlns:a16="http://schemas.microsoft.com/office/drawing/2014/main" id="{6E56FF84-74F4-1EBE-8FAC-30745176B580}"/>
                    </a:ext>
                  </a:extLst>
                </p14:cNvPr>
                <p14:cNvContentPartPr/>
                <p14:nvPr/>
              </p14:nvContentPartPr>
              <p14:xfrm>
                <a:off x="1827090" y="5541510"/>
                <a:ext cx="80640" cy="64080"/>
              </p14:xfrm>
            </p:contentPart>
          </mc:Choice>
          <mc:Fallback xmlns="">
            <p:pic>
              <p:nvPicPr>
                <p:cNvPr id="179" name="インク 178">
                  <a:extLst>
                    <a:ext uri="{FF2B5EF4-FFF2-40B4-BE49-F238E27FC236}">
                      <a16:creationId xmlns:a16="http://schemas.microsoft.com/office/drawing/2014/main" id="{6E56FF84-74F4-1EBE-8FAC-30745176B58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822770" y="5537190"/>
                  <a:ext cx="892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0" name="インク 179">
                  <a:extLst>
                    <a:ext uri="{FF2B5EF4-FFF2-40B4-BE49-F238E27FC236}">
                      <a16:creationId xmlns:a16="http://schemas.microsoft.com/office/drawing/2014/main" id="{394BC44A-4270-5B5D-CDE9-89BC8A07D055}"/>
                    </a:ext>
                  </a:extLst>
                </p14:cNvPr>
                <p14:cNvContentPartPr/>
                <p14:nvPr/>
              </p14:nvContentPartPr>
              <p14:xfrm>
                <a:off x="1897650" y="5470590"/>
                <a:ext cx="9720" cy="163440"/>
              </p14:xfrm>
            </p:contentPart>
          </mc:Choice>
          <mc:Fallback xmlns="">
            <p:pic>
              <p:nvPicPr>
                <p:cNvPr id="180" name="インク 179">
                  <a:extLst>
                    <a:ext uri="{FF2B5EF4-FFF2-40B4-BE49-F238E27FC236}">
                      <a16:creationId xmlns:a16="http://schemas.microsoft.com/office/drawing/2014/main" id="{394BC44A-4270-5B5D-CDE9-89BC8A07D05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893330" y="5466270"/>
                  <a:ext cx="183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1" name="インク 180">
                  <a:extLst>
                    <a:ext uri="{FF2B5EF4-FFF2-40B4-BE49-F238E27FC236}">
                      <a16:creationId xmlns:a16="http://schemas.microsoft.com/office/drawing/2014/main" id="{7C07DDF7-0B92-8266-1A7A-81F6BE83B6E7}"/>
                    </a:ext>
                  </a:extLst>
                </p14:cNvPr>
                <p14:cNvContentPartPr/>
                <p14:nvPr/>
              </p14:nvContentPartPr>
              <p14:xfrm>
                <a:off x="1933650" y="5437830"/>
                <a:ext cx="75600" cy="147960"/>
              </p14:xfrm>
            </p:contentPart>
          </mc:Choice>
          <mc:Fallback xmlns="">
            <p:pic>
              <p:nvPicPr>
                <p:cNvPr id="181" name="インク 180">
                  <a:extLst>
                    <a:ext uri="{FF2B5EF4-FFF2-40B4-BE49-F238E27FC236}">
                      <a16:creationId xmlns:a16="http://schemas.microsoft.com/office/drawing/2014/main" id="{7C07DDF7-0B92-8266-1A7A-81F6BE83B6E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929330" y="5433510"/>
                  <a:ext cx="842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3" name="インク 182">
                  <a:extLst>
                    <a:ext uri="{FF2B5EF4-FFF2-40B4-BE49-F238E27FC236}">
                      <a16:creationId xmlns:a16="http://schemas.microsoft.com/office/drawing/2014/main" id="{D36C05FE-5381-C16E-075A-F1B9BA6E0964}"/>
                    </a:ext>
                  </a:extLst>
                </p14:cNvPr>
                <p14:cNvContentPartPr/>
                <p14:nvPr/>
              </p14:nvContentPartPr>
              <p14:xfrm>
                <a:off x="1732770" y="5474910"/>
                <a:ext cx="44640" cy="11160"/>
              </p14:xfrm>
            </p:contentPart>
          </mc:Choice>
          <mc:Fallback xmlns="">
            <p:pic>
              <p:nvPicPr>
                <p:cNvPr id="183" name="インク 182">
                  <a:extLst>
                    <a:ext uri="{FF2B5EF4-FFF2-40B4-BE49-F238E27FC236}">
                      <a16:creationId xmlns:a16="http://schemas.microsoft.com/office/drawing/2014/main" id="{D36C05FE-5381-C16E-075A-F1B9BA6E096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728450" y="5470590"/>
                  <a:ext cx="532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4" name="インク 183">
                  <a:extLst>
                    <a:ext uri="{FF2B5EF4-FFF2-40B4-BE49-F238E27FC236}">
                      <a16:creationId xmlns:a16="http://schemas.microsoft.com/office/drawing/2014/main" id="{47B45B8E-C986-1B16-91EA-926CC58E2460}"/>
                    </a:ext>
                  </a:extLst>
                </p14:cNvPr>
                <p14:cNvContentPartPr/>
                <p14:nvPr/>
              </p14:nvContentPartPr>
              <p14:xfrm>
                <a:off x="1753290" y="5459790"/>
                <a:ext cx="19440" cy="57960"/>
              </p14:xfrm>
            </p:contentPart>
          </mc:Choice>
          <mc:Fallback xmlns="">
            <p:pic>
              <p:nvPicPr>
                <p:cNvPr id="184" name="インク 183">
                  <a:extLst>
                    <a:ext uri="{FF2B5EF4-FFF2-40B4-BE49-F238E27FC236}">
                      <a16:creationId xmlns:a16="http://schemas.microsoft.com/office/drawing/2014/main" id="{47B45B8E-C986-1B16-91EA-926CC58E246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748970" y="5455470"/>
                  <a:ext cx="280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5" name="インク 184">
                  <a:extLst>
                    <a:ext uri="{FF2B5EF4-FFF2-40B4-BE49-F238E27FC236}">
                      <a16:creationId xmlns:a16="http://schemas.microsoft.com/office/drawing/2014/main" id="{162F2423-C8E9-4BA8-1BC1-88D9583CB0C5}"/>
                    </a:ext>
                  </a:extLst>
                </p14:cNvPr>
                <p14:cNvContentPartPr/>
                <p14:nvPr/>
              </p14:nvContentPartPr>
              <p14:xfrm>
                <a:off x="1740690" y="5511990"/>
                <a:ext cx="41760" cy="11160"/>
              </p14:xfrm>
            </p:contentPart>
          </mc:Choice>
          <mc:Fallback xmlns="">
            <p:pic>
              <p:nvPicPr>
                <p:cNvPr id="185" name="インク 184">
                  <a:extLst>
                    <a:ext uri="{FF2B5EF4-FFF2-40B4-BE49-F238E27FC236}">
                      <a16:creationId xmlns:a16="http://schemas.microsoft.com/office/drawing/2014/main" id="{162F2423-C8E9-4BA8-1BC1-88D9583CB0C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736370" y="5507670"/>
                  <a:ext cx="504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6" name="インク 185">
                  <a:extLst>
                    <a:ext uri="{FF2B5EF4-FFF2-40B4-BE49-F238E27FC236}">
                      <a16:creationId xmlns:a16="http://schemas.microsoft.com/office/drawing/2014/main" id="{F47A7A83-B2DD-0F26-D0EC-839C0CA15995}"/>
                    </a:ext>
                  </a:extLst>
                </p14:cNvPr>
                <p14:cNvContentPartPr/>
                <p14:nvPr/>
              </p14:nvContentPartPr>
              <p14:xfrm>
                <a:off x="1736730" y="5511990"/>
                <a:ext cx="45360" cy="81000"/>
              </p14:xfrm>
            </p:contentPart>
          </mc:Choice>
          <mc:Fallback xmlns="">
            <p:pic>
              <p:nvPicPr>
                <p:cNvPr id="186" name="インク 185">
                  <a:extLst>
                    <a:ext uri="{FF2B5EF4-FFF2-40B4-BE49-F238E27FC236}">
                      <a16:creationId xmlns:a16="http://schemas.microsoft.com/office/drawing/2014/main" id="{F47A7A83-B2DD-0F26-D0EC-839C0CA1599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732410" y="5507670"/>
                  <a:ext cx="540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7" name="インク 186">
                  <a:extLst>
                    <a:ext uri="{FF2B5EF4-FFF2-40B4-BE49-F238E27FC236}">
                      <a16:creationId xmlns:a16="http://schemas.microsoft.com/office/drawing/2014/main" id="{F5F307EC-6F53-1967-B057-2BB5AC8C325C}"/>
                    </a:ext>
                  </a:extLst>
                </p14:cNvPr>
                <p14:cNvContentPartPr/>
                <p14:nvPr/>
              </p14:nvContentPartPr>
              <p14:xfrm>
                <a:off x="1738890" y="5552670"/>
                <a:ext cx="56160" cy="19440"/>
              </p14:xfrm>
            </p:contentPart>
          </mc:Choice>
          <mc:Fallback xmlns="">
            <p:pic>
              <p:nvPicPr>
                <p:cNvPr id="187" name="インク 186">
                  <a:extLst>
                    <a:ext uri="{FF2B5EF4-FFF2-40B4-BE49-F238E27FC236}">
                      <a16:creationId xmlns:a16="http://schemas.microsoft.com/office/drawing/2014/main" id="{F5F307EC-6F53-1967-B057-2BB5AC8C325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734570" y="5548350"/>
                  <a:ext cx="648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8" name="インク 187">
                  <a:extLst>
                    <a:ext uri="{FF2B5EF4-FFF2-40B4-BE49-F238E27FC236}">
                      <a16:creationId xmlns:a16="http://schemas.microsoft.com/office/drawing/2014/main" id="{993CFEF5-0FAC-9B80-84D1-8CD361B40BEB}"/>
                    </a:ext>
                  </a:extLst>
                </p14:cNvPr>
                <p14:cNvContentPartPr/>
                <p14:nvPr/>
              </p14:nvContentPartPr>
              <p14:xfrm>
                <a:off x="1671930" y="5555910"/>
                <a:ext cx="65880" cy="102600"/>
              </p14:xfrm>
            </p:contentPart>
          </mc:Choice>
          <mc:Fallback xmlns="">
            <p:pic>
              <p:nvPicPr>
                <p:cNvPr id="188" name="インク 187">
                  <a:extLst>
                    <a:ext uri="{FF2B5EF4-FFF2-40B4-BE49-F238E27FC236}">
                      <a16:creationId xmlns:a16="http://schemas.microsoft.com/office/drawing/2014/main" id="{993CFEF5-0FAC-9B80-84D1-8CD361B40BE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667610" y="5551590"/>
                  <a:ext cx="745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89" name="インク 188">
                  <a:extLst>
                    <a:ext uri="{FF2B5EF4-FFF2-40B4-BE49-F238E27FC236}">
                      <a16:creationId xmlns:a16="http://schemas.microsoft.com/office/drawing/2014/main" id="{6D0626BE-FD79-6AEE-2263-D97A30728A92}"/>
                    </a:ext>
                  </a:extLst>
                </p14:cNvPr>
                <p14:cNvContentPartPr/>
                <p14:nvPr/>
              </p14:nvContentPartPr>
              <p14:xfrm>
                <a:off x="1668330" y="5627550"/>
                <a:ext cx="389880" cy="26280"/>
              </p14:xfrm>
            </p:contentPart>
          </mc:Choice>
          <mc:Fallback xmlns="">
            <p:pic>
              <p:nvPicPr>
                <p:cNvPr id="189" name="インク 188">
                  <a:extLst>
                    <a:ext uri="{FF2B5EF4-FFF2-40B4-BE49-F238E27FC236}">
                      <a16:creationId xmlns:a16="http://schemas.microsoft.com/office/drawing/2014/main" id="{6D0626BE-FD79-6AEE-2263-D97A30728A9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664010" y="5623230"/>
                  <a:ext cx="3985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1" name="インク 190">
                  <a:extLst>
                    <a:ext uri="{FF2B5EF4-FFF2-40B4-BE49-F238E27FC236}">
                      <a16:creationId xmlns:a16="http://schemas.microsoft.com/office/drawing/2014/main" id="{5CE4C37E-306A-0C4B-DBC9-44185DE8D2C5}"/>
                    </a:ext>
                  </a:extLst>
                </p14:cNvPr>
                <p14:cNvContentPartPr/>
                <p14:nvPr/>
              </p14:nvContentPartPr>
              <p14:xfrm>
                <a:off x="1718010" y="5792070"/>
                <a:ext cx="55080" cy="74520"/>
              </p14:xfrm>
            </p:contentPart>
          </mc:Choice>
          <mc:Fallback xmlns="">
            <p:pic>
              <p:nvPicPr>
                <p:cNvPr id="191" name="インク 190">
                  <a:extLst>
                    <a:ext uri="{FF2B5EF4-FFF2-40B4-BE49-F238E27FC236}">
                      <a16:creationId xmlns:a16="http://schemas.microsoft.com/office/drawing/2014/main" id="{5CE4C37E-306A-0C4B-DBC9-44185DE8D2C5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713690" y="5787750"/>
                  <a:ext cx="637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2" name="インク 191">
                  <a:extLst>
                    <a:ext uri="{FF2B5EF4-FFF2-40B4-BE49-F238E27FC236}">
                      <a16:creationId xmlns:a16="http://schemas.microsoft.com/office/drawing/2014/main" id="{F4EDC79B-AF6E-B110-CA20-CF825CF374C4}"/>
                    </a:ext>
                  </a:extLst>
                </p14:cNvPr>
                <p14:cNvContentPartPr/>
                <p14:nvPr/>
              </p14:nvContentPartPr>
              <p14:xfrm>
                <a:off x="1738530" y="5835270"/>
                <a:ext cx="58320" cy="34920"/>
              </p14:xfrm>
            </p:contentPart>
          </mc:Choice>
          <mc:Fallback xmlns="">
            <p:pic>
              <p:nvPicPr>
                <p:cNvPr id="192" name="インク 191">
                  <a:extLst>
                    <a:ext uri="{FF2B5EF4-FFF2-40B4-BE49-F238E27FC236}">
                      <a16:creationId xmlns:a16="http://schemas.microsoft.com/office/drawing/2014/main" id="{F4EDC79B-AF6E-B110-CA20-CF825CF374C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734210" y="5830950"/>
                  <a:ext cx="669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3" name="インク 192">
                  <a:extLst>
                    <a:ext uri="{FF2B5EF4-FFF2-40B4-BE49-F238E27FC236}">
                      <a16:creationId xmlns:a16="http://schemas.microsoft.com/office/drawing/2014/main" id="{ED690855-1D2E-B00E-1981-FDE60B34B13E}"/>
                    </a:ext>
                  </a:extLst>
                </p14:cNvPr>
                <p14:cNvContentPartPr/>
                <p14:nvPr/>
              </p14:nvContentPartPr>
              <p14:xfrm>
                <a:off x="1888290" y="5743830"/>
                <a:ext cx="63360" cy="7920"/>
              </p14:xfrm>
            </p:contentPart>
          </mc:Choice>
          <mc:Fallback xmlns="">
            <p:pic>
              <p:nvPicPr>
                <p:cNvPr id="193" name="インク 192">
                  <a:extLst>
                    <a:ext uri="{FF2B5EF4-FFF2-40B4-BE49-F238E27FC236}">
                      <a16:creationId xmlns:a16="http://schemas.microsoft.com/office/drawing/2014/main" id="{ED690855-1D2E-B00E-1981-FDE60B34B13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883970" y="5739510"/>
                  <a:ext cx="720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4" name="インク 193">
                  <a:extLst>
                    <a:ext uri="{FF2B5EF4-FFF2-40B4-BE49-F238E27FC236}">
                      <a16:creationId xmlns:a16="http://schemas.microsoft.com/office/drawing/2014/main" id="{4C41FEE9-3B0C-DFBB-2FC1-DDB5CB2721A3}"/>
                    </a:ext>
                  </a:extLst>
                </p14:cNvPr>
                <p14:cNvContentPartPr/>
                <p14:nvPr/>
              </p14:nvContentPartPr>
              <p14:xfrm>
                <a:off x="1828890" y="5784870"/>
                <a:ext cx="146880" cy="27720"/>
              </p14:xfrm>
            </p:contentPart>
          </mc:Choice>
          <mc:Fallback xmlns="">
            <p:pic>
              <p:nvPicPr>
                <p:cNvPr id="194" name="インク 193">
                  <a:extLst>
                    <a:ext uri="{FF2B5EF4-FFF2-40B4-BE49-F238E27FC236}">
                      <a16:creationId xmlns:a16="http://schemas.microsoft.com/office/drawing/2014/main" id="{4C41FEE9-3B0C-DFBB-2FC1-DDB5CB2721A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824570" y="5780550"/>
                  <a:ext cx="1555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5" name="インク 194">
                  <a:extLst>
                    <a:ext uri="{FF2B5EF4-FFF2-40B4-BE49-F238E27FC236}">
                      <a16:creationId xmlns:a16="http://schemas.microsoft.com/office/drawing/2014/main" id="{CED80706-C0E2-45B1-2F44-C26ACE4C8DC3}"/>
                    </a:ext>
                  </a:extLst>
                </p14:cNvPr>
                <p14:cNvContentPartPr/>
                <p14:nvPr/>
              </p14:nvContentPartPr>
              <p14:xfrm>
                <a:off x="1898370" y="5716830"/>
                <a:ext cx="39600" cy="205560"/>
              </p14:xfrm>
            </p:contentPart>
          </mc:Choice>
          <mc:Fallback xmlns="">
            <p:pic>
              <p:nvPicPr>
                <p:cNvPr id="195" name="インク 194">
                  <a:extLst>
                    <a:ext uri="{FF2B5EF4-FFF2-40B4-BE49-F238E27FC236}">
                      <a16:creationId xmlns:a16="http://schemas.microsoft.com/office/drawing/2014/main" id="{CED80706-C0E2-45B1-2F44-C26ACE4C8DC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894050" y="5712510"/>
                  <a:ext cx="482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6" name="インク 195">
                  <a:extLst>
                    <a:ext uri="{FF2B5EF4-FFF2-40B4-BE49-F238E27FC236}">
                      <a16:creationId xmlns:a16="http://schemas.microsoft.com/office/drawing/2014/main" id="{1E5C414C-72EB-0433-79E3-2C5BAA728713}"/>
                    </a:ext>
                  </a:extLst>
                </p14:cNvPr>
                <p14:cNvContentPartPr/>
                <p14:nvPr/>
              </p14:nvContentPartPr>
              <p14:xfrm>
                <a:off x="1836090" y="5830950"/>
                <a:ext cx="65520" cy="69120"/>
              </p14:xfrm>
            </p:contentPart>
          </mc:Choice>
          <mc:Fallback xmlns="">
            <p:pic>
              <p:nvPicPr>
                <p:cNvPr id="196" name="インク 195">
                  <a:extLst>
                    <a:ext uri="{FF2B5EF4-FFF2-40B4-BE49-F238E27FC236}">
                      <a16:creationId xmlns:a16="http://schemas.microsoft.com/office/drawing/2014/main" id="{1E5C414C-72EB-0433-79E3-2C5BAA72871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831770" y="5826630"/>
                  <a:ext cx="741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7" name="インク 196">
                  <a:extLst>
                    <a:ext uri="{FF2B5EF4-FFF2-40B4-BE49-F238E27FC236}">
                      <a16:creationId xmlns:a16="http://schemas.microsoft.com/office/drawing/2014/main" id="{631EE509-42B9-1891-4CE5-8ACB5CC00107}"/>
                    </a:ext>
                  </a:extLst>
                </p14:cNvPr>
                <p14:cNvContentPartPr/>
                <p14:nvPr/>
              </p14:nvContentPartPr>
              <p14:xfrm>
                <a:off x="1870290" y="5839950"/>
                <a:ext cx="110880" cy="56880"/>
              </p14:xfrm>
            </p:contentPart>
          </mc:Choice>
          <mc:Fallback xmlns="">
            <p:pic>
              <p:nvPicPr>
                <p:cNvPr id="197" name="インク 196">
                  <a:extLst>
                    <a:ext uri="{FF2B5EF4-FFF2-40B4-BE49-F238E27FC236}">
                      <a16:creationId xmlns:a16="http://schemas.microsoft.com/office/drawing/2014/main" id="{631EE509-42B9-1891-4CE5-8ACB5CC0010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865970" y="5835630"/>
                  <a:ext cx="11952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グループ化 216">
            <a:extLst>
              <a:ext uri="{FF2B5EF4-FFF2-40B4-BE49-F238E27FC236}">
                <a16:creationId xmlns:a16="http://schemas.microsoft.com/office/drawing/2014/main" id="{3C013C95-F0FD-710E-37B2-F9B238339A30}"/>
              </a:ext>
            </a:extLst>
          </p:cNvPr>
          <p:cNvGrpSpPr/>
          <p:nvPr/>
        </p:nvGrpSpPr>
        <p:grpSpPr>
          <a:xfrm>
            <a:off x="7070490" y="25249014"/>
            <a:ext cx="961632" cy="2667168"/>
            <a:chOff x="1683450" y="6011670"/>
            <a:chExt cx="228960" cy="63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9" name="インク 198">
                  <a:extLst>
                    <a:ext uri="{FF2B5EF4-FFF2-40B4-BE49-F238E27FC236}">
                      <a16:creationId xmlns:a16="http://schemas.microsoft.com/office/drawing/2014/main" id="{4DC1E751-DDFC-5253-C379-3A825A11A375}"/>
                    </a:ext>
                  </a:extLst>
                </p14:cNvPr>
                <p14:cNvContentPartPr/>
                <p14:nvPr/>
              </p14:nvContentPartPr>
              <p14:xfrm>
                <a:off x="1761570" y="6011670"/>
                <a:ext cx="17280" cy="24840"/>
              </p14:xfrm>
            </p:contentPart>
          </mc:Choice>
          <mc:Fallback xmlns="">
            <p:pic>
              <p:nvPicPr>
                <p:cNvPr id="199" name="インク 198">
                  <a:extLst>
                    <a:ext uri="{FF2B5EF4-FFF2-40B4-BE49-F238E27FC236}">
                      <a16:creationId xmlns:a16="http://schemas.microsoft.com/office/drawing/2014/main" id="{4DC1E751-DDFC-5253-C379-3A825A11A37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757250" y="6007350"/>
                  <a:ext cx="259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0" name="インク 199">
                  <a:extLst>
                    <a:ext uri="{FF2B5EF4-FFF2-40B4-BE49-F238E27FC236}">
                      <a16:creationId xmlns:a16="http://schemas.microsoft.com/office/drawing/2014/main" id="{745670A6-929A-91C8-FD99-70595A9B2C37}"/>
                    </a:ext>
                  </a:extLst>
                </p14:cNvPr>
                <p14:cNvContentPartPr/>
                <p14:nvPr/>
              </p14:nvContentPartPr>
              <p14:xfrm>
                <a:off x="1727730" y="6051990"/>
                <a:ext cx="100080" cy="18000"/>
              </p14:xfrm>
            </p:contentPart>
          </mc:Choice>
          <mc:Fallback xmlns="">
            <p:pic>
              <p:nvPicPr>
                <p:cNvPr id="200" name="インク 199">
                  <a:extLst>
                    <a:ext uri="{FF2B5EF4-FFF2-40B4-BE49-F238E27FC236}">
                      <a16:creationId xmlns:a16="http://schemas.microsoft.com/office/drawing/2014/main" id="{745670A6-929A-91C8-FD99-70595A9B2C3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723410" y="6047670"/>
                  <a:ext cx="1087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1" name="インク 200">
                  <a:extLst>
                    <a:ext uri="{FF2B5EF4-FFF2-40B4-BE49-F238E27FC236}">
                      <a16:creationId xmlns:a16="http://schemas.microsoft.com/office/drawing/2014/main" id="{73E14F27-EDFB-C40A-B426-35E1CD302200}"/>
                    </a:ext>
                  </a:extLst>
                </p14:cNvPr>
                <p14:cNvContentPartPr/>
                <p14:nvPr/>
              </p14:nvContentPartPr>
              <p14:xfrm>
                <a:off x="1732410" y="6058470"/>
                <a:ext cx="40680" cy="60480"/>
              </p14:xfrm>
            </p:contentPart>
          </mc:Choice>
          <mc:Fallback xmlns="">
            <p:pic>
              <p:nvPicPr>
                <p:cNvPr id="201" name="インク 200">
                  <a:extLst>
                    <a:ext uri="{FF2B5EF4-FFF2-40B4-BE49-F238E27FC236}">
                      <a16:creationId xmlns:a16="http://schemas.microsoft.com/office/drawing/2014/main" id="{73E14F27-EDFB-C40A-B426-35E1CD30220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728090" y="6054150"/>
                  <a:ext cx="493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2" name="インク 201">
                  <a:extLst>
                    <a:ext uri="{FF2B5EF4-FFF2-40B4-BE49-F238E27FC236}">
                      <a16:creationId xmlns:a16="http://schemas.microsoft.com/office/drawing/2014/main" id="{FE4D9B50-15D1-8A4E-AEFC-EE73DAD947DF}"/>
                    </a:ext>
                  </a:extLst>
                </p14:cNvPr>
                <p14:cNvContentPartPr/>
                <p14:nvPr/>
              </p14:nvContentPartPr>
              <p14:xfrm>
                <a:off x="1775970" y="6078630"/>
                <a:ext cx="15480" cy="33840"/>
              </p14:xfrm>
            </p:contentPart>
          </mc:Choice>
          <mc:Fallback xmlns="">
            <p:pic>
              <p:nvPicPr>
                <p:cNvPr id="202" name="インク 201">
                  <a:extLst>
                    <a:ext uri="{FF2B5EF4-FFF2-40B4-BE49-F238E27FC236}">
                      <a16:creationId xmlns:a16="http://schemas.microsoft.com/office/drawing/2014/main" id="{FE4D9B50-15D1-8A4E-AEFC-EE73DAD947D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771650" y="6074310"/>
                  <a:ext cx="241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3" name="インク 202">
                  <a:extLst>
                    <a:ext uri="{FF2B5EF4-FFF2-40B4-BE49-F238E27FC236}">
                      <a16:creationId xmlns:a16="http://schemas.microsoft.com/office/drawing/2014/main" id="{88F59165-0DE7-5D1F-8349-EDB455753C59}"/>
                    </a:ext>
                  </a:extLst>
                </p14:cNvPr>
                <p14:cNvContentPartPr/>
                <p14:nvPr/>
              </p14:nvContentPartPr>
              <p14:xfrm>
                <a:off x="1706130" y="6118590"/>
                <a:ext cx="124560" cy="38520"/>
              </p14:xfrm>
            </p:contentPart>
          </mc:Choice>
          <mc:Fallback xmlns="">
            <p:pic>
              <p:nvPicPr>
                <p:cNvPr id="203" name="インク 202">
                  <a:extLst>
                    <a:ext uri="{FF2B5EF4-FFF2-40B4-BE49-F238E27FC236}">
                      <a16:creationId xmlns:a16="http://schemas.microsoft.com/office/drawing/2014/main" id="{88F59165-0DE7-5D1F-8349-EDB455753C5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701810" y="6114270"/>
                  <a:ext cx="133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4" name="インク 203">
                  <a:extLst>
                    <a:ext uri="{FF2B5EF4-FFF2-40B4-BE49-F238E27FC236}">
                      <a16:creationId xmlns:a16="http://schemas.microsoft.com/office/drawing/2014/main" id="{D6961693-F686-D2CA-DB28-1F09B322E742}"/>
                    </a:ext>
                  </a:extLst>
                </p14:cNvPr>
                <p14:cNvContentPartPr/>
                <p14:nvPr/>
              </p14:nvContentPartPr>
              <p14:xfrm>
                <a:off x="1715130" y="6170790"/>
                <a:ext cx="64800" cy="89640"/>
              </p14:xfrm>
            </p:contentPart>
          </mc:Choice>
          <mc:Fallback xmlns="">
            <p:pic>
              <p:nvPicPr>
                <p:cNvPr id="204" name="インク 203">
                  <a:extLst>
                    <a:ext uri="{FF2B5EF4-FFF2-40B4-BE49-F238E27FC236}">
                      <a16:creationId xmlns:a16="http://schemas.microsoft.com/office/drawing/2014/main" id="{D6961693-F686-D2CA-DB28-1F09B322E74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710810" y="6166470"/>
                  <a:ext cx="734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5" name="インク 204">
                  <a:extLst>
                    <a:ext uri="{FF2B5EF4-FFF2-40B4-BE49-F238E27FC236}">
                      <a16:creationId xmlns:a16="http://schemas.microsoft.com/office/drawing/2014/main" id="{9CC1E5AF-56A4-059A-3AC9-BB8AEE03F207}"/>
                    </a:ext>
                  </a:extLst>
                </p14:cNvPr>
                <p14:cNvContentPartPr/>
                <p14:nvPr/>
              </p14:nvContentPartPr>
              <p14:xfrm>
                <a:off x="1734570" y="6233070"/>
                <a:ext cx="68400" cy="32760"/>
              </p14:xfrm>
            </p:contentPart>
          </mc:Choice>
          <mc:Fallback xmlns="">
            <p:pic>
              <p:nvPicPr>
                <p:cNvPr id="205" name="インク 204">
                  <a:extLst>
                    <a:ext uri="{FF2B5EF4-FFF2-40B4-BE49-F238E27FC236}">
                      <a16:creationId xmlns:a16="http://schemas.microsoft.com/office/drawing/2014/main" id="{9CC1E5AF-56A4-059A-3AC9-BB8AEE03F207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730250" y="6228750"/>
                  <a:ext cx="770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6" name="インク 205">
                  <a:extLst>
                    <a:ext uri="{FF2B5EF4-FFF2-40B4-BE49-F238E27FC236}">
                      <a16:creationId xmlns:a16="http://schemas.microsoft.com/office/drawing/2014/main" id="{14397C87-EA43-D1AC-3535-6619E8B8CABD}"/>
                    </a:ext>
                  </a:extLst>
                </p14:cNvPr>
                <p14:cNvContentPartPr/>
                <p14:nvPr/>
              </p14:nvContentPartPr>
              <p14:xfrm>
                <a:off x="1874610" y="6048750"/>
                <a:ext cx="37800" cy="149760"/>
              </p14:xfrm>
            </p:contentPart>
          </mc:Choice>
          <mc:Fallback xmlns="">
            <p:pic>
              <p:nvPicPr>
                <p:cNvPr id="206" name="インク 205">
                  <a:extLst>
                    <a:ext uri="{FF2B5EF4-FFF2-40B4-BE49-F238E27FC236}">
                      <a16:creationId xmlns:a16="http://schemas.microsoft.com/office/drawing/2014/main" id="{14397C87-EA43-D1AC-3535-6619E8B8CAB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870290" y="6044430"/>
                  <a:ext cx="464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7" name="インク 206">
                  <a:extLst>
                    <a:ext uri="{FF2B5EF4-FFF2-40B4-BE49-F238E27FC236}">
                      <a16:creationId xmlns:a16="http://schemas.microsoft.com/office/drawing/2014/main" id="{99CD027D-8754-78F3-4E8E-71E7A9E1FE3C}"/>
                    </a:ext>
                  </a:extLst>
                </p14:cNvPr>
                <p14:cNvContentPartPr/>
                <p14:nvPr/>
              </p14:nvContentPartPr>
              <p14:xfrm>
                <a:off x="1828530" y="6075030"/>
                <a:ext cx="19800" cy="205200"/>
              </p14:xfrm>
            </p:contentPart>
          </mc:Choice>
          <mc:Fallback xmlns="">
            <p:pic>
              <p:nvPicPr>
                <p:cNvPr id="207" name="インク 206">
                  <a:extLst>
                    <a:ext uri="{FF2B5EF4-FFF2-40B4-BE49-F238E27FC236}">
                      <a16:creationId xmlns:a16="http://schemas.microsoft.com/office/drawing/2014/main" id="{99CD027D-8754-78F3-4E8E-71E7A9E1FE3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824210" y="6070710"/>
                  <a:ext cx="284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8" name="インク 207">
                  <a:extLst>
                    <a:ext uri="{FF2B5EF4-FFF2-40B4-BE49-F238E27FC236}">
                      <a16:creationId xmlns:a16="http://schemas.microsoft.com/office/drawing/2014/main" id="{5DF31F63-12D1-616C-DFF9-DB28FA14EB73}"/>
                    </a:ext>
                  </a:extLst>
                </p14:cNvPr>
                <p14:cNvContentPartPr/>
                <p14:nvPr/>
              </p14:nvContentPartPr>
              <p14:xfrm>
                <a:off x="1764090" y="6334950"/>
                <a:ext cx="125280" cy="35640"/>
              </p14:xfrm>
            </p:contentPart>
          </mc:Choice>
          <mc:Fallback xmlns="">
            <p:pic>
              <p:nvPicPr>
                <p:cNvPr id="208" name="インク 207">
                  <a:extLst>
                    <a:ext uri="{FF2B5EF4-FFF2-40B4-BE49-F238E27FC236}">
                      <a16:creationId xmlns:a16="http://schemas.microsoft.com/office/drawing/2014/main" id="{5DF31F63-12D1-616C-DFF9-DB28FA14EB7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759770" y="6330630"/>
                  <a:ext cx="1339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09" name="インク 208">
                  <a:extLst>
                    <a:ext uri="{FF2B5EF4-FFF2-40B4-BE49-F238E27FC236}">
                      <a16:creationId xmlns:a16="http://schemas.microsoft.com/office/drawing/2014/main" id="{C20F1230-AFB1-45A1-7A32-0C79A052768E}"/>
                    </a:ext>
                  </a:extLst>
                </p14:cNvPr>
                <p14:cNvContentPartPr/>
                <p14:nvPr/>
              </p14:nvContentPartPr>
              <p14:xfrm>
                <a:off x="1732410" y="6391470"/>
                <a:ext cx="139680" cy="37800"/>
              </p14:xfrm>
            </p:contentPart>
          </mc:Choice>
          <mc:Fallback xmlns="">
            <p:pic>
              <p:nvPicPr>
                <p:cNvPr id="209" name="インク 208">
                  <a:extLst>
                    <a:ext uri="{FF2B5EF4-FFF2-40B4-BE49-F238E27FC236}">
                      <a16:creationId xmlns:a16="http://schemas.microsoft.com/office/drawing/2014/main" id="{C20F1230-AFB1-45A1-7A32-0C79A052768E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728090" y="6387150"/>
                  <a:ext cx="1483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0" name="インク 209">
                  <a:extLst>
                    <a:ext uri="{FF2B5EF4-FFF2-40B4-BE49-F238E27FC236}">
                      <a16:creationId xmlns:a16="http://schemas.microsoft.com/office/drawing/2014/main" id="{9B7BAC95-7586-315A-F91D-E097F1F2F7F6}"/>
                    </a:ext>
                  </a:extLst>
                </p14:cNvPr>
                <p14:cNvContentPartPr/>
                <p14:nvPr/>
              </p14:nvContentPartPr>
              <p14:xfrm>
                <a:off x="1683450" y="6363390"/>
                <a:ext cx="83160" cy="250560"/>
              </p14:xfrm>
            </p:contentPart>
          </mc:Choice>
          <mc:Fallback xmlns="">
            <p:pic>
              <p:nvPicPr>
                <p:cNvPr id="210" name="インク 209">
                  <a:extLst>
                    <a:ext uri="{FF2B5EF4-FFF2-40B4-BE49-F238E27FC236}">
                      <a16:creationId xmlns:a16="http://schemas.microsoft.com/office/drawing/2014/main" id="{9B7BAC95-7586-315A-F91D-E097F1F2F7F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679130" y="6359070"/>
                  <a:ext cx="918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3" name="インク 212">
                  <a:extLst>
                    <a:ext uri="{FF2B5EF4-FFF2-40B4-BE49-F238E27FC236}">
                      <a16:creationId xmlns:a16="http://schemas.microsoft.com/office/drawing/2014/main" id="{8694EDE4-009F-3A17-20FB-27FD97125910}"/>
                    </a:ext>
                  </a:extLst>
                </p14:cNvPr>
                <p14:cNvContentPartPr/>
                <p14:nvPr/>
              </p14:nvContentPartPr>
              <p14:xfrm>
                <a:off x="1758690" y="6472470"/>
                <a:ext cx="60480" cy="10080"/>
              </p14:xfrm>
            </p:contentPart>
          </mc:Choice>
          <mc:Fallback xmlns="">
            <p:pic>
              <p:nvPicPr>
                <p:cNvPr id="213" name="インク 212">
                  <a:extLst>
                    <a:ext uri="{FF2B5EF4-FFF2-40B4-BE49-F238E27FC236}">
                      <a16:creationId xmlns:a16="http://schemas.microsoft.com/office/drawing/2014/main" id="{8694EDE4-009F-3A17-20FB-27FD9712591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754370" y="6468150"/>
                  <a:ext cx="691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4" name="インク 213">
                  <a:extLst>
                    <a:ext uri="{FF2B5EF4-FFF2-40B4-BE49-F238E27FC236}">
                      <a16:creationId xmlns:a16="http://schemas.microsoft.com/office/drawing/2014/main" id="{861B28CC-B2B8-3056-4D9F-4A75C60F1212}"/>
                    </a:ext>
                  </a:extLst>
                </p14:cNvPr>
                <p14:cNvContentPartPr/>
                <p14:nvPr/>
              </p14:nvContentPartPr>
              <p14:xfrm>
                <a:off x="1764810" y="6483630"/>
                <a:ext cx="74160" cy="46800"/>
              </p14:xfrm>
            </p:contentPart>
          </mc:Choice>
          <mc:Fallback xmlns="">
            <p:pic>
              <p:nvPicPr>
                <p:cNvPr id="214" name="インク 213">
                  <a:extLst>
                    <a:ext uri="{FF2B5EF4-FFF2-40B4-BE49-F238E27FC236}">
                      <a16:creationId xmlns:a16="http://schemas.microsoft.com/office/drawing/2014/main" id="{861B28CC-B2B8-3056-4D9F-4A75C60F121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760490" y="6479310"/>
                  <a:ext cx="828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5" name="インク 214">
                  <a:extLst>
                    <a:ext uri="{FF2B5EF4-FFF2-40B4-BE49-F238E27FC236}">
                      <a16:creationId xmlns:a16="http://schemas.microsoft.com/office/drawing/2014/main" id="{2F88E2A2-0B72-1F84-20BE-6A11AC13EDC7}"/>
                    </a:ext>
                  </a:extLst>
                </p14:cNvPr>
                <p14:cNvContentPartPr/>
                <p14:nvPr/>
              </p14:nvContentPartPr>
              <p14:xfrm>
                <a:off x="1757610" y="6553110"/>
                <a:ext cx="68760" cy="54360"/>
              </p14:xfrm>
            </p:contentPart>
          </mc:Choice>
          <mc:Fallback xmlns="">
            <p:pic>
              <p:nvPicPr>
                <p:cNvPr id="215" name="インク 214">
                  <a:extLst>
                    <a:ext uri="{FF2B5EF4-FFF2-40B4-BE49-F238E27FC236}">
                      <a16:creationId xmlns:a16="http://schemas.microsoft.com/office/drawing/2014/main" id="{2F88E2A2-0B72-1F84-20BE-6A11AC13EDC7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753290" y="6548790"/>
                  <a:ext cx="774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6" name="インク 215">
                  <a:extLst>
                    <a:ext uri="{FF2B5EF4-FFF2-40B4-BE49-F238E27FC236}">
                      <a16:creationId xmlns:a16="http://schemas.microsoft.com/office/drawing/2014/main" id="{CFF6A0A3-605E-1192-688C-DCDB5409A8DD}"/>
                    </a:ext>
                  </a:extLst>
                </p14:cNvPr>
                <p14:cNvContentPartPr/>
                <p14:nvPr/>
              </p14:nvContentPartPr>
              <p14:xfrm>
                <a:off x="1743930" y="6614310"/>
                <a:ext cx="113040" cy="32400"/>
              </p14:xfrm>
            </p:contentPart>
          </mc:Choice>
          <mc:Fallback xmlns="">
            <p:pic>
              <p:nvPicPr>
                <p:cNvPr id="216" name="インク 215">
                  <a:extLst>
                    <a:ext uri="{FF2B5EF4-FFF2-40B4-BE49-F238E27FC236}">
                      <a16:creationId xmlns:a16="http://schemas.microsoft.com/office/drawing/2014/main" id="{CFF6A0A3-605E-1192-688C-DCDB5409A8D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739610" y="6609990"/>
                  <a:ext cx="12168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グループ化 256">
            <a:extLst>
              <a:ext uri="{FF2B5EF4-FFF2-40B4-BE49-F238E27FC236}">
                <a16:creationId xmlns:a16="http://schemas.microsoft.com/office/drawing/2014/main" id="{AD5A6332-D5C8-49F5-2CD9-34B9D34E36D7}"/>
              </a:ext>
            </a:extLst>
          </p:cNvPr>
          <p:cNvGrpSpPr/>
          <p:nvPr/>
        </p:nvGrpSpPr>
        <p:grpSpPr>
          <a:xfrm>
            <a:off x="24304268" y="20395494"/>
            <a:ext cx="1015732" cy="6663006"/>
            <a:chOff x="5786730" y="4856070"/>
            <a:chExt cx="241841" cy="158643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18" name="インク 217">
                  <a:extLst>
                    <a:ext uri="{FF2B5EF4-FFF2-40B4-BE49-F238E27FC236}">
                      <a16:creationId xmlns:a16="http://schemas.microsoft.com/office/drawing/2014/main" id="{31BC24C4-5B97-1F61-3B9B-2F386C8374F6}"/>
                    </a:ext>
                  </a:extLst>
                </p14:cNvPr>
                <p14:cNvContentPartPr/>
                <p14:nvPr/>
              </p14:nvContentPartPr>
              <p14:xfrm>
                <a:off x="5865210" y="4856070"/>
                <a:ext cx="70920" cy="52560"/>
              </p14:xfrm>
            </p:contentPart>
          </mc:Choice>
          <mc:Fallback xmlns="">
            <p:pic>
              <p:nvPicPr>
                <p:cNvPr id="218" name="インク 217">
                  <a:extLst>
                    <a:ext uri="{FF2B5EF4-FFF2-40B4-BE49-F238E27FC236}">
                      <a16:creationId xmlns:a16="http://schemas.microsoft.com/office/drawing/2014/main" id="{31BC24C4-5B97-1F61-3B9B-2F386C8374F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860890" y="4851750"/>
                  <a:ext cx="795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19" name="インク 218">
                  <a:extLst>
                    <a:ext uri="{FF2B5EF4-FFF2-40B4-BE49-F238E27FC236}">
                      <a16:creationId xmlns:a16="http://schemas.microsoft.com/office/drawing/2014/main" id="{C87A4F80-B6E6-EC05-F6B4-4443744C232E}"/>
                    </a:ext>
                  </a:extLst>
                </p14:cNvPr>
                <p14:cNvContentPartPr/>
                <p14:nvPr/>
              </p14:nvContentPartPr>
              <p14:xfrm>
                <a:off x="5803650" y="4944630"/>
                <a:ext cx="159120" cy="15840"/>
              </p14:xfrm>
            </p:contentPart>
          </mc:Choice>
          <mc:Fallback xmlns="">
            <p:pic>
              <p:nvPicPr>
                <p:cNvPr id="219" name="インク 218">
                  <a:extLst>
                    <a:ext uri="{FF2B5EF4-FFF2-40B4-BE49-F238E27FC236}">
                      <a16:creationId xmlns:a16="http://schemas.microsoft.com/office/drawing/2014/main" id="{C87A4F80-B6E6-EC05-F6B4-4443744C232E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799330" y="4940310"/>
                  <a:ext cx="1677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0" name="インク 219">
                  <a:extLst>
                    <a:ext uri="{FF2B5EF4-FFF2-40B4-BE49-F238E27FC236}">
                      <a16:creationId xmlns:a16="http://schemas.microsoft.com/office/drawing/2014/main" id="{9DC8BC3D-2201-8EB5-23B9-F152FAA2EE40}"/>
                    </a:ext>
                  </a:extLst>
                </p14:cNvPr>
                <p14:cNvContentPartPr/>
                <p14:nvPr/>
              </p14:nvContentPartPr>
              <p14:xfrm>
                <a:off x="5895450" y="4883790"/>
                <a:ext cx="37440" cy="127440"/>
              </p14:xfrm>
            </p:contentPart>
          </mc:Choice>
          <mc:Fallback xmlns="">
            <p:pic>
              <p:nvPicPr>
                <p:cNvPr id="220" name="インク 219">
                  <a:extLst>
                    <a:ext uri="{FF2B5EF4-FFF2-40B4-BE49-F238E27FC236}">
                      <a16:creationId xmlns:a16="http://schemas.microsoft.com/office/drawing/2014/main" id="{9DC8BC3D-2201-8EB5-23B9-F152FAA2EE4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891130" y="4879470"/>
                  <a:ext cx="460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1" name="インク 220">
                  <a:extLst>
                    <a:ext uri="{FF2B5EF4-FFF2-40B4-BE49-F238E27FC236}">
                      <a16:creationId xmlns:a16="http://schemas.microsoft.com/office/drawing/2014/main" id="{B62A7BF1-537D-F21B-E0CA-F6D179E01C64}"/>
                    </a:ext>
                  </a:extLst>
                </p14:cNvPr>
                <p14:cNvContentPartPr/>
                <p14:nvPr/>
              </p14:nvContentPartPr>
              <p14:xfrm>
                <a:off x="5846130" y="4955430"/>
                <a:ext cx="48600" cy="53280"/>
              </p14:xfrm>
            </p:contentPart>
          </mc:Choice>
          <mc:Fallback xmlns="">
            <p:pic>
              <p:nvPicPr>
                <p:cNvPr id="221" name="インク 220">
                  <a:extLst>
                    <a:ext uri="{FF2B5EF4-FFF2-40B4-BE49-F238E27FC236}">
                      <a16:creationId xmlns:a16="http://schemas.microsoft.com/office/drawing/2014/main" id="{B62A7BF1-537D-F21B-E0CA-F6D179E01C64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841810" y="4951110"/>
                  <a:ext cx="572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2" name="インク 221">
                  <a:extLst>
                    <a:ext uri="{FF2B5EF4-FFF2-40B4-BE49-F238E27FC236}">
                      <a16:creationId xmlns:a16="http://schemas.microsoft.com/office/drawing/2014/main" id="{365F2774-0FB3-0C2D-C632-2AB2F19CEBC9}"/>
                    </a:ext>
                  </a:extLst>
                </p14:cNvPr>
                <p14:cNvContentPartPr/>
                <p14:nvPr/>
              </p14:nvContentPartPr>
              <p14:xfrm>
                <a:off x="5863050" y="4978830"/>
                <a:ext cx="67680" cy="20160"/>
              </p14:xfrm>
            </p:contentPart>
          </mc:Choice>
          <mc:Fallback xmlns="">
            <p:pic>
              <p:nvPicPr>
                <p:cNvPr id="222" name="インク 221">
                  <a:extLst>
                    <a:ext uri="{FF2B5EF4-FFF2-40B4-BE49-F238E27FC236}">
                      <a16:creationId xmlns:a16="http://schemas.microsoft.com/office/drawing/2014/main" id="{365F2774-0FB3-0C2D-C632-2AB2F19CEBC9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858730" y="4974510"/>
                  <a:ext cx="76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3" name="インク 222">
                  <a:extLst>
                    <a:ext uri="{FF2B5EF4-FFF2-40B4-BE49-F238E27FC236}">
                      <a16:creationId xmlns:a16="http://schemas.microsoft.com/office/drawing/2014/main" id="{D6AC9AD3-AEAB-23CA-421E-A8420E44B4EF}"/>
                    </a:ext>
                  </a:extLst>
                </p14:cNvPr>
                <p14:cNvContentPartPr/>
                <p14:nvPr/>
              </p14:nvContentPartPr>
              <p14:xfrm>
                <a:off x="5854050" y="5047590"/>
                <a:ext cx="108360" cy="114480"/>
              </p14:xfrm>
            </p:contentPart>
          </mc:Choice>
          <mc:Fallback xmlns="">
            <p:pic>
              <p:nvPicPr>
                <p:cNvPr id="223" name="インク 222">
                  <a:extLst>
                    <a:ext uri="{FF2B5EF4-FFF2-40B4-BE49-F238E27FC236}">
                      <a16:creationId xmlns:a16="http://schemas.microsoft.com/office/drawing/2014/main" id="{D6AC9AD3-AEAB-23CA-421E-A8420E44B4EF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849730" y="5043270"/>
                  <a:ext cx="1170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4" name="インク 223">
                  <a:extLst>
                    <a:ext uri="{FF2B5EF4-FFF2-40B4-BE49-F238E27FC236}">
                      <a16:creationId xmlns:a16="http://schemas.microsoft.com/office/drawing/2014/main" id="{5267E3BD-E4FE-0536-5605-3785B4758C7D}"/>
                    </a:ext>
                  </a:extLst>
                </p14:cNvPr>
                <p14:cNvContentPartPr/>
                <p14:nvPr/>
              </p14:nvContentPartPr>
              <p14:xfrm>
                <a:off x="5833530" y="5076750"/>
                <a:ext cx="63360" cy="95760"/>
              </p14:xfrm>
            </p:contentPart>
          </mc:Choice>
          <mc:Fallback xmlns="">
            <p:pic>
              <p:nvPicPr>
                <p:cNvPr id="224" name="インク 223">
                  <a:extLst>
                    <a:ext uri="{FF2B5EF4-FFF2-40B4-BE49-F238E27FC236}">
                      <a16:creationId xmlns:a16="http://schemas.microsoft.com/office/drawing/2014/main" id="{5267E3BD-E4FE-0536-5605-3785B4758C7D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829210" y="5072430"/>
                  <a:ext cx="720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5" name="インク 224">
                  <a:extLst>
                    <a:ext uri="{FF2B5EF4-FFF2-40B4-BE49-F238E27FC236}">
                      <a16:creationId xmlns:a16="http://schemas.microsoft.com/office/drawing/2014/main" id="{5981F8B1-B399-ADF9-D8A0-A02111B1D815}"/>
                    </a:ext>
                  </a:extLst>
                </p14:cNvPr>
                <p14:cNvContentPartPr/>
                <p14:nvPr/>
              </p14:nvContentPartPr>
              <p14:xfrm>
                <a:off x="5820210" y="5217510"/>
                <a:ext cx="8640" cy="20520"/>
              </p14:xfrm>
            </p:contentPart>
          </mc:Choice>
          <mc:Fallback xmlns="">
            <p:pic>
              <p:nvPicPr>
                <p:cNvPr id="225" name="インク 224">
                  <a:extLst>
                    <a:ext uri="{FF2B5EF4-FFF2-40B4-BE49-F238E27FC236}">
                      <a16:creationId xmlns:a16="http://schemas.microsoft.com/office/drawing/2014/main" id="{5981F8B1-B399-ADF9-D8A0-A02111B1D815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815890" y="5213190"/>
                  <a:ext cx="172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6" name="インク 225">
                  <a:extLst>
                    <a:ext uri="{FF2B5EF4-FFF2-40B4-BE49-F238E27FC236}">
                      <a16:creationId xmlns:a16="http://schemas.microsoft.com/office/drawing/2014/main" id="{BEB4CCFE-AE40-7957-5104-A5193945A714}"/>
                    </a:ext>
                  </a:extLst>
                </p14:cNvPr>
                <p14:cNvContentPartPr/>
                <p14:nvPr/>
              </p14:nvContentPartPr>
              <p14:xfrm>
                <a:off x="5787450" y="5236590"/>
                <a:ext cx="109440" cy="28440"/>
              </p14:xfrm>
            </p:contentPart>
          </mc:Choice>
          <mc:Fallback xmlns="">
            <p:pic>
              <p:nvPicPr>
                <p:cNvPr id="226" name="インク 225">
                  <a:extLst>
                    <a:ext uri="{FF2B5EF4-FFF2-40B4-BE49-F238E27FC236}">
                      <a16:creationId xmlns:a16="http://schemas.microsoft.com/office/drawing/2014/main" id="{BEB4CCFE-AE40-7957-5104-A5193945A714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783130" y="5232270"/>
                  <a:ext cx="1180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7" name="インク 226">
                  <a:extLst>
                    <a:ext uri="{FF2B5EF4-FFF2-40B4-BE49-F238E27FC236}">
                      <a16:creationId xmlns:a16="http://schemas.microsoft.com/office/drawing/2014/main" id="{8C6A388A-AE9C-1D27-5B5A-F1EFA86B3812}"/>
                    </a:ext>
                  </a:extLst>
                </p14:cNvPr>
                <p14:cNvContentPartPr/>
                <p14:nvPr/>
              </p14:nvContentPartPr>
              <p14:xfrm>
                <a:off x="5813730" y="5250270"/>
                <a:ext cx="69120" cy="82800"/>
              </p14:xfrm>
            </p:contentPart>
          </mc:Choice>
          <mc:Fallback xmlns="">
            <p:pic>
              <p:nvPicPr>
                <p:cNvPr id="227" name="インク 226">
                  <a:extLst>
                    <a:ext uri="{FF2B5EF4-FFF2-40B4-BE49-F238E27FC236}">
                      <a16:creationId xmlns:a16="http://schemas.microsoft.com/office/drawing/2014/main" id="{8C6A388A-AE9C-1D27-5B5A-F1EFA86B381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809410" y="5245950"/>
                  <a:ext cx="777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8" name="インク 227">
                  <a:extLst>
                    <a:ext uri="{FF2B5EF4-FFF2-40B4-BE49-F238E27FC236}">
                      <a16:creationId xmlns:a16="http://schemas.microsoft.com/office/drawing/2014/main" id="{C989B81B-9B36-BFC1-8EFB-3F38963A2B8A}"/>
                    </a:ext>
                  </a:extLst>
                </p14:cNvPr>
                <p14:cNvContentPartPr/>
                <p14:nvPr/>
              </p14:nvContentPartPr>
              <p14:xfrm>
                <a:off x="5915610" y="5221110"/>
                <a:ext cx="25200" cy="116640"/>
              </p14:xfrm>
            </p:contentPart>
          </mc:Choice>
          <mc:Fallback xmlns="">
            <p:pic>
              <p:nvPicPr>
                <p:cNvPr id="228" name="インク 227">
                  <a:extLst>
                    <a:ext uri="{FF2B5EF4-FFF2-40B4-BE49-F238E27FC236}">
                      <a16:creationId xmlns:a16="http://schemas.microsoft.com/office/drawing/2014/main" id="{C989B81B-9B36-BFC1-8EFB-3F38963A2B8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911290" y="5216790"/>
                  <a:ext cx="338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9" name="インク 228">
                  <a:extLst>
                    <a:ext uri="{FF2B5EF4-FFF2-40B4-BE49-F238E27FC236}">
                      <a16:creationId xmlns:a16="http://schemas.microsoft.com/office/drawing/2014/main" id="{E95CA40B-D61C-20CD-9D85-AFCDF1003D6F}"/>
                    </a:ext>
                  </a:extLst>
                </p14:cNvPr>
                <p14:cNvContentPartPr/>
                <p14:nvPr/>
              </p14:nvContentPartPr>
              <p14:xfrm>
                <a:off x="5923890" y="5193390"/>
                <a:ext cx="78120" cy="126000"/>
              </p14:xfrm>
            </p:contentPart>
          </mc:Choice>
          <mc:Fallback xmlns="">
            <p:pic>
              <p:nvPicPr>
                <p:cNvPr id="229" name="インク 228">
                  <a:extLst>
                    <a:ext uri="{FF2B5EF4-FFF2-40B4-BE49-F238E27FC236}">
                      <a16:creationId xmlns:a16="http://schemas.microsoft.com/office/drawing/2014/main" id="{E95CA40B-D61C-20CD-9D85-AFCDF1003D6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919570" y="5189070"/>
                  <a:ext cx="867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0" name="インク 229">
                  <a:extLst>
                    <a:ext uri="{FF2B5EF4-FFF2-40B4-BE49-F238E27FC236}">
                      <a16:creationId xmlns:a16="http://schemas.microsoft.com/office/drawing/2014/main" id="{151DB7F3-2150-03B1-8652-CFEB53BA62B0}"/>
                    </a:ext>
                  </a:extLst>
                </p14:cNvPr>
                <p14:cNvContentPartPr/>
                <p14:nvPr/>
              </p14:nvContentPartPr>
              <p14:xfrm>
                <a:off x="5968530" y="5240550"/>
                <a:ext cx="20160" cy="23040"/>
              </p14:xfrm>
            </p:contentPart>
          </mc:Choice>
          <mc:Fallback xmlns="">
            <p:pic>
              <p:nvPicPr>
                <p:cNvPr id="230" name="インク 229">
                  <a:extLst>
                    <a:ext uri="{FF2B5EF4-FFF2-40B4-BE49-F238E27FC236}">
                      <a16:creationId xmlns:a16="http://schemas.microsoft.com/office/drawing/2014/main" id="{151DB7F3-2150-03B1-8652-CFEB53BA62B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964210" y="5236230"/>
                  <a:ext cx="28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1" name="インク 230">
                  <a:extLst>
                    <a:ext uri="{FF2B5EF4-FFF2-40B4-BE49-F238E27FC236}">
                      <a16:creationId xmlns:a16="http://schemas.microsoft.com/office/drawing/2014/main" id="{D6DC6DB1-CED5-8869-F535-96676164FF09}"/>
                    </a:ext>
                  </a:extLst>
                </p14:cNvPr>
                <p14:cNvContentPartPr/>
                <p14:nvPr/>
              </p14:nvContentPartPr>
              <p14:xfrm>
                <a:off x="5958810" y="5281230"/>
                <a:ext cx="17280" cy="12960"/>
              </p14:xfrm>
            </p:contentPart>
          </mc:Choice>
          <mc:Fallback xmlns="">
            <p:pic>
              <p:nvPicPr>
                <p:cNvPr id="231" name="インク 230">
                  <a:extLst>
                    <a:ext uri="{FF2B5EF4-FFF2-40B4-BE49-F238E27FC236}">
                      <a16:creationId xmlns:a16="http://schemas.microsoft.com/office/drawing/2014/main" id="{D6DC6DB1-CED5-8869-F535-96676164FF09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954490" y="5276910"/>
                  <a:ext cx="259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2" name="インク 231">
                  <a:extLst>
                    <a:ext uri="{FF2B5EF4-FFF2-40B4-BE49-F238E27FC236}">
                      <a16:creationId xmlns:a16="http://schemas.microsoft.com/office/drawing/2014/main" id="{AC4BB10C-CFE9-AA39-6412-B6C6BDA52A3B}"/>
                    </a:ext>
                  </a:extLst>
                </p14:cNvPr>
                <p14:cNvContentPartPr/>
                <p14:nvPr/>
              </p14:nvContentPartPr>
              <p14:xfrm>
                <a:off x="5816970" y="5357910"/>
                <a:ext cx="125640" cy="33840"/>
              </p14:xfrm>
            </p:contentPart>
          </mc:Choice>
          <mc:Fallback xmlns="">
            <p:pic>
              <p:nvPicPr>
                <p:cNvPr id="232" name="インク 231">
                  <a:extLst>
                    <a:ext uri="{FF2B5EF4-FFF2-40B4-BE49-F238E27FC236}">
                      <a16:creationId xmlns:a16="http://schemas.microsoft.com/office/drawing/2014/main" id="{AC4BB10C-CFE9-AA39-6412-B6C6BDA52A3B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812650" y="5353590"/>
                  <a:ext cx="1342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3" name="インク 232">
                  <a:extLst>
                    <a:ext uri="{FF2B5EF4-FFF2-40B4-BE49-F238E27FC236}">
                      <a16:creationId xmlns:a16="http://schemas.microsoft.com/office/drawing/2014/main" id="{2E5DC910-CF25-A2D3-4883-E9C3023662FC}"/>
                    </a:ext>
                  </a:extLst>
                </p14:cNvPr>
                <p14:cNvContentPartPr/>
                <p14:nvPr/>
              </p14:nvContentPartPr>
              <p14:xfrm>
                <a:off x="5877450" y="5354670"/>
                <a:ext cx="39600" cy="84960"/>
              </p14:xfrm>
            </p:contentPart>
          </mc:Choice>
          <mc:Fallback xmlns="">
            <p:pic>
              <p:nvPicPr>
                <p:cNvPr id="233" name="インク 232">
                  <a:extLst>
                    <a:ext uri="{FF2B5EF4-FFF2-40B4-BE49-F238E27FC236}">
                      <a16:creationId xmlns:a16="http://schemas.microsoft.com/office/drawing/2014/main" id="{2E5DC910-CF25-A2D3-4883-E9C3023662FC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873130" y="5350350"/>
                  <a:ext cx="482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4" name="インク 233">
                  <a:extLst>
                    <a:ext uri="{FF2B5EF4-FFF2-40B4-BE49-F238E27FC236}">
                      <a16:creationId xmlns:a16="http://schemas.microsoft.com/office/drawing/2014/main" id="{EB46A764-EE4D-B7F3-FF85-BEDFF57662FE}"/>
                    </a:ext>
                  </a:extLst>
                </p14:cNvPr>
                <p14:cNvContentPartPr/>
                <p14:nvPr/>
              </p14:nvContentPartPr>
              <p14:xfrm>
                <a:off x="5854770" y="5388150"/>
                <a:ext cx="112680" cy="33480"/>
              </p14:xfrm>
            </p:contentPart>
          </mc:Choice>
          <mc:Fallback xmlns="">
            <p:pic>
              <p:nvPicPr>
                <p:cNvPr id="234" name="インク 233">
                  <a:extLst>
                    <a:ext uri="{FF2B5EF4-FFF2-40B4-BE49-F238E27FC236}">
                      <a16:creationId xmlns:a16="http://schemas.microsoft.com/office/drawing/2014/main" id="{EB46A764-EE4D-B7F3-FF85-BEDFF57662FE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850450" y="5383830"/>
                  <a:ext cx="1213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5" name="インク 234">
                  <a:extLst>
                    <a:ext uri="{FF2B5EF4-FFF2-40B4-BE49-F238E27FC236}">
                      <a16:creationId xmlns:a16="http://schemas.microsoft.com/office/drawing/2014/main" id="{5A02BD2F-1068-3FCC-8586-BCEC32BCE58E}"/>
                    </a:ext>
                  </a:extLst>
                </p14:cNvPr>
                <p14:cNvContentPartPr/>
                <p14:nvPr/>
              </p14:nvContentPartPr>
              <p14:xfrm>
                <a:off x="5797890" y="5447910"/>
                <a:ext cx="209520" cy="24840"/>
              </p14:xfrm>
            </p:contentPart>
          </mc:Choice>
          <mc:Fallback xmlns="">
            <p:pic>
              <p:nvPicPr>
                <p:cNvPr id="235" name="インク 234">
                  <a:extLst>
                    <a:ext uri="{FF2B5EF4-FFF2-40B4-BE49-F238E27FC236}">
                      <a16:creationId xmlns:a16="http://schemas.microsoft.com/office/drawing/2014/main" id="{5A02BD2F-1068-3FCC-8586-BCEC32BCE58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793570" y="5443590"/>
                  <a:ext cx="2181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6" name="インク 235">
                  <a:extLst>
                    <a:ext uri="{FF2B5EF4-FFF2-40B4-BE49-F238E27FC236}">
                      <a16:creationId xmlns:a16="http://schemas.microsoft.com/office/drawing/2014/main" id="{402CDB5E-145D-F217-6901-55064B1FE229}"/>
                    </a:ext>
                  </a:extLst>
                </p14:cNvPr>
                <p14:cNvContentPartPr/>
                <p14:nvPr/>
              </p14:nvContentPartPr>
              <p14:xfrm>
                <a:off x="5786730" y="5515950"/>
                <a:ext cx="200880" cy="75960"/>
              </p14:xfrm>
            </p:contentPart>
          </mc:Choice>
          <mc:Fallback xmlns="">
            <p:pic>
              <p:nvPicPr>
                <p:cNvPr id="236" name="インク 235">
                  <a:extLst>
                    <a:ext uri="{FF2B5EF4-FFF2-40B4-BE49-F238E27FC236}">
                      <a16:creationId xmlns:a16="http://schemas.microsoft.com/office/drawing/2014/main" id="{402CDB5E-145D-F217-6901-55064B1FE229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782410" y="5511630"/>
                  <a:ext cx="2095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7" name="インク 236">
                  <a:extLst>
                    <a:ext uri="{FF2B5EF4-FFF2-40B4-BE49-F238E27FC236}">
                      <a16:creationId xmlns:a16="http://schemas.microsoft.com/office/drawing/2014/main" id="{093FFF57-0B4B-85D4-6A7A-A497C8593280}"/>
                    </a:ext>
                  </a:extLst>
                </p14:cNvPr>
                <p14:cNvContentPartPr/>
                <p14:nvPr/>
              </p14:nvContentPartPr>
              <p14:xfrm>
                <a:off x="5967090" y="5495070"/>
                <a:ext cx="16560" cy="67320"/>
              </p14:xfrm>
            </p:contentPart>
          </mc:Choice>
          <mc:Fallback xmlns="">
            <p:pic>
              <p:nvPicPr>
                <p:cNvPr id="237" name="インク 236">
                  <a:extLst>
                    <a:ext uri="{FF2B5EF4-FFF2-40B4-BE49-F238E27FC236}">
                      <a16:creationId xmlns:a16="http://schemas.microsoft.com/office/drawing/2014/main" id="{093FFF57-0B4B-85D4-6A7A-A497C8593280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962770" y="5490750"/>
                  <a:ext cx="252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8" name="インク 237">
                  <a:extLst>
                    <a:ext uri="{FF2B5EF4-FFF2-40B4-BE49-F238E27FC236}">
                      <a16:creationId xmlns:a16="http://schemas.microsoft.com/office/drawing/2014/main" id="{1EA01906-2262-A13A-D8D4-10229F70511C}"/>
                    </a:ext>
                  </a:extLst>
                </p14:cNvPr>
                <p14:cNvContentPartPr/>
                <p14:nvPr/>
              </p14:nvContentPartPr>
              <p14:xfrm>
                <a:off x="5825970" y="5614590"/>
                <a:ext cx="96120" cy="73080"/>
              </p14:xfrm>
            </p:contentPart>
          </mc:Choice>
          <mc:Fallback xmlns="">
            <p:pic>
              <p:nvPicPr>
                <p:cNvPr id="238" name="インク 237">
                  <a:extLst>
                    <a:ext uri="{FF2B5EF4-FFF2-40B4-BE49-F238E27FC236}">
                      <a16:creationId xmlns:a16="http://schemas.microsoft.com/office/drawing/2014/main" id="{1EA01906-2262-A13A-D8D4-10229F70511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821650" y="5610270"/>
                  <a:ext cx="1047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9" name="インク 238">
                  <a:extLst>
                    <a:ext uri="{FF2B5EF4-FFF2-40B4-BE49-F238E27FC236}">
                      <a16:creationId xmlns:a16="http://schemas.microsoft.com/office/drawing/2014/main" id="{3DAFC63A-1482-8160-F1DE-86329C863425}"/>
                    </a:ext>
                  </a:extLst>
                </p14:cNvPr>
                <p14:cNvContentPartPr/>
                <p14:nvPr/>
              </p14:nvContentPartPr>
              <p14:xfrm>
                <a:off x="5847570" y="5681550"/>
                <a:ext cx="57600" cy="20160"/>
              </p14:xfrm>
            </p:contentPart>
          </mc:Choice>
          <mc:Fallback xmlns="">
            <p:pic>
              <p:nvPicPr>
                <p:cNvPr id="239" name="インク 238">
                  <a:extLst>
                    <a:ext uri="{FF2B5EF4-FFF2-40B4-BE49-F238E27FC236}">
                      <a16:creationId xmlns:a16="http://schemas.microsoft.com/office/drawing/2014/main" id="{3DAFC63A-1482-8160-F1DE-86329C863425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843250" y="5677230"/>
                  <a:ext cx="662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1" name="インク 240">
                  <a:extLst>
                    <a:ext uri="{FF2B5EF4-FFF2-40B4-BE49-F238E27FC236}">
                      <a16:creationId xmlns:a16="http://schemas.microsoft.com/office/drawing/2014/main" id="{92E47FC9-7D3D-5F50-6378-85E6C2D58D2C}"/>
                    </a:ext>
                  </a:extLst>
                </p14:cNvPr>
                <p14:cNvContentPartPr/>
                <p14:nvPr/>
              </p14:nvContentPartPr>
              <p14:xfrm>
                <a:off x="5955131" y="5759220"/>
                <a:ext cx="55440" cy="6840"/>
              </p14:xfrm>
            </p:contentPart>
          </mc:Choice>
          <mc:Fallback xmlns="">
            <p:pic>
              <p:nvPicPr>
                <p:cNvPr id="241" name="インク 240">
                  <a:extLst>
                    <a:ext uri="{FF2B5EF4-FFF2-40B4-BE49-F238E27FC236}">
                      <a16:creationId xmlns:a16="http://schemas.microsoft.com/office/drawing/2014/main" id="{92E47FC9-7D3D-5F50-6378-85E6C2D58D2C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950811" y="5754900"/>
                  <a:ext cx="6408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2" name="インク 241">
                  <a:extLst>
                    <a:ext uri="{FF2B5EF4-FFF2-40B4-BE49-F238E27FC236}">
                      <a16:creationId xmlns:a16="http://schemas.microsoft.com/office/drawing/2014/main" id="{BE4A35F3-9EE1-7489-1ED5-73A864E631EF}"/>
                    </a:ext>
                  </a:extLst>
                </p14:cNvPr>
                <p14:cNvContentPartPr/>
                <p14:nvPr/>
              </p14:nvContentPartPr>
              <p14:xfrm>
                <a:off x="5922731" y="5739420"/>
                <a:ext cx="56520" cy="103680"/>
              </p14:xfrm>
            </p:contentPart>
          </mc:Choice>
          <mc:Fallback xmlns="">
            <p:pic>
              <p:nvPicPr>
                <p:cNvPr id="242" name="インク 241">
                  <a:extLst>
                    <a:ext uri="{FF2B5EF4-FFF2-40B4-BE49-F238E27FC236}">
                      <a16:creationId xmlns:a16="http://schemas.microsoft.com/office/drawing/2014/main" id="{BE4A35F3-9EE1-7489-1ED5-73A864E631E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918411" y="5735100"/>
                  <a:ext cx="651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3" name="インク 242">
                  <a:extLst>
                    <a:ext uri="{FF2B5EF4-FFF2-40B4-BE49-F238E27FC236}">
                      <a16:creationId xmlns:a16="http://schemas.microsoft.com/office/drawing/2014/main" id="{2761CC22-0AC7-00EF-260E-6197EC38DCE8}"/>
                    </a:ext>
                  </a:extLst>
                </p14:cNvPr>
                <p14:cNvContentPartPr/>
                <p14:nvPr/>
              </p14:nvContentPartPr>
              <p14:xfrm>
                <a:off x="5932811" y="5877660"/>
                <a:ext cx="10080" cy="29880"/>
              </p14:xfrm>
            </p:contentPart>
          </mc:Choice>
          <mc:Fallback xmlns="">
            <p:pic>
              <p:nvPicPr>
                <p:cNvPr id="243" name="インク 242">
                  <a:extLst>
                    <a:ext uri="{FF2B5EF4-FFF2-40B4-BE49-F238E27FC236}">
                      <a16:creationId xmlns:a16="http://schemas.microsoft.com/office/drawing/2014/main" id="{2761CC22-0AC7-00EF-260E-6197EC38DCE8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928491" y="5873340"/>
                  <a:ext cx="187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4" name="インク 243">
                  <a:extLst>
                    <a:ext uri="{FF2B5EF4-FFF2-40B4-BE49-F238E27FC236}">
                      <a16:creationId xmlns:a16="http://schemas.microsoft.com/office/drawing/2014/main" id="{BF3DE335-0314-595A-EA4A-4BA61F112646}"/>
                    </a:ext>
                  </a:extLst>
                </p14:cNvPr>
                <p14:cNvContentPartPr/>
                <p14:nvPr/>
              </p14:nvContentPartPr>
              <p14:xfrm>
                <a:off x="5960171" y="5876580"/>
                <a:ext cx="23400" cy="66600"/>
              </p14:xfrm>
            </p:contentPart>
          </mc:Choice>
          <mc:Fallback xmlns="">
            <p:pic>
              <p:nvPicPr>
                <p:cNvPr id="244" name="インク 243">
                  <a:extLst>
                    <a:ext uri="{FF2B5EF4-FFF2-40B4-BE49-F238E27FC236}">
                      <a16:creationId xmlns:a16="http://schemas.microsoft.com/office/drawing/2014/main" id="{BF3DE335-0314-595A-EA4A-4BA61F11264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5955851" y="5872260"/>
                  <a:ext cx="320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46" name="インク 245">
                  <a:extLst>
                    <a:ext uri="{FF2B5EF4-FFF2-40B4-BE49-F238E27FC236}">
                      <a16:creationId xmlns:a16="http://schemas.microsoft.com/office/drawing/2014/main" id="{7C2E0241-787B-FE57-E7D5-7714229EED80}"/>
                    </a:ext>
                  </a:extLst>
                </p14:cNvPr>
                <p14:cNvContentPartPr/>
                <p14:nvPr/>
              </p14:nvContentPartPr>
              <p14:xfrm>
                <a:off x="5934971" y="6028140"/>
                <a:ext cx="38160" cy="3240"/>
              </p14:xfrm>
            </p:contentPart>
          </mc:Choice>
          <mc:Fallback xmlns="">
            <p:pic>
              <p:nvPicPr>
                <p:cNvPr id="246" name="インク 245">
                  <a:extLst>
                    <a:ext uri="{FF2B5EF4-FFF2-40B4-BE49-F238E27FC236}">
                      <a16:creationId xmlns:a16="http://schemas.microsoft.com/office/drawing/2014/main" id="{7C2E0241-787B-FE57-E7D5-7714229EED80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930651" y="6023820"/>
                  <a:ext cx="46800" cy="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47" name="インク 246">
                  <a:extLst>
                    <a:ext uri="{FF2B5EF4-FFF2-40B4-BE49-F238E27FC236}">
                      <a16:creationId xmlns:a16="http://schemas.microsoft.com/office/drawing/2014/main" id="{AE589F7B-1E30-CF79-5C8A-7FACCCD262B8}"/>
                    </a:ext>
                  </a:extLst>
                </p14:cNvPr>
                <p14:cNvContentPartPr/>
                <p14:nvPr/>
              </p14:nvContentPartPr>
              <p14:xfrm>
                <a:off x="5927411" y="6006180"/>
                <a:ext cx="47880" cy="96120"/>
              </p14:xfrm>
            </p:contentPart>
          </mc:Choice>
          <mc:Fallback xmlns="">
            <p:pic>
              <p:nvPicPr>
                <p:cNvPr id="247" name="インク 246">
                  <a:extLst>
                    <a:ext uri="{FF2B5EF4-FFF2-40B4-BE49-F238E27FC236}">
                      <a16:creationId xmlns:a16="http://schemas.microsoft.com/office/drawing/2014/main" id="{AE589F7B-1E30-CF79-5C8A-7FACCCD262B8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923091" y="6001860"/>
                  <a:ext cx="565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48" name="インク 247">
                  <a:extLst>
                    <a:ext uri="{FF2B5EF4-FFF2-40B4-BE49-F238E27FC236}">
                      <a16:creationId xmlns:a16="http://schemas.microsoft.com/office/drawing/2014/main" id="{33C4862B-918C-1664-1D36-F1FAC8E12B2F}"/>
                    </a:ext>
                  </a:extLst>
                </p14:cNvPr>
                <p14:cNvContentPartPr/>
                <p14:nvPr/>
              </p14:nvContentPartPr>
              <p14:xfrm>
                <a:off x="6005891" y="6088620"/>
                <a:ext cx="22680" cy="5400"/>
              </p14:xfrm>
            </p:contentPart>
          </mc:Choice>
          <mc:Fallback xmlns="">
            <p:pic>
              <p:nvPicPr>
                <p:cNvPr id="248" name="インク 247">
                  <a:extLst>
                    <a:ext uri="{FF2B5EF4-FFF2-40B4-BE49-F238E27FC236}">
                      <a16:creationId xmlns:a16="http://schemas.microsoft.com/office/drawing/2014/main" id="{33C4862B-918C-1664-1D36-F1FAC8E12B2F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001571" y="6084300"/>
                  <a:ext cx="3132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49" name="インク 248">
                  <a:extLst>
                    <a:ext uri="{FF2B5EF4-FFF2-40B4-BE49-F238E27FC236}">
                      <a16:creationId xmlns:a16="http://schemas.microsoft.com/office/drawing/2014/main" id="{208628DE-D302-3FD5-6542-D45331F59A1F}"/>
                    </a:ext>
                  </a:extLst>
                </p14:cNvPr>
                <p14:cNvContentPartPr/>
                <p14:nvPr/>
              </p14:nvContentPartPr>
              <p14:xfrm>
                <a:off x="5968811" y="6077100"/>
                <a:ext cx="36720" cy="66240"/>
              </p14:xfrm>
            </p:contentPart>
          </mc:Choice>
          <mc:Fallback xmlns="">
            <p:pic>
              <p:nvPicPr>
                <p:cNvPr id="249" name="インク 248">
                  <a:extLst>
                    <a:ext uri="{FF2B5EF4-FFF2-40B4-BE49-F238E27FC236}">
                      <a16:creationId xmlns:a16="http://schemas.microsoft.com/office/drawing/2014/main" id="{208628DE-D302-3FD5-6542-D45331F59A1F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964491" y="6072780"/>
                  <a:ext cx="453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50" name="インク 249">
                  <a:extLst>
                    <a:ext uri="{FF2B5EF4-FFF2-40B4-BE49-F238E27FC236}">
                      <a16:creationId xmlns:a16="http://schemas.microsoft.com/office/drawing/2014/main" id="{C58E44BE-42D6-2EE0-8353-1BA90962D646}"/>
                    </a:ext>
                  </a:extLst>
                </p14:cNvPr>
                <p14:cNvContentPartPr/>
                <p14:nvPr/>
              </p14:nvContentPartPr>
              <p14:xfrm>
                <a:off x="5997611" y="6174300"/>
                <a:ext cx="15120" cy="35640"/>
              </p14:xfrm>
            </p:contentPart>
          </mc:Choice>
          <mc:Fallback xmlns="">
            <p:pic>
              <p:nvPicPr>
                <p:cNvPr id="250" name="インク 249">
                  <a:extLst>
                    <a:ext uri="{FF2B5EF4-FFF2-40B4-BE49-F238E27FC236}">
                      <a16:creationId xmlns:a16="http://schemas.microsoft.com/office/drawing/2014/main" id="{C58E44BE-42D6-2EE0-8353-1BA90962D646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5993291" y="6169980"/>
                  <a:ext cx="237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51" name="インク 250">
                  <a:extLst>
                    <a:ext uri="{FF2B5EF4-FFF2-40B4-BE49-F238E27FC236}">
                      <a16:creationId xmlns:a16="http://schemas.microsoft.com/office/drawing/2014/main" id="{4E219450-51D7-3D3E-1EBA-B17DE7CADF34}"/>
                    </a:ext>
                  </a:extLst>
                </p14:cNvPr>
                <p14:cNvContentPartPr/>
                <p14:nvPr/>
              </p14:nvContentPartPr>
              <p14:xfrm>
                <a:off x="5922731" y="6230460"/>
                <a:ext cx="15840" cy="9720"/>
              </p14:xfrm>
            </p:contentPart>
          </mc:Choice>
          <mc:Fallback xmlns="">
            <p:pic>
              <p:nvPicPr>
                <p:cNvPr id="251" name="インク 250">
                  <a:extLst>
                    <a:ext uri="{FF2B5EF4-FFF2-40B4-BE49-F238E27FC236}">
                      <a16:creationId xmlns:a16="http://schemas.microsoft.com/office/drawing/2014/main" id="{4E219450-51D7-3D3E-1EBA-B17DE7CADF34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918411" y="6226140"/>
                  <a:ext cx="2448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2" name="インク 251">
                  <a:extLst>
                    <a:ext uri="{FF2B5EF4-FFF2-40B4-BE49-F238E27FC236}">
                      <a16:creationId xmlns:a16="http://schemas.microsoft.com/office/drawing/2014/main" id="{1F607D8E-EE7B-B056-51AF-470A1C1B0188}"/>
                    </a:ext>
                  </a:extLst>
                </p14:cNvPr>
                <p14:cNvContentPartPr/>
                <p14:nvPr/>
              </p14:nvContentPartPr>
              <p14:xfrm>
                <a:off x="5934611" y="6236940"/>
                <a:ext cx="54720" cy="56520"/>
              </p14:xfrm>
            </p:contentPart>
          </mc:Choice>
          <mc:Fallback xmlns="">
            <p:pic>
              <p:nvPicPr>
                <p:cNvPr id="252" name="インク 251">
                  <a:extLst>
                    <a:ext uri="{FF2B5EF4-FFF2-40B4-BE49-F238E27FC236}">
                      <a16:creationId xmlns:a16="http://schemas.microsoft.com/office/drawing/2014/main" id="{1F607D8E-EE7B-B056-51AF-470A1C1B0188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5930291" y="6232620"/>
                  <a:ext cx="633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54" name="インク 253">
                  <a:extLst>
                    <a:ext uri="{FF2B5EF4-FFF2-40B4-BE49-F238E27FC236}">
                      <a16:creationId xmlns:a16="http://schemas.microsoft.com/office/drawing/2014/main" id="{C53CE58F-2937-82D5-8669-E763D4552944}"/>
                    </a:ext>
                  </a:extLst>
                </p14:cNvPr>
                <p14:cNvContentPartPr/>
                <p14:nvPr/>
              </p14:nvContentPartPr>
              <p14:xfrm>
                <a:off x="5950451" y="6372660"/>
                <a:ext cx="28800" cy="5040"/>
              </p14:xfrm>
            </p:contentPart>
          </mc:Choice>
          <mc:Fallback xmlns="">
            <p:pic>
              <p:nvPicPr>
                <p:cNvPr id="254" name="インク 253">
                  <a:extLst>
                    <a:ext uri="{FF2B5EF4-FFF2-40B4-BE49-F238E27FC236}">
                      <a16:creationId xmlns:a16="http://schemas.microsoft.com/office/drawing/2014/main" id="{C53CE58F-2937-82D5-8669-E763D4552944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5946131" y="6368340"/>
                  <a:ext cx="3744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55" name="インク 254">
                  <a:extLst>
                    <a:ext uri="{FF2B5EF4-FFF2-40B4-BE49-F238E27FC236}">
                      <a16:creationId xmlns:a16="http://schemas.microsoft.com/office/drawing/2014/main" id="{B7906AA1-0ADF-8F6F-5BFA-6F51446F0E10}"/>
                    </a:ext>
                  </a:extLst>
                </p14:cNvPr>
                <p14:cNvContentPartPr/>
                <p14:nvPr/>
              </p14:nvContentPartPr>
              <p14:xfrm>
                <a:off x="5918411" y="6351420"/>
                <a:ext cx="28440" cy="86400"/>
              </p14:xfrm>
            </p:contentPart>
          </mc:Choice>
          <mc:Fallback xmlns="">
            <p:pic>
              <p:nvPicPr>
                <p:cNvPr id="255" name="インク 254">
                  <a:extLst>
                    <a:ext uri="{FF2B5EF4-FFF2-40B4-BE49-F238E27FC236}">
                      <a16:creationId xmlns:a16="http://schemas.microsoft.com/office/drawing/2014/main" id="{B7906AA1-0ADF-8F6F-5BFA-6F51446F0E10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914091" y="6347100"/>
                  <a:ext cx="370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56" name="インク 255">
                  <a:extLst>
                    <a:ext uri="{FF2B5EF4-FFF2-40B4-BE49-F238E27FC236}">
                      <a16:creationId xmlns:a16="http://schemas.microsoft.com/office/drawing/2014/main" id="{52F9CD29-BE5B-175C-4FB8-C661562FBC03}"/>
                    </a:ext>
                  </a:extLst>
                </p14:cNvPr>
                <p14:cNvContentPartPr/>
                <p14:nvPr/>
              </p14:nvContentPartPr>
              <p14:xfrm>
                <a:off x="5895011" y="6439620"/>
                <a:ext cx="115200" cy="2880"/>
              </p14:xfrm>
            </p:contentPart>
          </mc:Choice>
          <mc:Fallback xmlns="">
            <p:pic>
              <p:nvPicPr>
                <p:cNvPr id="256" name="インク 255">
                  <a:extLst>
                    <a:ext uri="{FF2B5EF4-FFF2-40B4-BE49-F238E27FC236}">
                      <a16:creationId xmlns:a16="http://schemas.microsoft.com/office/drawing/2014/main" id="{52F9CD29-BE5B-175C-4FB8-C661562FBC03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890691" y="6435300"/>
                  <a:ext cx="123840" cy="1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E4E3607A-ED43-9549-9FC5-655E503886B2}"/>
              </a:ext>
            </a:extLst>
          </p:cNvPr>
          <p:cNvGrpSpPr/>
          <p:nvPr/>
        </p:nvGrpSpPr>
        <p:grpSpPr>
          <a:xfrm>
            <a:off x="9268900" y="5410060"/>
            <a:ext cx="1066680" cy="1741320"/>
            <a:chOff x="9268900" y="5410060"/>
            <a:chExt cx="1066680" cy="174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3" name="インク 2">
                  <a:extLst>
                    <a:ext uri="{FF2B5EF4-FFF2-40B4-BE49-F238E27FC236}">
                      <a16:creationId xmlns:a16="http://schemas.microsoft.com/office/drawing/2014/main" id="{F9305C16-3CC2-D1E9-02EF-FF89BB8302B6}"/>
                    </a:ext>
                  </a:extLst>
                </p14:cNvPr>
                <p14:cNvContentPartPr/>
                <p14:nvPr/>
              </p14:nvContentPartPr>
              <p14:xfrm>
                <a:off x="9268900" y="5410060"/>
                <a:ext cx="212760" cy="222120"/>
              </p14:xfrm>
            </p:contentPart>
          </mc:Choice>
          <mc:Fallback>
            <p:pic>
              <p:nvPicPr>
                <p:cNvPr id="3" name="インク 2">
                  <a:extLst>
                    <a:ext uri="{FF2B5EF4-FFF2-40B4-BE49-F238E27FC236}">
                      <a16:creationId xmlns:a16="http://schemas.microsoft.com/office/drawing/2014/main" id="{F9305C16-3CC2-D1E9-02EF-FF89BB8302B6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264580" y="5405740"/>
                  <a:ext cx="2214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4" name="インク 3">
                  <a:extLst>
                    <a:ext uri="{FF2B5EF4-FFF2-40B4-BE49-F238E27FC236}">
                      <a16:creationId xmlns:a16="http://schemas.microsoft.com/office/drawing/2014/main" id="{865CF9EC-6C91-CD4E-0ED6-C4F7B17B0B5B}"/>
                    </a:ext>
                  </a:extLst>
                </p14:cNvPr>
                <p14:cNvContentPartPr/>
                <p14:nvPr/>
              </p14:nvContentPartPr>
              <p14:xfrm>
                <a:off x="9323620" y="5745940"/>
                <a:ext cx="111600" cy="290160"/>
              </p14:xfrm>
            </p:contentPart>
          </mc:Choice>
          <mc:Fallback>
            <p:pic>
              <p:nvPicPr>
                <p:cNvPr id="4" name="インク 3">
                  <a:extLst>
                    <a:ext uri="{FF2B5EF4-FFF2-40B4-BE49-F238E27FC236}">
                      <a16:creationId xmlns:a16="http://schemas.microsoft.com/office/drawing/2014/main" id="{865CF9EC-6C91-CD4E-0ED6-C4F7B17B0B5B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319300" y="5741620"/>
                  <a:ext cx="1202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5" name="インク 4">
                  <a:extLst>
                    <a:ext uri="{FF2B5EF4-FFF2-40B4-BE49-F238E27FC236}">
                      <a16:creationId xmlns:a16="http://schemas.microsoft.com/office/drawing/2014/main" id="{D2223CCA-34AE-2BE5-BA91-B723520CD5E1}"/>
                    </a:ext>
                  </a:extLst>
                </p14:cNvPr>
                <p14:cNvContentPartPr/>
                <p14:nvPr/>
              </p14:nvContentPartPr>
              <p14:xfrm>
                <a:off x="9343060" y="5911180"/>
                <a:ext cx="302400" cy="502560"/>
              </p14:xfrm>
            </p:contentPart>
          </mc:Choice>
          <mc:Fallback>
            <p:pic>
              <p:nvPicPr>
                <p:cNvPr id="5" name="インク 4">
                  <a:extLst>
                    <a:ext uri="{FF2B5EF4-FFF2-40B4-BE49-F238E27FC236}">
                      <a16:creationId xmlns:a16="http://schemas.microsoft.com/office/drawing/2014/main" id="{D2223CCA-34AE-2BE5-BA91-B723520CD5E1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9338740" y="5906860"/>
                  <a:ext cx="31104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7" name="インク 6">
                  <a:extLst>
                    <a:ext uri="{FF2B5EF4-FFF2-40B4-BE49-F238E27FC236}">
                      <a16:creationId xmlns:a16="http://schemas.microsoft.com/office/drawing/2014/main" id="{9C921D62-7530-A011-5245-573BEE1C006D}"/>
                    </a:ext>
                  </a:extLst>
                </p14:cNvPr>
                <p14:cNvContentPartPr/>
                <p14:nvPr/>
              </p14:nvContentPartPr>
              <p14:xfrm>
                <a:off x="9713860" y="5441020"/>
                <a:ext cx="621720" cy="60840"/>
              </p14:xfrm>
            </p:contentPart>
          </mc:Choice>
          <mc:Fallback>
            <p:pic>
              <p:nvPicPr>
                <p:cNvPr id="7" name="インク 6">
                  <a:extLst>
                    <a:ext uri="{FF2B5EF4-FFF2-40B4-BE49-F238E27FC236}">
                      <a16:creationId xmlns:a16="http://schemas.microsoft.com/office/drawing/2014/main" id="{9C921D62-7530-A011-5245-573BEE1C006D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709540" y="5436700"/>
                  <a:ext cx="6303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8" name="インク 7">
                  <a:extLst>
                    <a:ext uri="{FF2B5EF4-FFF2-40B4-BE49-F238E27FC236}">
                      <a16:creationId xmlns:a16="http://schemas.microsoft.com/office/drawing/2014/main" id="{3BFCA655-E6FA-A00D-6213-7BE08F4C79F7}"/>
                    </a:ext>
                  </a:extLst>
                </p14:cNvPr>
                <p14:cNvContentPartPr/>
                <p14:nvPr/>
              </p14:nvContentPartPr>
              <p14:xfrm>
                <a:off x="10132540" y="5443540"/>
                <a:ext cx="150480" cy="810720"/>
              </p14:xfrm>
            </p:contentPart>
          </mc:Choice>
          <mc:Fallback>
            <p:pic>
              <p:nvPicPr>
                <p:cNvPr id="8" name="インク 7">
                  <a:extLst>
                    <a:ext uri="{FF2B5EF4-FFF2-40B4-BE49-F238E27FC236}">
                      <a16:creationId xmlns:a16="http://schemas.microsoft.com/office/drawing/2014/main" id="{3BFCA655-E6FA-A00D-6213-7BE08F4C79F7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0128220" y="5439220"/>
                  <a:ext cx="159120" cy="81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9" name="インク 8">
                  <a:extLst>
                    <a:ext uri="{FF2B5EF4-FFF2-40B4-BE49-F238E27FC236}">
                      <a16:creationId xmlns:a16="http://schemas.microsoft.com/office/drawing/2014/main" id="{709590EE-1F3B-57D4-6DE9-6955AAC2058B}"/>
                    </a:ext>
                  </a:extLst>
                </p14:cNvPr>
                <p14:cNvContentPartPr/>
                <p14:nvPr/>
              </p14:nvContentPartPr>
              <p14:xfrm>
                <a:off x="9781180" y="5827300"/>
                <a:ext cx="254160" cy="282960"/>
              </p14:xfrm>
            </p:contentPart>
          </mc:Choice>
          <mc:Fallback>
            <p:pic>
              <p:nvPicPr>
                <p:cNvPr id="9" name="インク 8">
                  <a:extLst>
                    <a:ext uri="{FF2B5EF4-FFF2-40B4-BE49-F238E27FC236}">
                      <a16:creationId xmlns:a16="http://schemas.microsoft.com/office/drawing/2014/main" id="{709590EE-1F3B-57D4-6DE9-6955AAC2058B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9776860" y="5822980"/>
                  <a:ext cx="2628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10" name="インク 9">
                  <a:extLst>
                    <a:ext uri="{FF2B5EF4-FFF2-40B4-BE49-F238E27FC236}">
                      <a16:creationId xmlns:a16="http://schemas.microsoft.com/office/drawing/2014/main" id="{2B6AF3AE-D450-76F9-C2CE-957E7289C53B}"/>
                    </a:ext>
                  </a:extLst>
                </p14:cNvPr>
                <p14:cNvContentPartPr/>
                <p14:nvPr/>
              </p14:nvContentPartPr>
              <p14:xfrm>
                <a:off x="9827620" y="6083620"/>
                <a:ext cx="171720" cy="81360"/>
              </p14:xfrm>
            </p:contentPart>
          </mc:Choice>
          <mc:Fallback>
            <p:pic>
              <p:nvPicPr>
                <p:cNvPr id="10" name="インク 9">
                  <a:extLst>
                    <a:ext uri="{FF2B5EF4-FFF2-40B4-BE49-F238E27FC236}">
                      <a16:creationId xmlns:a16="http://schemas.microsoft.com/office/drawing/2014/main" id="{2B6AF3AE-D450-76F9-C2CE-957E7289C53B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823300" y="6079300"/>
                  <a:ext cx="1803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11" name="インク 10">
                  <a:extLst>
                    <a:ext uri="{FF2B5EF4-FFF2-40B4-BE49-F238E27FC236}">
                      <a16:creationId xmlns:a16="http://schemas.microsoft.com/office/drawing/2014/main" id="{C8CA9E42-A497-E673-D856-CE60FBF5C96C}"/>
                    </a:ext>
                  </a:extLst>
                </p14:cNvPr>
                <p14:cNvContentPartPr/>
                <p14:nvPr/>
              </p14:nvContentPartPr>
              <p14:xfrm>
                <a:off x="9456460" y="6655300"/>
                <a:ext cx="79560" cy="496080"/>
              </p14:xfrm>
            </p:contentPart>
          </mc:Choice>
          <mc:Fallback>
            <p:pic>
              <p:nvPicPr>
                <p:cNvPr id="11" name="インク 10">
                  <a:extLst>
                    <a:ext uri="{FF2B5EF4-FFF2-40B4-BE49-F238E27FC236}">
                      <a16:creationId xmlns:a16="http://schemas.microsoft.com/office/drawing/2014/main" id="{C8CA9E42-A497-E673-D856-CE60FBF5C96C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9452140" y="6650980"/>
                  <a:ext cx="8820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12" name="インク 11">
                  <a:extLst>
                    <a:ext uri="{FF2B5EF4-FFF2-40B4-BE49-F238E27FC236}">
                      <a16:creationId xmlns:a16="http://schemas.microsoft.com/office/drawing/2014/main" id="{30B4BBA0-CB71-EA58-5178-703EA06F0AAD}"/>
                    </a:ext>
                  </a:extLst>
                </p14:cNvPr>
                <p14:cNvContentPartPr/>
                <p14:nvPr/>
              </p14:nvContentPartPr>
              <p14:xfrm>
                <a:off x="9421900" y="6528220"/>
                <a:ext cx="789120" cy="479880"/>
              </p14:xfrm>
            </p:contentPart>
          </mc:Choice>
          <mc:Fallback>
            <p:pic>
              <p:nvPicPr>
                <p:cNvPr id="12" name="インク 11">
                  <a:extLst>
                    <a:ext uri="{FF2B5EF4-FFF2-40B4-BE49-F238E27FC236}">
                      <a16:creationId xmlns:a16="http://schemas.microsoft.com/office/drawing/2014/main" id="{30B4BBA0-CB71-EA58-5178-703EA06F0AAD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9417580" y="6523900"/>
                  <a:ext cx="79776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13" name="インク 12">
                  <a:extLst>
                    <a:ext uri="{FF2B5EF4-FFF2-40B4-BE49-F238E27FC236}">
                      <a16:creationId xmlns:a16="http://schemas.microsoft.com/office/drawing/2014/main" id="{B9F0C894-35C8-1810-CA3E-7C1C999A9B42}"/>
                    </a:ext>
                  </a:extLst>
                </p14:cNvPr>
                <p14:cNvContentPartPr/>
                <p14:nvPr/>
              </p14:nvContentPartPr>
              <p14:xfrm>
                <a:off x="9637540" y="7049500"/>
                <a:ext cx="459000" cy="52920"/>
              </p14:xfrm>
            </p:contentPart>
          </mc:Choice>
          <mc:Fallback>
            <p:pic>
              <p:nvPicPr>
                <p:cNvPr id="13" name="インク 12">
                  <a:extLst>
                    <a:ext uri="{FF2B5EF4-FFF2-40B4-BE49-F238E27FC236}">
                      <a16:creationId xmlns:a16="http://schemas.microsoft.com/office/drawing/2014/main" id="{B9F0C894-35C8-1810-CA3E-7C1C999A9B42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9633220" y="7045180"/>
                  <a:ext cx="467640" cy="61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74899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</TotalTime>
  <Words>1</Words>
  <Application>Microsoft Office PowerPoint</Application>
  <PresentationFormat>ユーザー設定</PresentationFormat>
  <Paragraphs>1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木村　湊</dc:creator>
  <cp:lastModifiedBy>木村　湊</cp:lastModifiedBy>
  <cp:revision>2</cp:revision>
  <dcterms:created xsi:type="dcterms:W3CDTF">2024-12-31T07:17:23Z</dcterms:created>
  <dcterms:modified xsi:type="dcterms:W3CDTF">2024-12-31T10:34:13Z</dcterms:modified>
</cp:coreProperties>
</file>