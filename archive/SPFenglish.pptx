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6"/>
  </p:notesMasterIdLst>
  <p:sldIdLst>
    <p:sldId id="256" r:id="rId5"/>
  </p:sldIdLst>
  <p:sldSz cx="9601200" cy="12801600" type="A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032" userDrawn="1">
          <p15:clr>
            <a:srgbClr val="A4A3A4"/>
          </p15:clr>
        </p15:guide>
        <p15:guide id="2" pos="3024"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A0000"/>
    <a:srgbClr val="BC0000"/>
    <a:srgbClr val="FF191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1129DC8-0A3B-4378-BBEA-550E9B28EBEA}" v="21" dt="2025-01-31T04:11:20.99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5651" autoAdjust="0"/>
    <p:restoredTop sz="94660"/>
  </p:normalViewPr>
  <p:slideViewPr>
    <p:cSldViewPr snapToGrid="0">
      <p:cViewPr>
        <p:scale>
          <a:sx n="169" d="100"/>
          <a:sy n="169" d="100"/>
        </p:scale>
        <p:origin x="-3318" y="-108"/>
      </p:cViewPr>
      <p:guideLst>
        <p:guide orient="horz" pos="4032"/>
        <p:guide pos="3024"/>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木村　湊" userId="18030a92-e387-4fb8-9fb3-56230bee2947" providerId="ADAL" clId="{C786C72E-54BD-4EC3-92BF-4577D837E8F0}"/>
    <pc:docChg chg="undo custSel modSld">
      <pc:chgData name="木村　湊" userId="18030a92-e387-4fb8-9fb3-56230bee2947" providerId="ADAL" clId="{C786C72E-54BD-4EC3-92BF-4577D837E8F0}" dt="2025-01-31T14:25:57.794" v="420" actId="20577"/>
      <pc:docMkLst>
        <pc:docMk/>
      </pc:docMkLst>
      <pc:sldChg chg="addSp delSp modSp mod">
        <pc:chgData name="木村　湊" userId="18030a92-e387-4fb8-9fb3-56230bee2947" providerId="ADAL" clId="{C786C72E-54BD-4EC3-92BF-4577D837E8F0}" dt="2025-01-31T14:25:57.794" v="420" actId="20577"/>
        <pc:sldMkLst>
          <pc:docMk/>
          <pc:sldMk cId="299630127" sldId="256"/>
        </pc:sldMkLst>
        <pc:spChg chg="mod">
          <ac:chgData name="木村　湊" userId="18030a92-e387-4fb8-9fb3-56230bee2947" providerId="ADAL" clId="{C786C72E-54BD-4EC3-92BF-4577D837E8F0}" dt="2025-01-31T14:25:57.794" v="420" actId="20577"/>
          <ac:spMkLst>
            <pc:docMk/>
            <pc:sldMk cId="299630127" sldId="256"/>
            <ac:spMk id="8" creationId="{B6F08484-BE7C-71FE-C0CC-D511DB21A6CB}"/>
          </ac:spMkLst>
        </pc:spChg>
        <pc:spChg chg="mod">
          <ac:chgData name="木村　湊" userId="18030a92-e387-4fb8-9fb3-56230bee2947" providerId="ADAL" clId="{C786C72E-54BD-4EC3-92BF-4577D837E8F0}" dt="2025-01-31T14:25:43.786" v="401" actId="20577"/>
          <ac:spMkLst>
            <pc:docMk/>
            <pc:sldMk cId="299630127" sldId="256"/>
            <ac:spMk id="16" creationId="{C26B405A-B2D1-50F4-1308-D0999D61196C}"/>
          </ac:spMkLst>
        </pc:spChg>
        <pc:spChg chg="add mod">
          <ac:chgData name="木村　湊" userId="18030a92-e387-4fb8-9fb3-56230bee2947" providerId="ADAL" clId="{C786C72E-54BD-4EC3-92BF-4577D837E8F0}" dt="2025-01-31T14:07:42.403" v="110" actId="20577"/>
          <ac:spMkLst>
            <pc:docMk/>
            <pc:sldMk cId="299630127" sldId="256"/>
            <ac:spMk id="26" creationId="{2C3017AD-6A52-537E-A84F-A544C49DAA16}"/>
          </ac:spMkLst>
        </pc:spChg>
        <pc:spChg chg="mod">
          <ac:chgData name="木村　湊" userId="18030a92-e387-4fb8-9fb3-56230bee2947" providerId="ADAL" clId="{C786C72E-54BD-4EC3-92BF-4577D837E8F0}" dt="2025-01-31T14:07:45.318" v="112" actId="20577"/>
          <ac:spMkLst>
            <pc:docMk/>
            <pc:sldMk cId="299630127" sldId="256"/>
            <ac:spMk id="30" creationId="{A2D44631-0ACB-44C4-933F-A98DCE8AE00A}"/>
          </ac:spMkLst>
        </pc:spChg>
        <pc:spChg chg="add mod">
          <ac:chgData name="木村　湊" userId="18030a92-e387-4fb8-9fb3-56230bee2947" providerId="ADAL" clId="{C786C72E-54BD-4EC3-92BF-4577D837E8F0}" dt="2025-01-31T14:10:06.476" v="159" actId="1076"/>
          <ac:spMkLst>
            <pc:docMk/>
            <pc:sldMk cId="299630127" sldId="256"/>
            <ac:spMk id="31" creationId="{6FD6CE57-A6A0-F06E-66DE-F71CD3AD57C4}"/>
          </ac:spMkLst>
        </pc:spChg>
        <pc:spChg chg="mod">
          <ac:chgData name="木村　湊" userId="18030a92-e387-4fb8-9fb3-56230bee2947" providerId="ADAL" clId="{C786C72E-54BD-4EC3-92BF-4577D837E8F0}" dt="2025-01-31T14:09:07.600" v="148" actId="1076"/>
          <ac:spMkLst>
            <pc:docMk/>
            <pc:sldMk cId="299630127" sldId="256"/>
            <ac:spMk id="32" creationId="{CDB3EA7A-5115-4D9F-BE5A-A9359A80D8AB}"/>
          </ac:spMkLst>
        </pc:spChg>
        <pc:spChg chg="add mod">
          <ac:chgData name="木村　湊" userId="18030a92-e387-4fb8-9fb3-56230bee2947" providerId="ADAL" clId="{C786C72E-54BD-4EC3-92BF-4577D837E8F0}" dt="2025-01-31T14:19:33.678" v="376" actId="1076"/>
          <ac:spMkLst>
            <pc:docMk/>
            <pc:sldMk cId="299630127" sldId="256"/>
            <ac:spMk id="46" creationId="{2CBBB0A7-916F-9F9F-D06F-F2DF85C25284}"/>
          </ac:spMkLst>
        </pc:spChg>
        <pc:spChg chg="add mod">
          <ac:chgData name="木村　湊" userId="18030a92-e387-4fb8-9fb3-56230bee2947" providerId="ADAL" clId="{C786C72E-54BD-4EC3-92BF-4577D837E8F0}" dt="2025-01-31T14:16:38.940" v="300" actId="1076"/>
          <ac:spMkLst>
            <pc:docMk/>
            <pc:sldMk cId="299630127" sldId="256"/>
            <ac:spMk id="47" creationId="{41303411-F0CF-91C8-E966-5E5E745D04AE}"/>
          </ac:spMkLst>
        </pc:spChg>
        <pc:spChg chg="add mod">
          <ac:chgData name="木村　湊" userId="18030a92-e387-4fb8-9fb3-56230bee2947" providerId="ADAL" clId="{C786C72E-54BD-4EC3-92BF-4577D837E8F0}" dt="2025-01-31T14:16:58.882" v="305" actId="1076"/>
          <ac:spMkLst>
            <pc:docMk/>
            <pc:sldMk cId="299630127" sldId="256"/>
            <ac:spMk id="50" creationId="{E8B66953-29DD-DA9F-C482-8E91208BD05A}"/>
          </ac:spMkLst>
        </pc:spChg>
        <pc:spChg chg="add mod">
          <ac:chgData name="木村　湊" userId="18030a92-e387-4fb8-9fb3-56230bee2947" providerId="ADAL" clId="{C786C72E-54BD-4EC3-92BF-4577D837E8F0}" dt="2025-01-31T14:16:32.949" v="299" actId="1076"/>
          <ac:spMkLst>
            <pc:docMk/>
            <pc:sldMk cId="299630127" sldId="256"/>
            <ac:spMk id="51" creationId="{2F21D721-6D0F-AE1D-CBEA-641BB65B75A4}"/>
          </ac:spMkLst>
        </pc:spChg>
        <pc:spChg chg="add mod ord">
          <ac:chgData name="木村　湊" userId="18030a92-e387-4fb8-9fb3-56230bee2947" providerId="ADAL" clId="{C786C72E-54BD-4EC3-92BF-4577D837E8F0}" dt="2025-01-31T14:24:24.129" v="399" actId="14100"/>
          <ac:spMkLst>
            <pc:docMk/>
            <pc:sldMk cId="299630127" sldId="256"/>
            <ac:spMk id="52" creationId="{8BDC401F-5183-9FBA-1A09-7DF50880A2C9}"/>
          </ac:spMkLst>
        </pc:spChg>
        <pc:spChg chg="add mod ord">
          <ac:chgData name="木村　湊" userId="18030a92-e387-4fb8-9fb3-56230bee2947" providerId="ADAL" clId="{C786C72E-54BD-4EC3-92BF-4577D837E8F0}" dt="2025-01-31T14:19:51.610" v="378" actId="14100"/>
          <ac:spMkLst>
            <pc:docMk/>
            <pc:sldMk cId="299630127" sldId="256"/>
            <ac:spMk id="53" creationId="{35E18980-F851-7BAE-D2A0-0BD337C0D3E6}"/>
          </ac:spMkLst>
        </pc:spChg>
        <pc:spChg chg="add mod">
          <ac:chgData name="木村　湊" userId="18030a92-e387-4fb8-9fb3-56230bee2947" providerId="ADAL" clId="{C786C72E-54BD-4EC3-92BF-4577D837E8F0}" dt="2025-01-31T14:19:20.993" v="374" actId="1076"/>
          <ac:spMkLst>
            <pc:docMk/>
            <pc:sldMk cId="299630127" sldId="256"/>
            <ac:spMk id="54" creationId="{7A762ADD-445B-C9C6-682A-F2BE56314E74}"/>
          </ac:spMkLst>
        </pc:spChg>
        <pc:spChg chg="add mod ord">
          <ac:chgData name="木村　湊" userId="18030a92-e387-4fb8-9fb3-56230bee2947" providerId="ADAL" clId="{C786C72E-54BD-4EC3-92BF-4577D837E8F0}" dt="2025-01-31T14:21:20.212" v="398" actId="1036"/>
          <ac:spMkLst>
            <pc:docMk/>
            <pc:sldMk cId="299630127" sldId="256"/>
            <ac:spMk id="55" creationId="{7750DD9E-E985-AD02-6D3D-B8856A5ADCE7}"/>
          </ac:spMkLst>
        </pc:spChg>
        <pc:graphicFrameChg chg="mod">
          <ac:chgData name="木村　湊" userId="18030a92-e387-4fb8-9fb3-56230bee2947" providerId="ADAL" clId="{C786C72E-54BD-4EC3-92BF-4577D837E8F0}" dt="2025-01-31T14:18:58.020" v="370"/>
          <ac:graphicFrameMkLst>
            <pc:docMk/>
            <pc:sldMk cId="299630127" sldId="256"/>
            <ac:graphicFrameMk id="17" creationId="{898DCD06-40E0-D55C-745E-132C42E4C341}"/>
          </ac:graphicFrameMkLst>
        </pc:graphicFrameChg>
        <pc:picChg chg="add del mod">
          <ac:chgData name="木村　湊" userId="18030a92-e387-4fb8-9fb3-56230bee2947" providerId="ADAL" clId="{C786C72E-54BD-4EC3-92BF-4577D837E8F0}" dt="2025-01-31T14:13:03.089" v="231" actId="478"/>
          <ac:picMkLst>
            <pc:docMk/>
            <pc:sldMk cId="299630127" sldId="256"/>
            <ac:picMk id="49" creationId="{F1286171-18E5-F929-DCB7-5318C3436E2B}"/>
          </ac:picMkLst>
        </pc:picChg>
      </pc:sldChg>
    </pc:docChg>
  </pc:docChgLst>
  <pc:docChgLst>
    <pc:chgData name="木村　湊" userId="18030a92-e387-4fb8-9fb3-56230bee2947" providerId="ADAL" clId="{A1129DC8-0A3B-4378-BBEA-550E9B28EBEA}"/>
    <pc:docChg chg="undo custSel modSld">
      <pc:chgData name="木村　湊" userId="18030a92-e387-4fb8-9fb3-56230bee2947" providerId="ADAL" clId="{A1129DC8-0A3B-4378-BBEA-550E9B28EBEA}" dt="2025-03-04T07:08:18.214" v="438" actId="20577"/>
      <pc:docMkLst>
        <pc:docMk/>
      </pc:docMkLst>
      <pc:sldChg chg="addSp modSp mod">
        <pc:chgData name="木村　湊" userId="18030a92-e387-4fb8-9fb3-56230bee2947" providerId="ADAL" clId="{A1129DC8-0A3B-4378-BBEA-550E9B28EBEA}" dt="2025-03-04T07:08:18.214" v="438" actId="20577"/>
        <pc:sldMkLst>
          <pc:docMk/>
          <pc:sldMk cId="299630127" sldId="256"/>
        </pc:sldMkLst>
        <pc:spChg chg="mod">
          <ac:chgData name="木村　湊" userId="18030a92-e387-4fb8-9fb3-56230bee2947" providerId="ADAL" clId="{A1129DC8-0A3B-4378-BBEA-550E9B28EBEA}" dt="2025-01-31T03:59:57.105" v="262" actId="403"/>
          <ac:spMkLst>
            <pc:docMk/>
            <pc:sldMk cId="299630127" sldId="256"/>
            <ac:spMk id="3" creationId="{3E6C6C4F-911C-60D6-D4D3-1823CA07E476}"/>
          </ac:spMkLst>
        </pc:spChg>
        <pc:spChg chg="mod">
          <ac:chgData name="木村　湊" userId="18030a92-e387-4fb8-9fb3-56230bee2947" providerId="ADAL" clId="{A1129DC8-0A3B-4378-BBEA-550E9B28EBEA}" dt="2025-01-31T03:48:17.462" v="145" actId="20577"/>
          <ac:spMkLst>
            <pc:docMk/>
            <pc:sldMk cId="299630127" sldId="256"/>
            <ac:spMk id="4" creationId="{99E39529-BA49-433D-1B04-97D18618E7E6}"/>
          </ac:spMkLst>
        </pc:spChg>
        <pc:spChg chg="mod">
          <ac:chgData name="木村　湊" userId="18030a92-e387-4fb8-9fb3-56230bee2947" providerId="ADAL" clId="{A1129DC8-0A3B-4378-BBEA-550E9B28EBEA}" dt="2025-01-31T03:50:51.891" v="161" actId="20577"/>
          <ac:spMkLst>
            <pc:docMk/>
            <pc:sldMk cId="299630127" sldId="256"/>
            <ac:spMk id="7" creationId="{337AD14E-BB61-1DB5-D40D-5953D0ECA34A}"/>
          </ac:spMkLst>
        </pc:spChg>
        <pc:spChg chg="mod">
          <ac:chgData name="木村　湊" userId="18030a92-e387-4fb8-9fb3-56230bee2947" providerId="ADAL" clId="{A1129DC8-0A3B-4378-BBEA-550E9B28EBEA}" dt="2025-03-04T06:22:43.502" v="402" actId="20577"/>
          <ac:spMkLst>
            <pc:docMk/>
            <pc:sldMk cId="299630127" sldId="256"/>
            <ac:spMk id="8" creationId="{B6F08484-BE7C-71FE-C0CC-D511DB21A6CB}"/>
          </ac:spMkLst>
        </pc:spChg>
        <pc:spChg chg="mod">
          <ac:chgData name="木村　湊" userId="18030a92-e387-4fb8-9fb3-56230bee2947" providerId="ADAL" clId="{A1129DC8-0A3B-4378-BBEA-550E9B28EBEA}" dt="2025-01-31T03:42:10.834" v="4" actId="14100"/>
          <ac:spMkLst>
            <pc:docMk/>
            <pc:sldMk cId="299630127" sldId="256"/>
            <ac:spMk id="9" creationId="{8B25120D-AB6E-1D8E-AEDF-7FAB30ABE0FD}"/>
          </ac:spMkLst>
        </pc:spChg>
        <pc:spChg chg="mod">
          <ac:chgData name="木村　湊" userId="18030a92-e387-4fb8-9fb3-56230bee2947" providerId="ADAL" clId="{A1129DC8-0A3B-4378-BBEA-550E9B28EBEA}" dt="2025-01-31T03:49:50.056" v="151" actId="20577"/>
          <ac:spMkLst>
            <pc:docMk/>
            <pc:sldMk cId="299630127" sldId="256"/>
            <ac:spMk id="11" creationId="{FE6F8A00-8A58-CF9E-5DB6-D8E1B27D9199}"/>
          </ac:spMkLst>
        </pc:spChg>
        <pc:spChg chg="mod">
          <ac:chgData name="木村　湊" userId="18030a92-e387-4fb8-9fb3-56230bee2947" providerId="ADAL" clId="{A1129DC8-0A3B-4378-BBEA-550E9B28EBEA}" dt="2025-01-31T04:05:47.450" v="343" actId="20577"/>
          <ac:spMkLst>
            <pc:docMk/>
            <pc:sldMk cId="299630127" sldId="256"/>
            <ac:spMk id="12" creationId="{1BA0EDB1-97F4-219A-2F2C-DC49C77752E8}"/>
          </ac:spMkLst>
        </pc:spChg>
        <pc:spChg chg="mod">
          <ac:chgData name="木村　湊" userId="18030a92-e387-4fb8-9fb3-56230bee2947" providerId="ADAL" clId="{A1129DC8-0A3B-4378-BBEA-550E9B28EBEA}" dt="2025-01-31T03:51:55.963" v="163" actId="20577"/>
          <ac:spMkLst>
            <pc:docMk/>
            <pc:sldMk cId="299630127" sldId="256"/>
            <ac:spMk id="15" creationId="{FE0B266E-4A5B-0582-2E26-57C555BC7D79}"/>
          </ac:spMkLst>
        </pc:spChg>
        <pc:spChg chg="mod">
          <ac:chgData name="木村　湊" userId="18030a92-e387-4fb8-9fb3-56230bee2947" providerId="ADAL" clId="{A1129DC8-0A3B-4378-BBEA-550E9B28EBEA}" dt="2025-01-31T04:00:09.253" v="264" actId="403"/>
          <ac:spMkLst>
            <pc:docMk/>
            <pc:sldMk cId="299630127" sldId="256"/>
            <ac:spMk id="16" creationId="{C26B405A-B2D1-50F4-1308-D0999D61196C}"/>
          </ac:spMkLst>
        </pc:spChg>
        <pc:spChg chg="mod">
          <ac:chgData name="木村　湊" userId="18030a92-e387-4fb8-9fb3-56230bee2947" providerId="ADAL" clId="{A1129DC8-0A3B-4378-BBEA-550E9B28EBEA}" dt="2025-01-31T03:52:27.742" v="166" actId="20577"/>
          <ac:spMkLst>
            <pc:docMk/>
            <pc:sldMk cId="299630127" sldId="256"/>
            <ac:spMk id="19" creationId="{9A8B31EC-6642-EDB1-8F24-EE7FC03A2D7F}"/>
          </ac:spMkLst>
        </pc:spChg>
        <pc:spChg chg="mod">
          <ac:chgData name="木村　湊" userId="18030a92-e387-4fb8-9fb3-56230bee2947" providerId="ADAL" clId="{A1129DC8-0A3B-4378-BBEA-550E9B28EBEA}" dt="2025-01-31T04:07:48.958" v="354" actId="20577"/>
          <ac:spMkLst>
            <pc:docMk/>
            <pc:sldMk cId="299630127" sldId="256"/>
            <ac:spMk id="20" creationId="{F62C0679-4B9F-C17E-0E90-11F00C09152B}"/>
          </ac:spMkLst>
        </pc:spChg>
        <pc:spChg chg="mod">
          <ac:chgData name="木村　湊" userId="18030a92-e387-4fb8-9fb3-56230bee2947" providerId="ADAL" clId="{A1129DC8-0A3B-4378-BBEA-550E9B28EBEA}" dt="2025-01-31T03:49:26.320" v="149"/>
          <ac:spMkLst>
            <pc:docMk/>
            <pc:sldMk cId="299630127" sldId="256"/>
            <ac:spMk id="22" creationId="{6D249C23-FD87-D428-6611-DF88FC1225DB}"/>
          </ac:spMkLst>
        </pc:spChg>
        <pc:spChg chg="mod">
          <ac:chgData name="木村　湊" userId="18030a92-e387-4fb8-9fb3-56230bee2947" providerId="ADAL" clId="{A1129DC8-0A3B-4378-BBEA-550E9B28EBEA}" dt="2025-01-31T04:00:54.145" v="271" actId="403"/>
          <ac:spMkLst>
            <pc:docMk/>
            <pc:sldMk cId="299630127" sldId="256"/>
            <ac:spMk id="23" creationId="{C5BEA307-879C-D159-D24A-EBFA9C3B40BF}"/>
          </ac:spMkLst>
        </pc:spChg>
        <pc:spChg chg="mod">
          <ac:chgData name="木村　湊" userId="18030a92-e387-4fb8-9fb3-56230bee2947" providerId="ADAL" clId="{A1129DC8-0A3B-4378-BBEA-550E9B28EBEA}" dt="2025-03-04T07:08:18.214" v="438" actId="20577"/>
          <ac:spMkLst>
            <pc:docMk/>
            <pc:sldMk cId="299630127" sldId="256"/>
            <ac:spMk id="25" creationId="{70CBB129-5EE1-D300-4682-6095E5485317}"/>
          </ac:spMkLst>
        </pc:spChg>
        <pc:spChg chg="mod">
          <ac:chgData name="木村　湊" userId="18030a92-e387-4fb8-9fb3-56230bee2947" providerId="ADAL" clId="{A1129DC8-0A3B-4378-BBEA-550E9B28EBEA}" dt="2025-01-31T03:49:10.918" v="148"/>
          <ac:spMkLst>
            <pc:docMk/>
            <pc:sldMk cId="299630127" sldId="256"/>
            <ac:spMk id="28" creationId="{C63CC52A-3A08-507A-736B-BEA50562812F}"/>
          </ac:spMkLst>
        </pc:spChg>
        <pc:spChg chg="mod">
          <ac:chgData name="木村　湊" userId="18030a92-e387-4fb8-9fb3-56230bee2947" providerId="ADAL" clId="{A1129DC8-0A3B-4378-BBEA-550E9B28EBEA}" dt="2025-03-04T06:23:11.311" v="409" actId="20577"/>
          <ac:spMkLst>
            <pc:docMk/>
            <pc:sldMk cId="299630127" sldId="256"/>
            <ac:spMk id="29" creationId="{4E5454B0-AEE9-5A38-C4A6-21E7FDF52CAB}"/>
          </ac:spMkLst>
        </pc:spChg>
        <pc:spChg chg="mod">
          <ac:chgData name="木村　湊" userId="18030a92-e387-4fb8-9fb3-56230bee2947" providerId="ADAL" clId="{A1129DC8-0A3B-4378-BBEA-550E9B28EBEA}" dt="2025-01-31T04:06:58.207" v="349" actId="1076"/>
          <ac:spMkLst>
            <pc:docMk/>
            <pc:sldMk cId="299630127" sldId="256"/>
            <ac:spMk id="30" creationId="{A2D44631-0ACB-44C4-933F-A98DCE8AE00A}"/>
          </ac:spMkLst>
        </pc:spChg>
        <pc:spChg chg="mod">
          <ac:chgData name="木村　湊" userId="18030a92-e387-4fb8-9fb3-56230bee2947" providerId="ADAL" clId="{A1129DC8-0A3B-4378-BBEA-550E9B28EBEA}" dt="2025-01-31T04:06:46.963" v="348" actId="1076"/>
          <ac:spMkLst>
            <pc:docMk/>
            <pc:sldMk cId="299630127" sldId="256"/>
            <ac:spMk id="32" creationId="{CDB3EA7A-5115-4D9F-BE5A-A9359A80D8AB}"/>
          </ac:spMkLst>
        </pc:spChg>
        <pc:spChg chg="mod">
          <ac:chgData name="木村　湊" userId="18030a92-e387-4fb8-9fb3-56230bee2947" providerId="ADAL" clId="{A1129DC8-0A3B-4378-BBEA-550E9B28EBEA}" dt="2025-01-31T04:06:37.756" v="347" actId="1076"/>
          <ac:spMkLst>
            <pc:docMk/>
            <pc:sldMk cId="299630127" sldId="256"/>
            <ac:spMk id="33" creationId="{907331C2-1B6F-42B9-8118-CC41E70D922F}"/>
          </ac:spMkLst>
        </pc:spChg>
        <pc:spChg chg="mod">
          <ac:chgData name="木村　湊" userId="18030a92-e387-4fb8-9fb3-56230bee2947" providerId="ADAL" clId="{A1129DC8-0A3B-4378-BBEA-550E9B28EBEA}" dt="2025-01-31T04:06:37.756" v="347" actId="1076"/>
          <ac:spMkLst>
            <pc:docMk/>
            <pc:sldMk cId="299630127" sldId="256"/>
            <ac:spMk id="34" creationId="{82E2818F-F1B7-4711-846B-4890CF129B2D}"/>
          </ac:spMkLst>
        </pc:spChg>
        <pc:spChg chg="mod">
          <ac:chgData name="木村　湊" userId="18030a92-e387-4fb8-9fb3-56230bee2947" providerId="ADAL" clId="{A1129DC8-0A3B-4378-BBEA-550E9B28EBEA}" dt="2025-01-31T04:06:37.756" v="347" actId="1076"/>
          <ac:spMkLst>
            <pc:docMk/>
            <pc:sldMk cId="299630127" sldId="256"/>
            <ac:spMk id="35" creationId="{1B258E43-B59F-44F2-A36A-35B8137183E4}"/>
          </ac:spMkLst>
        </pc:spChg>
        <pc:spChg chg="mod">
          <ac:chgData name="木村　湊" userId="18030a92-e387-4fb8-9fb3-56230bee2947" providerId="ADAL" clId="{A1129DC8-0A3B-4378-BBEA-550E9B28EBEA}" dt="2025-01-31T04:06:37.756" v="347" actId="1076"/>
          <ac:spMkLst>
            <pc:docMk/>
            <pc:sldMk cId="299630127" sldId="256"/>
            <ac:spMk id="36" creationId="{87A0EE18-07C2-4F39-83E8-543A2F74CFE0}"/>
          </ac:spMkLst>
        </pc:spChg>
        <pc:spChg chg="mod">
          <ac:chgData name="木村　湊" userId="18030a92-e387-4fb8-9fb3-56230bee2947" providerId="ADAL" clId="{A1129DC8-0A3B-4378-BBEA-550E9B28EBEA}" dt="2025-01-31T04:06:37.756" v="347" actId="1076"/>
          <ac:spMkLst>
            <pc:docMk/>
            <pc:sldMk cId="299630127" sldId="256"/>
            <ac:spMk id="37" creationId="{DA74B9EE-9EA2-4149-B999-F2E3ADC07DBF}"/>
          </ac:spMkLst>
        </pc:spChg>
        <pc:spChg chg="mod">
          <ac:chgData name="木村　湊" userId="18030a92-e387-4fb8-9fb3-56230bee2947" providerId="ADAL" clId="{A1129DC8-0A3B-4378-BBEA-550E9B28EBEA}" dt="2025-01-31T04:06:37.756" v="347" actId="1076"/>
          <ac:spMkLst>
            <pc:docMk/>
            <pc:sldMk cId="299630127" sldId="256"/>
            <ac:spMk id="38" creationId="{01D44208-1D3C-4B1F-AC4E-63F64E6085C8}"/>
          </ac:spMkLst>
        </pc:spChg>
        <pc:spChg chg="mod">
          <ac:chgData name="木村　湊" userId="18030a92-e387-4fb8-9fb3-56230bee2947" providerId="ADAL" clId="{A1129DC8-0A3B-4378-BBEA-550E9B28EBEA}" dt="2025-01-31T04:06:37.756" v="347" actId="1076"/>
          <ac:spMkLst>
            <pc:docMk/>
            <pc:sldMk cId="299630127" sldId="256"/>
            <ac:spMk id="39" creationId="{EEB1A774-D679-4D7A-BDFA-32BE81EDB0C2}"/>
          </ac:spMkLst>
        </pc:spChg>
        <pc:spChg chg="mod">
          <ac:chgData name="木村　湊" userId="18030a92-e387-4fb8-9fb3-56230bee2947" providerId="ADAL" clId="{A1129DC8-0A3B-4378-BBEA-550E9B28EBEA}" dt="2025-01-31T04:06:37.756" v="347" actId="1076"/>
          <ac:spMkLst>
            <pc:docMk/>
            <pc:sldMk cId="299630127" sldId="256"/>
            <ac:spMk id="40" creationId="{58347608-DBC5-43D2-9325-0A9CD0F6DCCD}"/>
          </ac:spMkLst>
        </pc:spChg>
        <pc:spChg chg="mod">
          <ac:chgData name="木村　湊" userId="18030a92-e387-4fb8-9fb3-56230bee2947" providerId="ADAL" clId="{A1129DC8-0A3B-4378-BBEA-550E9B28EBEA}" dt="2025-01-31T04:06:37.756" v="347" actId="1076"/>
          <ac:spMkLst>
            <pc:docMk/>
            <pc:sldMk cId="299630127" sldId="256"/>
            <ac:spMk id="41" creationId="{908D5510-06F6-4F4F-9133-A71D49A5B7CF}"/>
          </ac:spMkLst>
        </pc:spChg>
        <pc:spChg chg="mod">
          <ac:chgData name="木村　湊" userId="18030a92-e387-4fb8-9fb3-56230bee2947" providerId="ADAL" clId="{A1129DC8-0A3B-4378-BBEA-550E9B28EBEA}" dt="2025-01-31T04:06:37.756" v="347" actId="1076"/>
          <ac:spMkLst>
            <pc:docMk/>
            <pc:sldMk cId="299630127" sldId="256"/>
            <ac:spMk id="42" creationId="{43B1065D-0FF7-4684-8A3D-DBC157B4A50C}"/>
          </ac:spMkLst>
        </pc:spChg>
        <pc:spChg chg="mod">
          <ac:chgData name="木村　湊" userId="18030a92-e387-4fb8-9fb3-56230bee2947" providerId="ADAL" clId="{A1129DC8-0A3B-4378-BBEA-550E9B28EBEA}" dt="2025-01-31T04:06:37.756" v="347" actId="1076"/>
          <ac:spMkLst>
            <pc:docMk/>
            <pc:sldMk cId="299630127" sldId="256"/>
            <ac:spMk id="43" creationId="{C542945D-5DFB-4512-AA26-4DCFB56A3BDB}"/>
          </ac:spMkLst>
        </pc:spChg>
        <pc:spChg chg="mod">
          <ac:chgData name="木村　湊" userId="18030a92-e387-4fb8-9fb3-56230bee2947" providerId="ADAL" clId="{A1129DC8-0A3B-4378-BBEA-550E9B28EBEA}" dt="2025-01-31T04:06:37.756" v="347" actId="1076"/>
          <ac:spMkLst>
            <pc:docMk/>
            <pc:sldMk cId="299630127" sldId="256"/>
            <ac:spMk id="44" creationId="{B7B3775D-1B6D-49C6-8A9A-D6F7FF31FC27}"/>
          </ac:spMkLst>
        </pc:spChg>
        <pc:spChg chg="mod">
          <ac:chgData name="木村　湊" userId="18030a92-e387-4fb8-9fb3-56230bee2947" providerId="ADAL" clId="{A1129DC8-0A3B-4378-BBEA-550E9B28EBEA}" dt="2025-01-31T04:06:37.756" v="347" actId="1076"/>
          <ac:spMkLst>
            <pc:docMk/>
            <pc:sldMk cId="299630127" sldId="256"/>
            <ac:spMk id="45" creationId="{3DBF7788-3D8A-4CD7-B81B-FC11E13E6FDC}"/>
          </ac:spMkLst>
        </pc:spChg>
        <pc:grpChg chg="mod">
          <ac:chgData name="木村　湊" userId="18030a92-e387-4fb8-9fb3-56230bee2947" providerId="ADAL" clId="{A1129DC8-0A3B-4378-BBEA-550E9B28EBEA}" dt="2025-01-31T04:01:36.064" v="274" actId="1076"/>
          <ac:grpSpMkLst>
            <pc:docMk/>
            <pc:sldMk cId="299630127" sldId="256"/>
            <ac:grpSpMk id="6" creationId="{5BD3AFDB-E3B3-0887-313C-4C87B1FC9788}"/>
          </ac:grpSpMkLst>
        </pc:grpChg>
        <pc:grpChg chg="mod">
          <ac:chgData name="木村　湊" userId="18030a92-e387-4fb8-9fb3-56230bee2947" providerId="ADAL" clId="{A1129DC8-0A3B-4378-BBEA-550E9B28EBEA}" dt="2025-01-31T04:02:44.441" v="279" actId="1076"/>
          <ac:grpSpMkLst>
            <pc:docMk/>
            <pc:sldMk cId="299630127" sldId="256"/>
            <ac:grpSpMk id="14" creationId="{6AB2BF43-83C7-42BF-40BB-446A07D3CBD7}"/>
          </ac:grpSpMkLst>
        </pc:grpChg>
        <pc:grpChg chg="add mod">
          <ac:chgData name="木村　湊" userId="18030a92-e387-4fb8-9fb3-56230bee2947" providerId="ADAL" clId="{A1129DC8-0A3B-4378-BBEA-550E9B28EBEA}" dt="2025-01-31T04:04:51.609" v="303" actId="164"/>
          <ac:grpSpMkLst>
            <pc:docMk/>
            <pc:sldMk cId="299630127" sldId="256"/>
            <ac:grpSpMk id="26" creationId="{7E2E26D3-D5E2-B1CC-5D6D-D317F9A86FC0}"/>
          </ac:grpSpMkLst>
        </pc:grpChg>
        <pc:grpChg chg="mod">
          <ac:chgData name="木村　湊" userId="18030a92-e387-4fb8-9fb3-56230bee2947" providerId="ADAL" clId="{A1129DC8-0A3B-4378-BBEA-550E9B28EBEA}" dt="2025-01-31T04:02:31.410" v="278" actId="1076"/>
          <ac:grpSpMkLst>
            <pc:docMk/>
            <pc:sldMk cId="299630127" sldId="256"/>
            <ac:grpSpMk id="27" creationId="{1FD92CAC-2C3D-8773-98B5-9E39490F3747}"/>
          </ac:grpSpMkLst>
        </pc:grpChg>
        <pc:graphicFrameChg chg="mod">
          <ac:chgData name="木村　湊" userId="18030a92-e387-4fb8-9fb3-56230bee2947" providerId="ADAL" clId="{A1129DC8-0A3B-4378-BBEA-550E9B28EBEA}" dt="2025-01-31T04:11:20.992" v="375"/>
          <ac:graphicFrameMkLst>
            <pc:docMk/>
            <pc:sldMk cId="299630127" sldId="256"/>
            <ac:graphicFrameMk id="17" creationId="{898DCD06-40E0-D55C-745E-132C42E4C341}"/>
          </ac:graphicFrameMkLst>
        </pc:graphicFrameChg>
        <pc:picChg chg="mod modCrop">
          <ac:chgData name="木村　湊" userId="18030a92-e387-4fb8-9fb3-56230bee2947" providerId="ADAL" clId="{A1129DC8-0A3B-4378-BBEA-550E9B28EBEA}" dt="2025-01-31T04:08:35.362" v="356" actId="732"/>
          <ac:picMkLst>
            <pc:docMk/>
            <pc:sldMk cId="299630127" sldId="256"/>
            <ac:picMk id="13" creationId="{50DC7523-23BE-118C-2D50-52F7EE94CCD9}"/>
          </ac:picMkLst>
        </pc:pic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file:///C:\Users\tokat\Downloads\SHOUN%20POSTER%20FINDER&#12450;&#12531;&#12465;&#12540;&#12488;&#65288;&#22238;&#31572;&#65289;.xlsx" TargetMode="Externa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cap="all" spc="50" baseline="0">
                <a:solidFill>
                  <a:schemeClr val="tx1"/>
                </a:solidFill>
                <a:latin typeface="+mn-lt"/>
                <a:ea typeface="+mn-ea"/>
                <a:cs typeface="+mn-cs"/>
              </a:defRPr>
            </a:pPr>
            <a:r>
              <a:rPr lang="en-US" altLang="ja-JP" sz="1400" b="0" i="0" u="none" strike="noStrike" cap="all" baseline="0" dirty="0">
                <a:effectLst/>
              </a:rPr>
              <a:t>Percentage of second-year students' impressions</a:t>
            </a:r>
            <a:endParaRPr lang="en-US" sz="1400" dirty="0"/>
          </a:p>
        </c:rich>
      </c:tx>
      <c:layout>
        <c:manualLayout>
          <c:xMode val="edge"/>
          <c:yMode val="edge"/>
          <c:x val="0.22043424005617793"/>
          <c:y val="0.87730539908628524"/>
        </c:manualLayout>
      </c:layout>
      <c:overlay val="0"/>
      <c:spPr>
        <a:noFill/>
        <a:ln>
          <a:noFill/>
        </a:ln>
        <a:effectLst/>
      </c:spPr>
      <c:txPr>
        <a:bodyPr rot="0" spcFirstLastPara="1" vertOverflow="ellipsis" vert="horz" wrap="square" anchor="ctr" anchorCtr="1"/>
        <a:lstStyle/>
        <a:p>
          <a:pPr>
            <a:defRPr sz="1400" b="1" i="0" u="none" strike="noStrike" kern="1200" cap="all" spc="50" baseline="0">
              <a:solidFill>
                <a:schemeClr val="tx1"/>
              </a:solidFill>
              <a:latin typeface="+mn-lt"/>
              <a:ea typeface="+mn-ea"/>
              <a:cs typeface="+mn-cs"/>
            </a:defRPr>
          </a:pPr>
          <a:endParaRPr lang="ja-JP"/>
        </a:p>
      </c:txPr>
    </c:title>
    <c:autoTitleDeleted val="0"/>
    <c:plotArea>
      <c:layout>
        <c:manualLayout>
          <c:layoutTarget val="inner"/>
          <c:xMode val="edge"/>
          <c:yMode val="edge"/>
          <c:x val="0.16109653895940604"/>
          <c:y val="6.6396325185151678E-2"/>
          <c:w val="0.77779596600856904"/>
          <c:h val="0.63182213380604113"/>
        </c:manualLayout>
      </c:layout>
      <c:barChart>
        <c:barDir val="bar"/>
        <c:grouping val="percentStacked"/>
        <c:varyColors val="0"/>
        <c:ser>
          <c:idx val="0"/>
          <c:order val="0"/>
          <c:tx>
            <c:strRef>
              <c:f>Sheet1!$A$2</c:f>
              <c:strCache>
                <c:ptCount val="1"/>
                <c:pt idx="0">
                  <c:v>はい</c:v>
                </c:pt>
              </c:strCache>
            </c:strRef>
          </c:tx>
          <c:spPr>
            <a:solidFill>
              <a:schemeClr val="accent1">
                <a:lumMod val="40000"/>
                <a:lumOff val="60000"/>
              </a:schemeClr>
            </a:solidFill>
            <a:ln>
              <a:noFill/>
            </a:ln>
            <a:effectLst/>
          </c:spPr>
          <c:invertIfNegative val="0"/>
          <c:cat>
            <c:strRef>
              <c:f>Sheet1!$B$1:$F$1</c:f>
              <c:strCache>
                <c:ptCount val="5"/>
                <c:pt idx="0">
                  <c:v> 操作しやすい</c:v>
                </c:pt>
                <c:pt idx="1">
                  <c:v> 今後も使用したいと思う</c:v>
                </c:pt>
                <c:pt idx="2">
                  <c:v> ポスター検索システムがあれば探究の授業が円滑に行えた</c:v>
                </c:pt>
                <c:pt idx="3">
                  <c:v> 後輩に勧めたい</c:v>
                </c:pt>
                <c:pt idx="4">
                  <c:v>合計</c:v>
                </c:pt>
              </c:strCache>
            </c:strRef>
          </c:cat>
          <c:val>
            <c:numRef>
              <c:f>Sheet1!$B$2:$F$2</c:f>
              <c:numCache>
                <c:formatCode>General</c:formatCode>
                <c:ptCount val="5"/>
                <c:pt idx="0">
                  <c:v>13</c:v>
                </c:pt>
                <c:pt idx="1">
                  <c:v>13</c:v>
                </c:pt>
                <c:pt idx="2">
                  <c:v>6</c:v>
                </c:pt>
                <c:pt idx="3">
                  <c:v>11</c:v>
                </c:pt>
                <c:pt idx="4">
                  <c:v>43</c:v>
                </c:pt>
              </c:numCache>
            </c:numRef>
          </c:val>
          <c:extLst>
            <c:ext xmlns:c16="http://schemas.microsoft.com/office/drawing/2014/chart" uri="{C3380CC4-5D6E-409C-BE32-E72D297353CC}">
              <c16:uniqueId val="{00000000-F0DA-4C69-8FFB-DEE5231928C5}"/>
            </c:ext>
          </c:extLst>
        </c:ser>
        <c:ser>
          <c:idx val="1"/>
          <c:order val="1"/>
          <c:tx>
            <c:strRef>
              <c:f>Sheet1!$A$3</c:f>
              <c:strCache>
                <c:ptCount val="1"/>
                <c:pt idx="0">
                  <c:v>どちらかというとはい</c:v>
                </c:pt>
              </c:strCache>
            </c:strRef>
          </c:tx>
          <c:spPr>
            <a:solidFill>
              <a:schemeClr val="accent5">
                <a:lumMod val="40000"/>
                <a:lumOff val="60000"/>
              </a:schemeClr>
            </a:solidFill>
            <a:ln>
              <a:noFill/>
            </a:ln>
            <a:effectLst/>
          </c:spPr>
          <c:invertIfNegative val="0"/>
          <c:cat>
            <c:strRef>
              <c:f>Sheet1!$B$1:$F$1</c:f>
              <c:strCache>
                <c:ptCount val="5"/>
                <c:pt idx="0">
                  <c:v> 操作しやすい</c:v>
                </c:pt>
                <c:pt idx="1">
                  <c:v> 今後も使用したいと思う</c:v>
                </c:pt>
                <c:pt idx="2">
                  <c:v> ポスター検索システムがあれば探究の授業が円滑に行えた</c:v>
                </c:pt>
                <c:pt idx="3">
                  <c:v> 後輩に勧めたい</c:v>
                </c:pt>
                <c:pt idx="4">
                  <c:v>合計</c:v>
                </c:pt>
              </c:strCache>
            </c:strRef>
          </c:cat>
          <c:val>
            <c:numRef>
              <c:f>Sheet1!$B$3:$F$3</c:f>
              <c:numCache>
                <c:formatCode>General</c:formatCode>
                <c:ptCount val="5"/>
                <c:pt idx="0">
                  <c:v>2</c:v>
                </c:pt>
                <c:pt idx="1">
                  <c:v>2</c:v>
                </c:pt>
                <c:pt idx="2">
                  <c:v>6</c:v>
                </c:pt>
                <c:pt idx="3">
                  <c:v>3</c:v>
                </c:pt>
                <c:pt idx="4">
                  <c:v>13</c:v>
                </c:pt>
              </c:numCache>
            </c:numRef>
          </c:val>
          <c:extLst>
            <c:ext xmlns:c16="http://schemas.microsoft.com/office/drawing/2014/chart" uri="{C3380CC4-5D6E-409C-BE32-E72D297353CC}">
              <c16:uniqueId val="{00000001-F0DA-4C69-8FFB-DEE5231928C5}"/>
            </c:ext>
          </c:extLst>
        </c:ser>
        <c:ser>
          <c:idx val="2"/>
          <c:order val="2"/>
          <c:tx>
            <c:strRef>
              <c:f>Sheet1!$A$4</c:f>
              <c:strCache>
                <c:ptCount val="1"/>
                <c:pt idx="0">
                  <c:v>どちらともいえない</c:v>
                </c:pt>
              </c:strCache>
            </c:strRef>
          </c:tx>
          <c:spPr>
            <a:solidFill>
              <a:schemeClr val="accent3">
                <a:lumMod val="40000"/>
                <a:lumOff val="60000"/>
              </a:schemeClr>
            </a:solidFill>
            <a:ln>
              <a:noFill/>
            </a:ln>
            <a:effectLst/>
          </c:spPr>
          <c:invertIfNegative val="0"/>
          <c:cat>
            <c:strRef>
              <c:f>Sheet1!$B$1:$F$1</c:f>
              <c:strCache>
                <c:ptCount val="5"/>
                <c:pt idx="0">
                  <c:v> 操作しやすい</c:v>
                </c:pt>
                <c:pt idx="1">
                  <c:v> 今後も使用したいと思う</c:v>
                </c:pt>
                <c:pt idx="2">
                  <c:v> ポスター検索システムがあれば探究の授業が円滑に行えた</c:v>
                </c:pt>
                <c:pt idx="3">
                  <c:v> 後輩に勧めたい</c:v>
                </c:pt>
                <c:pt idx="4">
                  <c:v>合計</c:v>
                </c:pt>
              </c:strCache>
            </c:strRef>
          </c:cat>
          <c:val>
            <c:numRef>
              <c:f>Sheet1!$B$4:$F$4</c:f>
              <c:numCache>
                <c:formatCode>General</c:formatCode>
                <c:ptCount val="5"/>
                <c:pt idx="0">
                  <c:v>0</c:v>
                </c:pt>
                <c:pt idx="1">
                  <c:v>0</c:v>
                </c:pt>
                <c:pt idx="2">
                  <c:v>3</c:v>
                </c:pt>
                <c:pt idx="3">
                  <c:v>1</c:v>
                </c:pt>
                <c:pt idx="4">
                  <c:v>4</c:v>
                </c:pt>
              </c:numCache>
            </c:numRef>
          </c:val>
          <c:extLst>
            <c:ext xmlns:c16="http://schemas.microsoft.com/office/drawing/2014/chart" uri="{C3380CC4-5D6E-409C-BE32-E72D297353CC}">
              <c16:uniqueId val="{00000002-F0DA-4C69-8FFB-DEE5231928C5}"/>
            </c:ext>
          </c:extLst>
        </c:ser>
        <c:ser>
          <c:idx val="3"/>
          <c:order val="3"/>
          <c:tx>
            <c:strRef>
              <c:f>Sheet1!$A$5</c:f>
              <c:strCache>
                <c:ptCount val="1"/>
                <c:pt idx="0">
                  <c:v>どちらかというといいえ</c:v>
                </c:pt>
              </c:strCache>
            </c:strRef>
          </c:tx>
          <c:spPr>
            <a:solidFill>
              <a:schemeClr val="accent2">
                <a:lumMod val="60000"/>
                <a:lumOff val="40000"/>
              </a:schemeClr>
            </a:solidFill>
            <a:ln>
              <a:noFill/>
            </a:ln>
            <a:effectLst/>
          </c:spPr>
          <c:invertIfNegative val="0"/>
          <c:cat>
            <c:strRef>
              <c:f>Sheet1!$B$1:$F$1</c:f>
              <c:strCache>
                <c:ptCount val="5"/>
                <c:pt idx="0">
                  <c:v> 操作しやすい</c:v>
                </c:pt>
                <c:pt idx="1">
                  <c:v> 今後も使用したいと思う</c:v>
                </c:pt>
                <c:pt idx="2">
                  <c:v> ポスター検索システムがあれば探究の授業が円滑に行えた</c:v>
                </c:pt>
                <c:pt idx="3">
                  <c:v> 後輩に勧めたい</c:v>
                </c:pt>
                <c:pt idx="4">
                  <c:v>合計</c:v>
                </c:pt>
              </c:strCache>
            </c:strRef>
          </c:cat>
          <c:val>
            <c:numRef>
              <c:f>Sheet1!$B$5:$F$5</c:f>
              <c:numCache>
                <c:formatCode>General</c:formatCode>
                <c:ptCount val="5"/>
                <c:pt idx="0">
                  <c:v>0</c:v>
                </c:pt>
                <c:pt idx="1">
                  <c:v>0</c:v>
                </c:pt>
                <c:pt idx="2">
                  <c:v>0</c:v>
                </c:pt>
                <c:pt idx="3">
                  <c:v>0</c:v>
                </c:pt>
                <c:pt idx="4">
                  <c:v>0</c:v>
                </c:pt>
              </c:numCache>
            </c:numRef>
          </c:val>
          <c:extLst>
            <c:ext xmlns:c16="http://schemas.microsoft.com/office/drawing/2014/chart" uri="{C3380CC4-5D6E-409C-BE32-E72D297353CC}">
              <c16:uniqueId val="{00000003-F0DA-4C69-8FFB-DEE5231928C5}"/>
            </c:ext>
          </c:extLst>
        </c:ser>
        <c:ser>
          <c:idx val="4"/>
          <c:order val="4"/>
          <c:tx>
            <c:strRef>
              <c:f>Sheet1!$A$6</c:f>
              <c:strCache>
                <c:ptCount val="1"/>
                <c:pt idx="0">
                  <c:v>いいえ</c:v>
                </c:pt>
              </c:strCache>
            </c:strRef>
          </c:tx>
          <c:spPr>
            <a:solidFill>
              <a:schemeClr val="bg2">
                <a:lumMod val="75000"/>
              </a:schemeClr>
            </a:solidFill>
            <a:ln>
              <a:noFill/>
            </a:ln>
            <a:effectLst/>
          </c:spPr>
          <c:invertIfNegative val="0"/>
          <c:cat>
            <c:strRef>
              <c:f>Sheet1!$B$1:$F$1</c:f>
              <c:strCache>
                <c:ptCount val="5"/>
                <c:pt idx="0">
                  <c:v> 操作しやすい</c:v>
                </c:pt>
                <c:pt idx="1">
                  <c:v> 今後も使用したいと思う</c:v>
                </c:pt>
                <c:pt idx="2">
                  <c:v> ポスター検索システムがあれば探究の授業が円滑に行えた</c:v>
                </c:pt>
                <c:pt idx="3">
                  <c:v> 後輩に勧めたい</c:v>
                </c:pt>
                <c:pt idx="4">
                  <c:v>合計</c:v>
                </c:pt>
              </c:strCache>
            </c:strRef>
          </c:cat>
          <c:val>
            <c:numRef>
              <c:f>Sheet1!$B$6:$F$6</c:f>
              <c:numCache>
                <c:formatCode>General</c:formatCode>
                <c:ptCount val="5"/>
                <c:pt idx="0">
                  <c:v>0</c:v>
                </c:pt>
                <c:pt idx="1">
                  <c:v>0</c:v>
                </c:pt>
                <c:pt idx="2">
                  <c:v>0</c:v>
                </c:pt>
                <c:pt idx="3">
                  <c:v>0</c:v>
                </c:pt>
                <c:pt idx="4">
                  <c:v>0</c:v>
                </c:pt>
              </c:numCache>
            </c:numRef>
          </c:val>
          <c:extLst>
            <c:ext xmlns:c16="http://schemas.microsoft.com/office/drawing/2014/chart" uri="{C3380CC4-5D6E-409C-BE32-E72D297353CC}">
              <c16:uniqueId val="{00000004-F0DA-4C69-8FFB-DEE5231928C5}"/>
            </c:ext>
          </c:extLst>
        </c:ser>
        <c:dLbls>
          <c:showLegendKey val="0"/>
          <c:showVal val="0"/>
          <c:showCatName val="0"/>
          <c:showSerName val="0"/>
          <c:showPercent val="0"/>
          <c:showBubbleSize val="0"/>
        </c:dLbls>
        <c:gapWidth val="50"/>
        <c:overlap val="100"/>
        <c:axId val="604078984"/>
        <c:axId val="604079344"/>
      </c:barChart>
      <c:catAx>
        <c:axId val="604078984"/>
        <c:scaling>
          <c:orientation val="minMax"/>
        </c:scaling>
        <c:delete val="1"/>
        <c:axPos val="l"/>
        <c:numFmt formatCode="General" sourceLinked="0"/>
        <c:majorTickMark val="none"/>
        <c:minorTickMark val="none"/>
        <c:tickLblPos val="nextTo"/>
        <c:crossAx val="604079344"/>
        <c:crosses val="autoZero"/>
        <c:auto val="1"/>
        <c:lblAlgn val="ctr"/>
        <c:lblOffset val="100"/>
        <c:tickLblSkip val="1"/>
        <c:noMultiLvlLbl val="0"/>
      </c:catAx>
      <c:valAx>
        <c:axId val="604079344"/>
        <c:scaling>
          <c:orientation val="minMax"/>
        </c:scaling>
        <c:delete val="0"/>
        <c:axPos val="b"/>
        <c:majorGridlines>
          <c:spPr>
            <a:ln w="9525" cap="flat" cmpd="sng" algn="ctr">
              <a:gradFill>
                <a:gsLst>
                  <a:gs pos="0">
                    <a:schemeClr val="tx1">
                      <a:lumMod val="5000"/>
                      <a:lumOff val="95000"/>
                    </a:schemeClr>
                  </a:gs>
                  <a:gs pos="100000">
                    <a:schemeClr val="tx1">
                      <a:lumMod val="15000"/>
                      <a:lumOff val="85000"/>
                    </a:schemeClr>
                  </a:gs>
                </a:gsLst>
                <a:lin ang="5400000" scaled="0"/>
              </a:gradFill>
              <a:round/>
            </a:ln>
            <a:effectLst/>
          </c:spPr>
        </c:majorGridlines>
        <c:numFmt formatCode="0%" sourceLinked="1"/>
        <c:majorTickMark val="none"/>
        <c:minorTickMark val="none"/>
        <c:tickLblPos val="low"/>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ja-JP"/>
          </a:p>
        </c:txPr>
        <c:crossAx val="604078984"/>
        <c:crosses val="autoZero"/>
        <c:crossBetween val="between"/>
      </c:valAx>
      <c:spPr>
        <a:noFill/>
        <a:ln>
          <a:noFill/>
        </a:ln>
        <a:effectLst/>
      </c:spPr>
    </c:plotArea>
    <c:legend>
      <c:legendPos val="b"/>
      <c:layout>
        <c:manualLayout>
          <c:xMode val="edge"/>
          <c:yMode val="edge"/>
          <c:x val="1.3498830417680858E-3"/>
          <c:y val="0.75548569222126427"/>
          <c:w val="0.9685209172562026"/>
          <c:h val="0.21151414615589689"/>
        </c:manualLayout>
      </c:layout>
      <c:overlay val="0"/>
      <c:spPr>
        <a:noFill/>
        <a:ln>
          <a:noFill/>
        </a:ln>
        <a:effectLst/>
      </c:spPr>
      <c:txPr>
        <a:bodyPr rot="0" spcFirstLastPara="1" vertOverflow="ellipsis" vert="horz" wrap="square" anchor="ctr" anchorCtr="1"/>
        <a:lstStyle/>
        <a:p>
          <a:pPr>
            <a:lnSpc>
              <a:spcPct val="0"/>
            </a:lnSpc>
            <a:defRPr sz="1400" b="0" i="0" u="none" strike="noStrike" kern="1200" baseline="0">
              <a:solidFill>
                <a:schemeClr val="tx1"/>
              </a:solidFill>
              <a:latin typeface="+mn-lt"/>
              <a:ea typeface="+mn-ea"/>
              <a:cs typeface="+mn-cs"/>
            </a:defRPr>
          </a:pPr>
          <a:endParaRPr lang="ja-JP"/>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defRPr>
      </a:pPr>
      <a:endParaRPr lang="ja-JP"/>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05">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headEnd type="none" w="sm" len="sm"/>
        <a:tailEnd type="none" w="sm" len="sm"/>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bg1"/>
    </cs:fontRef>
    <cs:spPr>
      <a:solidFill>
        <a:schemeClr val="tx1">
          <a:lumMod val="50000"/>
          <a:lumOff val="50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alpha val="70000"/>
        </a:schemeClr>
      </a:solidFill>
    </cs:spPr>
  </cs:dataPoint>
  <cs:dataPoint3D>
    <cs:lnRef idx="0"/>
    <cs:fillRef idx="0">
      <cs:styleClr val="auto"/>
    </cs:fillRef>
    <cs:effectRef idx="0"/>
    <cs:fontRef idx="minor">
      <a:schemeClr val="tx1"/>
    </cs:fontRef>
    <cs:spPr>
      <a:solidFill>
        <a:schemeClr val="phClr">
          <a:alpha val="70000"/>
        </a:schemeClr>
      </a:solidFill>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a:gsLst>
          <a:gs pos="0">
            <a:schemeClr val="phClr"/>
          </a:gs>
          <a:gs pos="46000">
            <a:schemeClr val="phClr"/>
          </a:gs>
          <a:gs pos="100000">
            <a:schemeClr val="phClr">
              <a:lumMod val="20000"/>
              <a:lumOff val="80000"/>
              <a:alpha val="0"/>
            </a:schemeClr>
          </a:gs>
        </a:gsLst>
        <a:path path="circle">
          <a:fillToRect l="50000" t="-80000" r="50000" b="180000"/>
        </a:path>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0">
              <a:schemeClr val="tx1">
                <a:lumMod val="5000"/>
                <a:lumOff val="95000"/>
              </a:schemeClr>
            </a:gs>
            <a:gs pos="100000">
              <a:schemeClr val="tx1">
                <a:lumMod val="15000"/>
                <a:lumOff val="85000"/>
              </a:schemeClr>
            </a:gs>
          </a:gsLst>
          <a:lin ang="5400000" scaled="0"/>
        </a:gradFill>
        <a:round/>
      </a:ln>
    </cs:spPr>
  </cs:gridlineMajor>
  <cs:gridlineMinor>
    <cs:lnRef idx="0"/>
    <cs:fillRef idx="0"/>
    <cs:effectRef idx="0"/>
    <cs:fontRef idx="minor">
      <a:schemeClr val="dk1"/>
    </cs:fontRef>
    <cs:spPr>
      <a:ln w="9525" cap="flat" cmpd="sng" algn="ctr">
        <a:gradFill>
          <a:gsLst>
            <a:gs pos="0">
              <a:schemeClr val="tx1">
                <a:lumMod val="5000"/>
                <a:lumOff val="95000"/>
              </a:schemeClr>
            </a:gs>
            <a:gs pos="100000">
              <a:schemeClr val="tx1">
                <a:lumMod val="15000"/>
                <a:lumOff val="85000"/>
              </a:schemeClr>
            </a:gs>
          </a:gsLst>
          <a:lin ang="5400000" scaled="0"/>
        </a:gra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8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drawings/drawing1.xml><?xml version="1.0" encoding="utf-8"?>
<c:userShapes xmlns:c="http://schemas.openxmlformats.org/drawingml/2006/chart">
  <cdr:relSizeAnchor xmlns:cdr="http://schemas.openxmlformats.org/drawingml/2006/chartDrawing">
    <cdr:from>
      <cdr:x>0.00384</cdr:x>
      <cdr:y>0.10086</cdr:y>
    </cdr:from>
    <cdr:to>
      <cdr:x>0.17239</cdr:x>
      <cdr:y>0.16952</cdr:y>
    </cdr:to>
    <cdr:sp macro="" textlink="">
      <cdr:nvSpPr>
        <cdr:cNvPr id="2" name="テキスト ボックス 1">
          <a:extLst xmlns:a="http://schemas.openxmlformats.org/drawingml/2006/main">
            <a:ext uri="{FF2B5EF4-FFF2-40B4-BE49-F238E27FC236}">
              <a16:creationId xmlns:a16="http://schemas.microsoft.com/office/drawing/2014/main" id="{0AD7544F-6C06-0D79-CD61-83F6BC82BDF4}"/>
            </a:ext>
          </a:extLst>
        </cdr:cNvPr>
        <cdr:cNvSpPr txBox="1"/>
      </cdr:nvSpPr>
      <cdr:spPr>
        <a:xfrm xmlns:a="http://schemas.openxmlformats.org/drawingml/2006/main">
          <a:off x="17828" y="388152"/>
          <a:ext cx="781515" cy="264236"/>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pPr algn="r">
            <a:lnSpc>
              <a:spcPct val="80000"/>
            </a:lnSpc>
          </a:pPr>
          <a:r>
            <a:rPr lang="en-US" altLang="ja-JP" sz="1000" kern="1200" dirty="0">
              <a:solidFill>
                <a:schemeClr val="tx1"/>
              </a:solidFill>
            </a:rPr>
            <a:t>Total</a:t>
          </a:r>
          <a:endParaRPr lang="ja-JP" altLang="en-US" sz="1000" b="0" kern="1200" dirty="0">
            <a:solidFill>
              <a:schemeClr val="tx1"/>
            </a:solidFill>
          </a:endParaRP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B3094C-B57D-45ED-8C59-15476E1E2043}" type="datetimeFigureOut">
              <a:rPr kumimoji="1" lang="ja-JP" altLang="en-US" smtClean="0"/>
              <a:t>2025/3/4</a:t>
            </a:fld>
            <a:endParaRPr kumimoji="1" lang="ja-JP" altLang="en-US"/>
          </a:p>
        </p:txBody>
      </p:sp>
      <p:sp>
        <p:nvSpPr>
          <p:cNvPr id="4" name="スライド イメージ プレースホルダー 3"/>
          <p:cNvSpPr>
            <a:spLocks noGrp="1" noRot="1" noChangeAspect="1"/>
          </p:cNvSpPr>
          <p:nvPr>
            <p:ph type="sldImg" idx="2"/>
          </p:nvPr>
        </p:nvSpPr>
        <p:spPr>
          <a:xfrm>
            <a:off x="2271713" y="1143000"/>
            <a:ext cx="2314575"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B5B2650-1B32-4E1F-99FC-7174851F6B13}" type="slidenum">
              <a:rPr kumimoji="1" lang="ja-JP" altLang="en-US" smtClean="0"/>
              <a:t>‹#›</a:t>
            </a:fld>
            <a:endParaRPr kumimoji="1" lang="ja-JP" altLang="en-US"/>
          </a:p>
        </p:txBody>
      </p:sp>
    </p:spTree>
    <p:extLst>
      <p:ext uri="{BB962C8B-B14F-4D97-AF65-F5344CB8AC3E}">
        <p14:creationId xmlns:p14="http://schemas.microsoft.com/office/powerpoint/2010/main" val="7854255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2B5B2650-1B32-4E1F-99FC-7174851F6B13}" type="slidenum">
              <a:rPr kumimoji="1" lang="ja-JP" altLang="en-US" smtClean="0"/>
              <a:t>1</a:t>
            </a:fld>
            <a:endParaRPr kumimoji="1" lang="ja-JP" altLang="en-US"/>
          </a:p>
        </p:txBody>
      </p:sp>
    </p:spTree>
    <p:extLst>
      <p:ext uri="{BB962C8B-B14F-4D97-AF65-F5344CB8AC3E}">
        <p14:creationId xmlns:p14="http://schemas.microsoft.com/office/powerpoint/2010/main" val="10731031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720090" y="2095078"/>
            <a:ext cx="8161020" cy="4456853"/>
          </a:xfrm>
        </p:spPr>
        <p:txBody>
          <a:bodyPr anchor="b"/>
          <a:lstStyle>
            <a:lvl1pPr algn="ctr">
              <a:defRPr sz="6300"/>
            </a:lvl1pPr>
          </a:lstStyle>
          <a:p>
            <a:r>
              <a:rPr lang="ja-JP" altLang="en-US"/>
              <a:t>マスター タイトルの書式設定</a:t>
            </a:r>
            <a:endParaRPr lang="en-US"/>
          </a:p>
        </p:txBody>
      </p:sp>
      <p:sp>
        <p:nvSpPr>
          <p:cNvPr id="3" name="Subtitle 2"/>
          <p:cNvSpPr>
            <a:spLocks noGrp="1"/>
          </p:cNvSpPr>
          <p:nvPr>
            <p:ph type="subTitle" idx="1"/>
          </p:nvPr>
        </p:nvSpPr>
        <p:spPr>
          <a:xfrm>
            <a:off x="1200150" y="6723804"/>
            <a:ext cx="7200900" cy="3090756"/>
          </a:xfrm>
        </p:spPr>
        <p:txBody>
          <a:bodyPr/>
          <a:lstStyle>
            <a:lvl1pPr marL="0" indent="0" algn="ctr">
              <a:buNone/>
              <a:defRPr sz="2520"/>
            </a:lvl1pPr>
            <a:lvl2pPr marL="480060" indent="0" algn="ctr">
              <a:buNone/>
              <a:defRPr sz="2100"/>
            </a:lvl2pPr>
            <a:lvl3pPr marL="960120" indent="0" algn="ctr">
              <a:buNone/>
              <a:defRPr sz="1890"/>
            </a:lvl3pPr>
            <a:lvl4pPr marL="1440180" indent="0" algn="ctr">
              <a:buNone/>
              <a:defRPr sz="1680"/>
            </a:lvl4pPr>
            <a:lvl5pPr marL="1920240" indent="0" algn="ctr">
              <a:buNone/>
              <a:defRPr sz="1680"/>
            </a:lvl5pPr>
            <a:lvl6pPr marL="2400300" indent="0" algn="ctr">
              <a:buNone/>
              <a:defRPr sz="1680"/>
            </a:lvl6pPr>
            <a:lvl7pPr marL="2880360" indent="0" algn="ctr">
              <a:buNone/>
              <a:defRPr sz="1680"/>
            </a:lvl7pPr>
            <a:lvl8pPr marL="3360420" indent="0" algn="ctr">
              <a:buNone/>
              <a:defRPr sz="1680"/>
            </a:lvl8pPr>
            <a:lvl9pPr marL="3840480" indent="0" algn="ctr">
              <a:buNone/>
              <a:defRPr sz="1680"/>
            </a:lvl9pPr>
          </a:lstStyle>
          <a:p>
            <a:r>
              <a:rPr lang="ja-JP" altLang="en-US"/>
              <a:t>マスター サブタイトルの書式設定</a:t>
            </a:r>
            <a:endParaRPr lang="en-US"/>
          </a:p>
        </p:txBody>
      </p:sp>
      <p:sp>
        <p:nvSpPr>
          <p:cNvPr id="4" name="Date Placeholder 3"/>
          <p:cNvSpPr>
            <a:spLocks noGrp="1"/>
          </p:cNvSpPr>
          <p:nvPr>
            <p:ph type="dt" sz="half" idx="10"/>
          </p:nvPr>
        </p:nvSpPr>
        <p:spPr/>
        <p:txBody>
          <a:bodyPr/>
          <a:lstStyle/>
          <a:p>
            <a:fld id="{21E7208E-9A30-4BF8-A410-46F8F8A13B9A}" type="datetimeFigureOut">
              <a:rPr kumimoji="1" lang="ja-JP" altLang="en-US" smtClean="0"/>
              <a:t>2025/3/4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6FACFF92-B338-4BCC-8926-4C63D2CBB6C0}" type="slidenum">
              <a:rPr kumimoji="1" lang="ja-JP" altLang="en-US" smtClean="0"/>
              <a:t>‹#›</a:t>
            </a:fld>
            <a:endParaRPr kumimoji="1" lang="ja-JP" altLang="en-US"/>
          </a:p>
        </p:txBody>
      </p:sp>
    </p:spTree>
    <p:extLst>
      <p:ext uri="{BB962C8B-B14F-4D97-AF65-F5344CB8AC3E}">
        <p14:creationId xmlns:p14="http://schemas.microsoft.com/office/powerpoint/2010/main" val="18881606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10"/>
          </p:nvPr>
        </p:nvSpPr>
        <p:spPr/>
        <p:txBody>
          <a:bodyPr/>
          <a:lstStyle/>
          <a:p>
            <a:fld id="{21E7208E-9A30-4BF8-A410-46F8F8A13B9A}" type="datetimeFigureOut">
              <a:rPr kumimoji="1" lang="ja-JP" altLang="en-US" smtClean="0"/>
              <a:t>2025/3/4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6FACFF92-B338-4BCC-8926-4C63D2CBB6C0}" type="slidenum">
              <a:rPr kumimoji="1" lang="ja-JP" altLang="en-US" smtClean="0"/>
              <a:t>‹#›</a:t>
            </a:fld>
            <a:endParaRPr kumimoji="1" lang="ja-JP" altLang="en-US"/>
          </a:p>
        </p:txBody>
      </p:sp>
    </p:spTree>
    <p:extLst>
      <p:ext uri="{BB962C8B-B14F-4D97-AF65-F5344CB8AC3E}">
        <p14:creationId xmlns:p14="http://schemas.microsoft.com/office/powerpoint/2010/main" val="42225811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655082" y="3191514"/>
            <a:ext cx="8281035" cy="5325109"/>
          </a:xfrm>
        </p:spPr>
        <p:txBody>
          <a:bodyPr anchor="b"/>
          <a:lstStyle>
            <a:lvl1pPr>
              <a:defRPr sz="6300"/>
            </a:lvl1pPr>
          </a:lstStyle>
          <a:p>
            <a:r>
              <a:rPr lang="ja-JP" altLang="en-US"/>
              <a:t>マスター タイトルの書式設定</a:t>
            </a:r>
            <a:endParaRPr lang="en-US"/>
          </a:p>
        </p:txBody>
      </p:sp>
      <p:sp>
        <p:nvSpPr>
          <p:cNvPr id="3" name="Text Placeholder 2"/>
          <p:cNvSpPr>
            <a:spLocks noGrp="1"/>
          </p:cNvSpPr>
          <p:nvPr>
            <p:ph type="body" idx="1"/>
          </p:nvPr>
        </p:nvSpPr>
        <p:spPr>
          <a:xfrm>
            <a:off x="655082" y="8567000"/>
            <a:ext cx="8281035" cy="2800349"/>
          </a:xfrm>
        </p:spPr>
        <p:txBody>
          <a:bodyPr/>
          <a:lstStyle>
            <a:lvl1pPr marL="0" indent="0">
              <a:buNone/>
              <a:defRPr sz="2520">
                <a:solidFill>
                  <a:schemeClr val="tx1">
                    <a:tint val="82000"/>
                  </a:schemeClr>
                </a:solidFill>
              </a:defRPr>
            </a:lvl1pPr>
            <a:lvl2pPr marL="480060" indent="0">
              <a:buNone/>
              <a:defRPr sz="2100">
                <a:solidFill>
                  <a:schemeClr val="tx1">
                    <a:tint val="82000"/>
                  </a:schemeClr>
                </a:solidFill>
              </a:defRPr>
            </a:lvl2pPr>
            <a:lvl3pPr marL="960120" indent="0">
              <a:buNone/>
              <a:defRPr sz="1890">
                <a:solidFill>
                  <a:schemeClr val="tx1">
                    <a:tint val="82000"/>
                  </a:schemeClr>
                </a:solidFill>
              </a:defRPr>
            </a:lvl3pPr>
            <a:lvl4pPr marL="1440180" indent="0">
              <a:buNone/>
              <a:defRPr sz="1680">
                <a:solidFill>
                  <a:schemeClr val="tx1">
                    <a:tint val="82000"/>
                  </a:schemeClr>
                </a:solidFill>
              </a:defRPr>
            </a:lvl4pPr>
            <a:lvl5pPr marL="1920240" indent="0">
              <a:buNone/>
              <a:defRPr sz="1680">
                <a:solidFill>
                  <a:schemeClr val="tx1">
                    <a:tint val="82000"/>
                  </a:schemeClr>
                </a:solidFill>
              </a:defRPr>
            </a:lvl5pPr>
            <a:lvl6pPr marL="2400300" indent="0">
              <a:buNone/>
              <a:defRPr sz="1680">
                <a:solidFill>
                  <a:schemeClr val="tx1">
                    <a:tint val="82000"/>
                  </a:schemeClr>
                </a:solidFill>
              </a:defRPr>
            </a:lvl6pPr>
            <a:lvl7pPr marL="2880360" indent="0">
              <a:buNone/>
              <a:defRPr sz="1680">
                <a:solidFill>
                  <a:schemeClr val="tx1">
                    <a:tint val="82000"/>
                  </a:schemeClr>
                </a:solidFill>
              </a:defRPr>
            </a:lvl7pPr>
            <a:lvl8pPr marL="3360420" indent="0">
              <a:buNone/>
              <a:defRPr sz="1680">
                <a:solidFill>
                  <a:schemeClr val="tx1">
                    <a:tint val="82000"/>
                  </a:schemeClr>
                </a:solidFill>
              </a:defRPr>
            </a:lvl8pPr>
            <a:lvl9pPr marL="3840480" indent="0">
              <a:buNone/>
              <a:defRPr sz="1680">
                <a:solidFill>
                  <a:schemeClr val="tx1">
                    <a:tint val="82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21E7208E-9A30-4BF8-A410-46F8F8A13B9A}" type="datetimeFigureOut">
              <a:rPr kumimoji="1" lang="ja-JP" altLang="en-US" smtClean="0"/>
              <a:t>2025/3/4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6FACFF92-B338-4BCC-8926-4C63D2CBB6C0}" type="slidenum">
              <a:rPr kumimoji="1" lang="ja-JP" altLang="en-US" smtClean="0"/>
              <a:t>‹#›</a:t>
            </a:fld>
            <a:endParaRPr kumimoji="1" lang="ja-JP" altLang="en-US"/>
          </a:p>
        </p:txBody>
      </p:sp>
    </p:spTree>
    <p:extLst>
      <p:ext uri="{BB962C8B-B14F-4D97-AF65-F5344CB8AC3E}">
        <p14:creationId xmlns:p14="http://schemas.microsoft.com/office/powerpoint/2010/main" val="22949568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Content Placeholder 2"/>
          <p:cNvSpPr>
            <a:spLocks noGrp="1"/>
          </p:cNvSpPr>
          <p:nvPr>
            <p:ph sz="half" idx="1"/>
          </p:nvPr>
        </p:nvSpPr>
        <p:spPr>
          <a:xfrm>
            <a:off x="660083" y="3407833"/>
            <a:ext cx="4080510" cy="812249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Content Placeholder 3"/>
          <p:cNvSpPr>
            <a:spLocks noGrp="1"/>
          </p:cNvSpPr>
          <p:nvPr>
            <p:ph sz="half" idx="2"/>
          </p:nvPr>
        </p:nvSpPr>
        <p:spPr>
          <a:xfrm>
            <a:off x="4860608" y="3407833"/>
            <a:ext cx="4080510" cy="812249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5" name="Date Placeholder 4"/>
          <p:cNvSpPr>
            <a:spLocks noGrp="1"/>
          </p:cNvSpPr>
          <p:nvPr>
            <p:ph type="dt" sz="half" idx="10"/>
          </p:nvPr>
        </p:nvSpPr>
        <p:spPr/>
        <p:txBody>
          <a:bodyPr/>
          <a:lstStyle/>
          <a:p>
            <a:fld id="{21E7208E-9A30-4BF8-A410-46F8F8A13B9A}" type="datetimeFigureOut">
              <a:rPr kumimoji="1" lang="ja-JP" altLang="en-US" smtClean="0"/>
              <a:t>2025/3/4</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6FACFF92-B338-4BCC-8926-4C63D2CBB6C0}" type="slidenum">
              <a:rPr kumimoji="1" lang="ja-JP" altLang="en-US" smtClean="0"/>
              <a:t>‹#›</a:t>
            </a:fld>
            <a:endParaRPr kumimoji="1" lang="ja-JP" altLang="en-US"/>
          </a:p>
        </p:txBody>
      </p:sp>
    </p:spTree>
    <p:extLst>
      <p:ext uri="{BB962C8B-B14F-4D97-AF65-F5344CB8AC3E}">
        <p14:creationId xmlns:p14="http://schemas.microsoft.com/office/powerpoint/2010/main" val="32060476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661333" y="681570"/>
            <a:ext cx="8281035" cy="2474384"/>
          </a:xfrm>
        </p:spPr>
        <p:txBody>
          <a:bodyPr/>
          <a:lstStyle/>
          <a:p>
            <a:r>
              <a:rPr lang="ja-JP" altLang="en-US"/>
              <a:t>マスター タイトルの書式設定</a:t>
            </a:r>
            <a:endParaRPr lang="en-US"/>
          </a:p>
        </p:txBody>
      </p:sp>
      <p:sp>
        <p:nvSpPr>
          <p:cNvPr id="3" name="Text Placeholder 2"/>
          <p:cNvSpPr>
            <a:spLocks noGrp="1"/>
          </p:cNvSpPr>
          <p:nvPr>
            <p:ph type="body" idx="1"/>
          </p:nvPr>
        </p:nvSpPr>
        <p:spPr>
          <a:xfrm>
            <a:off x="661334" y="3138171"/>
            <a:ext cx="4061757" cy="1537969"/>
          </a:xfrm>
        </p:spPr>
        <p:txBody>
          <a:bodyPr anchor="b"/>
          <a:lstStyle>
            <a:lvl1pPr marL="0" indent="0">
              <a:buNone/>
              <a:defRPr sz="2520" b="1"/>
            </a:lvl1pPr>
            <a:lvl2pPr marL="480060" indent="0">
              <a:buNone/>
              <a:defRPr sz="2100" b="1"/>
            </a:lvl2pPr>
            <a:lvl3pPr marL="960120" indent="0">
              <a:buNone/>
              <a:defRPr sz="1890" b="1"/>
            </a:lvl3pPr>
            <a:lvl4pPr marL="1440180" indent="0">
              <a:buNone/>
              <a:defRPr sz="1680" b="1"/>
            </a:lvl4pPr>
            <a:lvl5pPr marL="1920240" indent="0">
              <a:buNone/>
              <a:defRPr sz="1680" b="1"/>
            </a:lvl5pPr>
            <a:lvl6pPr marL="2400300" indent="0">
              <a:buNone/>
              <a:defRPr sz="1680" b="1"/>
            </a:lvl6pPr>
            <a:lvl7pPr marL="2880360" indent="0">
              <a:buNone/>
              <a:defRPr sz="1680" b="1"/>
            </a:lvl7pPr>
            <a:lvl8pPr marL="3360420" indent="0">
              <a:buNone/>
              <a:defRPr sz="1680" b="1"/>
            </a:lvl8pPr>
            <a:lvl9pPr marL="3840480" indent="0">
              <a:buNone/>
              <a:defRPr sz="1680" b="1"/>
            </a:lvl9pPr>
          </a:lstStyle>
          <a:p>
            <a:pPr lvl="0"/>
            <a:r>
              <a:rPr lang="ja-JP" altLang="en-US"/>
              <a:t>マスター テキストの書式設定</a:t>
            </a:r>
          </a:p>
        </p:txBody>
      </p:sp>
      <p:sp>
        <p:nvSpPr>
          <p:cNvPr id="4" name="Content Placeholder 3"/>
          <p:cNvSpPr>
            <a:spLocks noGrp="1"/>
          </p:cNvSpPr>
          <p:nvPr>
            <p:ph sz="half" idx="2"/>
          </p:nvPr>
        </p:nvSpPr>
        <p:spPr>
          <a:xfrm>
            <a:off x="661334" y="4676140"/>
            <a:ext cx="4061757" cy="687789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5" name="Text Placeholder 4"/>
          <p:cNvSpPr>
            <a:spLocks noGrp="1"/>
          </p:cNvSpPr>
          <p:nvPr>
            <p:ph type="body" sz="quarter" idx="3"/>
          </p:nvPr>
        </p:nvSpPr>
        <p:spPr>
          <a:xfrm>
            <a:off x="4860608" y="3138171"/>
            <a:ext cx="4081761" cy="1537969"/>
          </a:xfrm>
        </p:spPr>
        <p:txBody>
          <a:bodyPr anchor="b"/>
          <a:lstStyle>
            <a:lvl1pPr marL="0" indent="0">
              <a:buNone/>
              <a:defRPr sz="2520" b="1"/>
            </a:lvl1pPr>
            <a:lvl2pPr marL="480060" indent="0">
              <a:buNone/>
              <a:defRPr sz="2100" b="1"/>
            </a:lvl2pPr>
            <a:lvl3pPr marL="960120" indent="0">
              <a:buNone/>
              <a:defRPr sz="1890" b="1"/>
            </a:lvl3pPr>
            <a:lvl4pPr marL="1440180" indent="0">
              <a:buNone/>
              <a:defRPr sz="1680" b="1"/>
            </a:lvl4pPr>
            <a:lvl5pPr marL="1920240" indent="0">
              <a:buNone/>
              <a:defRPr sz="1680" b="1"/>
            </a:lvl5pPr>
            <a:lvl6pPr marL="2400300" indent="0">
              <a:buNone/>
              <a:defRPr sz="1680" b="1"/>
            </a:lvl6pPr>
            <a:lvl7pPr marL="2880360" indent="0">
              <a:buNone/>
              <a:defRPr sz="1680" b="1"/>
            </a:lvl7pPr>
            <a:lvl8pPr marL="3360420" indent="0">
              <a:buNone/>
              <a:defRPr sz="1680" b="1"/>
            </a:lvl8pPr>
            <a:lvl9pPr marL="3840480" indent="0">
              <a:buNone/>
              <a:defRPr sz="1680" b="1"/>
            </a:lvl9pPr>
          </a:lstStyle>
          <a:p>
            <a:pPr lvl="0"/>
            <a:r>
              <a:rPr lang="ja-JP" altLang="en-US"/>
              <a:t>マスター テキストの書式設定</a:t>
            </a:r>
          </a:p>
        </p:txBody>
      </p:sp>
      <p:sp>
        <p:nvSpPr>
          <p:cNvPr id="6" name="Content Placeholder 5"/>
          <p:cNvSpPr>
            <a:spLocks noGrp="1"/>
          </p:cNvSpPr>
          <p:nvPr>
            <p:ph sz="quarter" idx="4"/>
          </p:nvPr>
        </p:nvSpPr>
        <p:spPr>
          <a:xfrm>
            <a:off x="4860608" y="4676140"/>
            <a:ext cx="4081761" cy="687789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7" name="Date Placeholder 6"/>
          <p:cNvSpPr>
            <a:spLocks noGrp="1"/>
          </p:cNvSpPr>
          <p:nvPr>
            <p:ph type="dt" sz="half" idx="10"/>
          </p:nvPr>
        </p:nvSpPr>
        <p:spPr/>
        <p:txBody>
          <a:bodyPr/>
          <a:lstStyle/>
          <a:p>
            <a:fld id="{21E7208E-9A30-4BF8-A410-46F8F8A13B9A}" type="datetimeFigureOut">
              <a:rPr kumimoji="1" lang="ja-JP" altLang="en-US" smtClean="0"/>
              <a:t>2025/3/4</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6FACFF92-B338-4BCC-8926-4C63D2CBB6C0}" type="slidenum">
              <a:rPr kumimoji="1" lang="ja-JP" altLang="en-US" smtClean="0"/>
              <a:t>‹#›</a:t>
            </a:fld>
            <a:endParaRPr kumimoji="1" lang="ja-JP" altLang="en-US"/>
          </a:p>
        </p:txBody>
      </p:sp>
    </p:spTree>
    <p:extLst>
      <p:ext uri="{BB962C8B-B14F-4D97-AF65-F5344CB8AC3E}">
        <p14:creationId xmlns:p14="http://schemas.microsoft.com/office/powerpoint/2010/main" val="30517216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Date Placeholder 2"/>
          <p:cNvSpPr>
            <a:spLocks noGrp="1"/>
          </p:cNvSpPr>
          <p:nvPr>
            <p:ph type="dt" sz="half" idx="10"/>
          </p:nvPr>
        </p:nvSpPr>
        <p:spPr/>
        <p:txBody>
          <a:bodyPr/>
          <a:lstStyle/>
          <a:p>
            <a:fld id="{21E7208E-9A30-4BF8-A410-46F8F8A13B9A}" type="datetimeFigureOut">
              <a:rPr kumimoji="1" lang="ja-JP" altLang="en-US" smtClean="0"/>
              <a:t>2025/3/4</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6FACFF92-B338-4BCC-8926-4C63D2CBB6C0}" type="slidenum">
              <a:rPr kumimoji="1" lang="ja-JP" altLang="en-US" smtClean="0"/>
              <a:t>‹#›</a:t>
            </a:fld>
            <a:endParaRPr kumimoji="1" lang="ja-JP" altLang="en-US"/>
          </a:p>
        </p:txBody>
      </p:sp>
    </p:spTree>
    <p:extLst>
      <p:ext uri="{BB962C8B-B14F-4D97-AF65-F5344CB8AC3E}">
        <p14:creationId xmlns:p14="http://schemas.microsoft.com/office/powerpoint/2010/main" val="36861264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1E7208E-9A30-4BF8-A410-46F8F8A13B9A}" type="datetimeFigureOut">
              <a:rPr kumimoji="1" lang="ja-JP" altLang="en-US" smtClean="0"/>
              <a:t>2025/3/4</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6FACFF92-B338-4BCC-8926-4C63D2CBB6C0}" type="slidenum">
              <a:rPr kumimoji="1" lang="ja-JP" altLang="en-US" smtClean="0"/>
              <a:t>‹#›</a:t>
            </a:fld>
            <a:endParaRPr kumimoji="1" lang="ja-JP" altLang="en-US"/>
          </a:p>
        </p:txBody>
      </p:sp>
    </p:spTree>
    <p:extLst>
      <p:ext uri="{BB962C8B-B14F-4D97-AF65-F5344CB8AC3E}">
        <p14:creationId xmlns:p14="http://schemas.microsoft.com/office/powerpoint/2010/main" val="33040500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661333" y="853440"/>
            <a:ext cx="3096637" cy="2987040"/>
          </a:xfrm>
        </p:spPr>
        <p:txBody>
          <a:bodyPr anchor="b"/>
          <a:lstStyle>
            <a:lvl1pPr>
              <a:defRPr sz="3360"/>
            </a:lvl1pPr>
          </a:lstStyle>
          <a:p>
            <a:r>
              <a:rPr lang="ja-JP" altLang="en-US"/>
              <a:t>マスター タイトルの書式設定</a:t>
            </a:r>
            <a:endParaRPr lang="en-US"/>
          </a:p>
        </p:txBody>
      </p:sp>
      <p:sp>
        <p:nvSpPr>
          <p:cNvPr id="3" name="Content Placeholder 2"/>
          <p:cNvSpPr>
            <a:spLocks noGrp="1"/>
          </p:cNvSpPr>
          <p:nvPr>
            <p:ph idx="1"/>
          </p:nvPr>
        </p:nvSpPr>
        <p:spPr>
          <a:xfrm>
            <a:off x="4081760" y="1843196"/>
            <a:ext cx="4860608" cy="9097433"/>
          </a:xfrm>
        </p:spPr>
        <p:txBody>
          <a:bodyPr/>
          <a:lstStyle>
            <a:lvl1pPr>
              <a:defRPr sz="3360"/>
            </a:lvl1pPr>
            <a:lvl2pPr>
              <a:defRPr sz="2940"/>
            </a:lvl2pPr>
            <a:lvl3pPr>
              <a:defRPr sz="2520"/>
            </a:lvl3pPr>
            <a:lvl4pPr>
              <a:defRPr sz="2100"/>
            </a:lvl4pPr>
            <a:lvl5pPr>
              <a:defRPr sz="2100"/>
            </a:lvl5pPr>
            <a:lvl6pPr>
              <a:defRPr sz="2100"/>
            </a:lvl6pPr>
            <a:lvl7pPr>
              <a:defRPr sz="2100"/>
            </a:lvl7pPr>
            <a:lvl8pPr>
              <a:defRPr sz="2100"/>
            </a:lvl8pPr>
            <a:lvl9pPr>
              <a:defRPr sz="21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Text Placeholder 3"/>
          <p:cNvSpPr>
            <a:spLocks noGrp="1"/>
          </p:cNvSpPr>
          <p:nvPr>
            <p:ph type="body" sz="half" idx="2"/>
          </p:nvPr>
        </p:nvSpPr>
        <p:spPr>
          <a:xfrm>
            <a:off x="661333" y="3840480"/>
            <a:ext cx="3096637" cy="7114964"/>
          </a:xfrm>
        </p:spPr>
        <p:txBody>
          <a:bodyPr/>
          <a:lstStyle>
            <a:lvl1pPr marL="0" indent="0">
              <a:buNone/>
              <a:defRPr sz="1680"/>
            </a:lvl1pPr>
            <a:lvl2pPr marL="480060" indent="0">
              <a:buNone/>
              <a:defRPr sz="1470"/>
            </a:lvl2pPr>
            <a:lvl3pPr marL="960120" indent="0">
              <a:buNone/>
              <a:defRPr sz="1260"/>
            </a:lvl3pPr>
            <a:lvl4pPr marL="1440180" indent="0">
              <a:buNone/>
              <a:defRPr sz="1050"/>
            </a:lvl4pPr>
            <a:lvl5pPr marL="1920240" indent="0">
              <a:buNone/>
              <a:defRPr sz="1050"/>
            </a:lvl5pPr>
            <a:lvl6pPr marL="2400300" indent="0">
              <a:buNone/>
              <a:defRPr sz="1050"/>
            </a:lvl6pPr>
            <a:lvl7pPr marL="2880360" indent="0">
              <a:buNone/>
              <a:defRPr sz="1050"/>
            </a:lvl7pPr>
            <a:lvl8pPr marL="3360420" indent="0">
              <a:buNone/>
              <a:defRPr sz="1050"/>
            </a:lvl8pPr>
            <a:lvl9pPr marL="3840480" indent="0">
              <a:buNone/>
              <a:defRPr sz="105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21E7208E-9A30-4BF8-A410-46F8F8A13B9A}" type="datetimeFigureOut">
              <a:rPr kumimoji="1" lang="ja-JP" altLang="en-US" smtClean="0"/>
              <a:t>2025/3/4</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6FACFF92-B338-4BCC-8926-4C63D2CBB6C0}" type="slidenum">
              <a:rPr kumimoji="1" lang="ja-JP" altLang="en-US" smtClean="0"/>
              <a:t>‹#›</a:t>
            </a:fld>
            <a:endParaRPr kumimoji="1" lang="ja-JP" altLang="en-US"/>
          </a:p>
        </p:txBody>
      </p:sp>
    </p:spTree>
    <p:extLst>
      <p:ext uri="{BB962C8B-B14F-4D97-AF65-F5344CB8AC3E}">
        <p14:creationId xmlns:p14="http://schemas.microsoft.com/office/powerpoint/2010/main" val="34202372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661333" y="853440"/>
            <a:ext cx="3096637" cy="2987040"/>
          </a:xfrm>
        </p:spPr>
        <p:txBody>
          <a:bodyPr anchor="b"/>
          <a:lstStyle>
            <a:lvl1pPr>
              <a:defRPr sz="3360"/>
            </a:lvl1pPr>
          </a:lstStyle>
          <a:p>
            <a:r>
              <a:rPr lang="ja-JP" altLang="en-US"/>
              <a:t>マスター タイトルの書式設定</a:t>
            </a:r>
            <a:endParaRPr lang="en-US"/>
          </a:p>
        </p:txBody>
      </p:sp>
      <p:sp>
        <p:nvSpPr>
          <p:cNvPr id="3" name="Picture Placeholder 2"/>
          <p:cNvSpPr>
            <a:spLocks noGrp="1" noChangeAspect="1"/>
          </p:cNvSpPr>
          <p:nvPr>
            <p:ph type="pic" idx="1"/>
          </p:nvPr>
        </p:nvSpPr>
        <p:spPr>
          <a:xfrm>
            <a:off x="4081760" y="1843196"/>
            <a:ext cx="4860608" cy="9097433"/>
          </a:xfrm>
        </p:spPr>
        <p:txBody>
          <a:bodyPr anchor="t"/>
          <a:lstStyle>
            <a:lvl1pPr marL="0" indent="0">
              <a:buNone/>
              <a:defRPr sz="3360"/>
            </a:lvl1pPr>
            <a:lvl2pPr marL="480060" indent="0">
              <a:buNone/>
              <a:defRPr sz="2940"/>
            </a:lvl2pPr>
            <a:lvl3pPr marL="960120" indent="0">
              <a:buNone/>
              <a:defRPr sz="2520"/>
            </a:lvl3pPr>
            <a:lvl4pPr marL="1440180" indent="0">
              <a:buNone/>
              <a:defRPr sz="2100"/>
            </a:lvl4pPr>
            <a:lvl5pPr marL="1920240" indent="0">
              <a:buNone/>
              <a:defRPr sz="2100"/>
            </a:lvl5pPr>
            <a:lvl6pPr marL="2400300" indent="0">
              <a:buNone/>
              <a:defRPr sz="2100"/>
            </a:lvl6pPr>
            <a:lvl7pPr marL="2880360" indent="0">
              <a:buNone/>
              <a:defRPr sz="2100"/>
            </a:lvl7pPr>
            <a:lvl8pPr marL="3360420" indent="0">
              <a:buNone/>
              <a:defRPr sz="2100"/>
            </a:lvl8pPr>
            <a:lvl9pPr marL="3840480" indent="0">
              <a:buNone/>
              <a:defRPr sz="2100"/>
            </a:lvl9pPr>
          </a:lstStyle>
          <a:p>
            <a:r>
              <a:rPr lang="ja-JP" altLang="en-US"/>
              <a:t>アイコンをクリックして図を追加</a:t>
            </a:r>
            <a:endParaRPr lang="en-US"/>
          </a:p>
        </p:txBody>
      </p:sp>
      <p:sp>
        <p:nvSpPr>
          <p:cNvPr id="4" name="Text Placeholder 3"/>
          <p:cNvSpPr>
            <a:spLocks noGrp="1"/>
          </p:cNvSpPr>
          <p:nvPr>
            <p:ph type="body" sz="half" idx="2"/>
          </p:nvPr>
        </p:nvSpPr>
        <p:spPr>
          <a:xfrm>
            <a:off x="661333" y="3840480"/>
            <a:ext cx="3096637" cy="7114964"/>
          </a:xfrm>
        </p:spPr>
        <p:txBody>
          <a:bodyPr/>
          <a:lstStyle>
            <a:lvl1pPr marL="0" indent="0">
              <a:buNone/>
              <a:defRPr sz="1680"/>
            </a:lvl1pPr>
            <a:lvl2pPr marL="480060" indent="0">
              <a:buNone/>
              <a:defRPr sz="1470"/>
            </a:lvl2pPr>
            <a:lvl3pPr marL="960120" indent="0">
              <a:buNone/>
              <a:defRPr sz="1260"/>
            </a:lvl3pPr>
            <a:lvl4pPr marL="1440180" indent="0">
              <a:buNone/>
              <a:defRPr sz="1050"/>
            </a:lvl4pPr>
            <a:lvl5pPr marL="1920240" indent="0">
              <a:buNone/>
              <a:defRPr sz="1050"/>
            </a:lvl5pPr>
            <a:lvl6pPr marL="2400300" indent="0">
              <a:buNone/>
              <a:defRPr sz="1050"/>
            </a:lvl6pPr>
            <a:lvl7pPr marL="2880360" indent="0">
              <a:buNone/>
              <a:defRPr sz="1050"/>
            </a:lvl7pPr>
            <a:lvl8pPr marL="3360420" indent="0">
              <a:buNone/>
              <a:defRPr sz="1050"/>
            </a:lvl8pPr>
            <a:lvl9pPr marL="3840480" indent="0">
              <a:buNone/>
              <a:defRPr sz="105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21E7208E-9A30-4BF8-A410-46F8F8A13B9A}" type="datetimeFigureOut">
              <a:rPr kumimoji="1" lang="ja-JP" altLang="en-US" smtClean="0"/>
              <a:t>2025/3/4</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6FACFF92-B338-4BCC-8926-4C63D2CBB6C0}" type="slidenum">
              <a:rPr kumimoji="1" lang="ja-JP" altLang="en-US" smtClean="0"/>
              <a:t>‹#›</a:t>
            </a:fld>
            <a:endParaRPr kumimoji="1" lang="ja-JP" altLang="en-US"/>
          </a:p>
        </p:txBody>
      </p:sp>
    </p:spTree>
    <p:extLst>
      <p:ext uri="{BB962C8B-B14F-4D97-AF65-F5344CB8AC3E}">
        <p14:creationId xmlns:p14="http://schemas.microsoft.com/office/powerpoint/2010/main" val="8481983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10"/>
          </p:nvPr>
        </p:nvSpPr>
        <p:spPr/>
        <p:txBody>
          <a:bodyPr/>
          <a:lstStyle/>
          <a:p>
            <a:fld id="{21E7208E-9A30-4BF8-A410-46F8F8A13B9A}" type="datetimeFigureOut">
              <a:rPr kumimoji="1" lang="ja-JP" altLang="en-US" smtClean="0"/>
              <a:t>2025/3/4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6FACFF92-B338-4BCC-8926-4C63D2CBB6C0}" type="slidenum">
              <a:rPr kumimoji="1" lang="ja-JP" altLang="en-US" smtClean="0"/>
              <a:t>‹#›</a:t>
            </a:fld>
            <a:endParaRPr kumimoji="1" lang="ja-JP" altLang="en-US"/>
          </a:p>
        </p:txBody>
      </p:sp>
    </p:spTree>
    <p:extLst>
      <p:ext uri="{BB962C8B-B14F-4D97-AF65-F5344CB8AC3E}">
        <p14:creationId xmlns:p14="http://schemas.microsoft.com/office/powerpoint/2010/main" val="30004202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70859" y="681567"/>
            <a:ext cx="2070259" cy="10848764"/>
          </a:xfrm>
        </p:spPr>
        <p:txBody>
          <a:bodyPr vert="eaVert"/>
          <a:lstStyle/>
          <a:p>
            <a:r>
              <a:rPr lang="ja-JP" altLang="en-US"/>
              <a:t>マスター タイトルの書式設定</a:t>
            </a:r>
            <a:endParaRPr lang="en-US"/>
          </a:p>
        </p:txBody>
      </p:sp>
      <p:sp>
        <p:nvSpPr>
          <p:cNvPr id="3" name="Vertical Text Placeholder 2"/>
          <p:cNvSpPr>
            <a:spLocks noGrp="1"/>
          </p:cNvSpPr>
          <p:nvPr>
            <p:ph type="body" orient="vert" idx="1"/>
          </p:nvPr>
        </p:nvSpPr>
        <p:spPr>
          <a:xfrm>
            <a:off x="660083" y="681567"/>
            <a:ext cx="6090761" cy="10848764"/>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10"/>
          </p:nvPr>
        </p:nvSpPr>
        <p:spPr/>
        <p:txBody>
          <a:bodyPr/>
          <a:lstStyle/>
          <a:p>
            <a:fld id="{21E7208E-9A30-4BF8-A410-46F8F8A13B9A}" type="datetimeFigureOut">
              <a:rPr kumimoji="1" lang="ja-JP" altLang="en-US" smtClean="0"/>
              <a:t>2025/3/4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6FACFF92-B338-4BCC-8926-4C63D2CBB6C0}" type="slidenum">
              <a:rPr kumimoji="1" lang="ja-JP" altLang="en-US" smtClean="0"/>
              <a:t>‹#›</a:t>
            </a:fld>
            <a:endParaRPr kumimoji="1" lang="ja-JP" altLang="en-US"/>
          </a:p>
        </p:txBody>
      </p:sp>
    </p:spTree>
    <p:extLst>
      <p:ext uri="{BB962C8B-B14F-4D97-AF65-F5344CB8AC3E}">
        <p14:creationId xmlns:p14="http://schemas.microsoft.com/office/powerpoint/2010/main" val="30185487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60083" y="681570"/>
            <a:ext cx="8281035" cy="2474384"/>
          </a:xfrm>
          <a:prstGeom prst="rect">
            <a:avLst/>
          </a:prstGeom>
        </p:spPr>
        <p:txBody>
          <a:bodyPr vert="horz" lIns="91440" tIns="45720" rIns="91440" bIns="45720" rtlCol="0" anchor="ctr">
            <a:normAutofit/>
          </a:bodyPr>
          <a:lstStyle/>
          <a:p>
            <a:r>
              <a:rPr lang="ja-JP" altLang="en-US"/>
              <a:t>マスター タイトルの書式設定</a:t>
            </a:r>
            <a:endParaRPr lang="en-US"/>
          </a:p>
        </p:txBody>
      </p:sp>
      <p:sp>
        <p:nvSpPr>
          <p:cNvPr id="3" name="Text Placeholder 2"/>
          <p:cNvSpPr>
            <a:spLocks noGrp="1"/>
          </p:cNvSpPr>
          <p:nvPr>
            <p:ph type="body" idx="1"/>
          </p:nvPr>
        </p:nvSpPr>
        <p:spPr>
          <a:xfrm>
            <a:off x="660083" y="3407833"/>
            <a:ext cx="8281035" cy="812249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2"/>
          </p:nvPr>
        </p:nvSpPr>
        <p:spPr>
          <a:xfrm>
            <a:off x="660083" y="11865189"/>
            <a:ext cx="2160270" cy="681567"/>
          </a:xfrm>
          <a:prstGeom prst="rect">
            <a:avLst/>
          </a:prstGeom>
        </p:spPr>
        <p:txBody>
          <a:bodyPr vert="horz" lIns="91440" tIns="45720" rIns="91440" bIns="45720" rtlCol="0" anchor="ctr"/>
          <a:lstStyle>
            <a:lvl1pPr algn="l">
              <a:defRPr sz="1260">
                <a:solidFill>
                  <a:schemeClr val="tx1">
                    <a:tint val="82000"/>
                  </a:schemeClr>
                </a:solidFill>
              </a:defRPr>
            </a:lvl1pPr>
          </a:lstStyle>
          <a:p>
            <a:fld id="{21E7208E-9A30-4BF8-A410-46F8F8A13B9A}" type="datetimeFigureOut">
              <a:rPr kumimoji="1" lang="ja-JP" altLang="en-US" smtClean="0"/>
              <a:t>2025/3/4</a:t>
            </a:fld>
            <a:endParaRPr kumimoji="1" lang="ja-JP" altLang="en-US"/>
          </a:p>
        </p:txBody>
      </p:sp>
      <p:sp>
        <p:nvSpPr>
          <p:cNvPr id="5" name="Footer Placeholder 4"/>
          <p:cNvSpPr>
            <a:spLocks noGrp="1"/>
          </p:cNvSpPr>
          <p:nvPr>
            <p:ph type="ftr" sz="quarter" idx="3"/>
          </p:nvPr>
        </p:nvSpPr>
        <p:spPr>
          <a:xfrm>
            <a:off x="3180398" y="11865189"/>
            <a:ext cx="3240405" cy="681567"/>
          </a:xfrm>
          <a:prstGeom prst="rect">
            <a:avLst/>
          </a:prstGeom>
        </p:spPr>
        <p:txBody>
          <a:bodyPr vert="horz" lIns="91440" tIns="45720" rIns="91440" bIns="45720" rtlCol="0" anchor="ctr"/>
          <a:lstStyle>
            <a:lvl1pPr algn="ctr">
              <a:defRPr sz="1260">
                <a:solidFill>
                  <a:schemeClr val="tx1">
                    <a:tint val="82000"/>
                  </a:schemeClr>
                </a:solidFill>
              </a:defRPr>
            </a:lvl1pPr>
          </a:lstStyle>
          <a:p>
            <a:endParaRPr kumimoji="1" lang="ja-JP" altLang="en-US"/>
          </a:p>
        </p:txBody>
      </p:sp>
      <p:sp>
        <p:nvSpPr>
          <p:cNvPr id="6" name="Slide Number Placeholder 5"/>
          <p:cNvSpPr>
            <a:spLocks noGrp="1"/>
          </p:cNvSpPr>
          <p:nvPr>
            <p:ph type="sldNum" sz="quarter" idx="4"/>
          </p:nvPr>
        </p:nvSpPr>
        <p:spPr>
          <a:xfrm>
            <a:off x="6780848" y="11865189"/>
            <a:ext cx="2160270" cy="681567"/>
          </a:xfrm>
          <a:prstGeom prst="rect">
            <a:avLst/>
          </a:prstGeom>
        </p:spPr>
        <p:txBody>
          <a:bodyPr vert="horz" lIns="91440" tIns="45720" rIns="91440" bIns="45720" rtlCol="0" anchor="ctr"/>
          <a:lstStyle>
            <a:lvl1pPr algn="r">
              <a:defRPr sz="1260">
                <a:solidFill>
                  <a:schemeClr val="tx1">
                    <a:tint val="82000"/>
                  </a:schemeClr>
                </a:solidFill>
              </a:defRPr>
            </a:lvl1pPr>
          </a:lstStyle>
          <a:p>
            <a:fld id="{6FACFF92-B338-4BCC-8926-4C63D2CBB6C0}" type="slidenum">
              <a:rPr kumimoji="1" lang="ja-JP" altLang="en-US" smtClean="0"/>
              <a:t>‹#›</a:t>
            </a:fld>
            <a:endParaRPr kumimoji="1" lang="ja-JP" altLang="en-US"/>
          </a:p>
        </p:txBody>
      </p:sp>
    </p:spTree>
    <p:extLst>
      <p:ext uri="{BB962C8B-B14F-4D97-AF65-F5344CB8AC3E}">
        <p14:creationId xmlns:p14="http://schemas.microsoft.com/office/powerpoint/2010/main" val="153270277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60120" rtl="0" eaLnBrk="1" latinLnBrk="0" hangingPunct="1">
        <a:lnSpc>
          <a:spcPct val="90000"/>
        </a:lnSpc>
        <a:spcBef>
          <a:spcPct val="0"/>
        </a:spcBef>
        <a:buNone/>
        <a:defRPr kumimoji="1" sz="4620" kern="1200">
          <a:solidFill>
            <a:schemeClr val="tx1"/>
          </a:solidFill>
          <a:latin typeface="+mj-lt"/>
          <a:ea typeface="+mj-ea"/>
          <a:cs typeface="+mj-cs"/>
        </a:defRPr>
      </a:lvl1pPr>
    </p:titleStyle>
    <p:bodyStyle>
      <a:lvl1pPr marL="240030" indent="-240030" algn="l" defTabSz="960120" rtl="0" eaLnBrk="1" latinLnBrk="0" hangingPunct="1">
        <a:lnSpc>
          <a:spcPct val="90000"/>
        </a:lnSpc>
        <a:spcBef>
          <a:spcPts val="1050"/>
        </a:spcBef>
        <a:buFont typeface="Arial" panose="020B0604020202020204" pitchFamily="34" charset="0"/>
        <a:buChar char="•"/>
        <a:defRPr kumimoji="1" sz="2940" kern="1200">
          <a:solidFill>
            <a:schemeClr val="tx1"/>
          </a:solidFill>
          <a:latin typeface="+mn-lt"/>
          <a:ea typeface="+mn-ea"/>
          <a:cs typeface="+mn-cs"/>
        </a:defRPr>
      </a:lvl1pPr>
      <a:lvl2pPr marL="720090" indent="-240030" algn="l" defTabSz="960120" rtl="0" eaLnBrk="1" latinLnBrk="0" hangingPunct="1">
        <a:lnSpc>
          <a:spcPct val="90000"/>
        </a:lnSpc>
        <a:spcBef>
          <a:spcPts val="525"/>
        </a:spcBef>
        <a:buFont typeface="Arial" panose="020B0604020202020204" pitchFamily="34" charset="0"/>
        <a:buChar char="•"/>
        <a:defRPr kumimoji="1" sz="2520" kern="1200">
          <a:solidFill>
            <a:schemeClr val="tx1"/>
          </a:solidFill>
          <a:latin typeface="+mn-lt"/>
          <a:ea typeface="+mn-ea"/>
          <a:cs typeface="+mn-cs"/>
        </a:defRPr>
      </a:lvl2pPr>
      <a:lvl3pPr marL="1200150" indent="-240030" algn="l" defTabSz="960120" rtl="0" eaLnBrk="1" latinLnBrk="0" hangingPunct="1">
        <a:lnSpc>
          <a:spcPct val="90000"/>
        </a:lnSpc>
        <a:spcBef>
          <a:spcPts val="525"/>
        </a:spcBef>
        <a:buFont typeface="Arial" panose="020B0604020202020204" pitchFamily="34" charset="0"/>
        <a:buChar char="•"/>
        <a:defRPr kumimoji="1" sz="2100" kern="1200">
          <a:solidFill>
            <a:schemeClr val="tx1"/>
          </a:solidFill>
          <a:latin typeface="+mn-lt"/>
          <a:ea typeface="+mn-ea"/>
          <a:cs typeface="+mn-cs"/>
        </a:defRPr>
      </a:lvl3pPr>
      <a:lvl4pPr marL="1680210" indent="-240030" algn="l" defTabSz="960120" rtl="0" eaLnBrk="1" latinLnBrk="0" hangingPunct="1">
        <a:lnSpc>
          <a:spcPct val="90000"/>
        </a:lnSpc>
        <a:spcBef>
          <a:spcPts val="525"/>
        </a:spcBef>
        <a:buFont typeface="Arial" panose="020B0604020202020204" pitchFamily="34" charset="0"/>
        <a:buChar char="•"/>
        <a:defRPr kumimoji="1" sz="1890" kern="1200">
          <a:solidFill>
            <a:schemeClr val="tx1"/>
          </a:solidFill>
          <a:latin typeface="+mn-lt"/>
          <a:ea typeface="+mn-ea"/>
          <a:cs typeface="+mn-cs"/>
        </a:defRPr>
      </a:lvl4pPr>
      <a:lvl5pPr marL="2160270" indent="-240030" algn="l" defTabSz="960120" rtl="0" eaLnBrk="1" latinLnBrk="0" hangingPunct="1">
        <a:lnSpc>
          <a:spcPct val="90000"/>
        </a:lnSpc>
        <a:spcBef>
          <a:spcPts val="525"/>
        </a:spcBef>
        <a:buFont typeface="Arial" panose="020B0604020202020204" pitchFamily="34" charset="0"/>
        <a:buChar char="•"/>
        <a:defRPr kumimoji="1" sz="1890" kern="1200">
          <a:solidFill>
            <a:schemeClr val="tx1"/>
          </a:solidFill>
          <a:latin typeface="+mn-lt"/>
          <a:ea typeface="+mn-ea"/>
          <a:cs typeface="+mn-cs"/>
        </a:defRPr>
      </a:lvl5pPr>
      <a:lvl6pPr marL="2640330" indent="-240030" algn="l" defTabSz="960120" rtl="0" eaLnBrk="1" latinLnBrk="0" hangingPunct="1">
        <a:lnSpc>
          <a:spcPct val="90000"/>
        </a:lnSpc>
        <a:spcBef>
          <a:spcPts val="525"/>
        </a:spcBef>
        <a:buFont typeface="Arial" panose="020B0604020202020204" pitchFamily="34" charset="0"/>
        <a:buChar char="•"/>
        <a:defRPr kumimoji="1" sz="1890" kern="1200">
          <a:solidFill>
            <a:schemeClr val="tx1"/>
          </a:solidFill>
          <a:latin typeface="+mn-lt"/>
          <a:ea typeface="+mn-ea"/>
          <a:cs typeface="+mn-cs"/>
        </a:defRPr>
      </a:lvl6pPr>
      <a:lvl7pPr marL="3120390" indent="-240030" algn="l" defTabSz="960120" rtl="0" eaLnBrk="1" latinLnBrk="0" hangingPunct="1">
        <a:lnSpc>
          <a:spcPct val="90000"/>
        </a:lnSpc>
        <a:spcBef>
          <a:spcPts val="525"/>
        </a:spcBef>
        <a:buFont typeface="Arial" panose="020B0604020202020204" pitchFamily="34" charset="0"/>
        <a:buChar char="•"/>
        <a:defRPr kumimoji="1" sz="1890" kern="1200">
          <a:solidFill>
            <a:schemeClr val="tx1"/>
          </a:solidFill>
          <a:latin typeface="+mn-lt"/>
          <a:ea typeface="+mn-ea"/>
          <a:cs typeface="+mn-cs"/>
        </a:defRPr>
      </a:lvl7pPr>
      <a:lvl8pPr marL="3600450" indent="-240030" algn="l" defTabSz="960120" rtl="0" eaLnBrk="1" latinLnBrk="0" hangingPunct="1">
        <a:lnSpc>
          <a:spcPct val="90000"/>
        </a:lnSpc>
        <a:spcBef>
          <a:spcPts val="525"/>
        </a:spcBef>
        <a:buFont typeface="Arial" panose="020B0604020202020204" pitchFamily="34" charset="0"/>
        <a:buChar char="•"/>
        <a:defRPr kumimoji="1" sz="1890" kern="1200">
          <a:solidFill>
            <a:schemeClr val="tx1"/>
          </a:solidFill>
          <a:latin typeface="+mn-lt"/>
          <a:ea typeface="+mn-ea"/>
          <a:cs typeface="+mn-cs"/>
        </a:defRPr>
      </a:lvl8pPr>
      <a:lvl9pPr marL="4080510" indent="-240030" algn="l" defTabSz="960120" rtl="0" eaLnBrk="1" latinLnBrk="0" hangingPunct="1">
        <a:lnSpc>
          <a:spcPct val="90000"/>
        </a:lnSpc>
        <a:spcBef>
          <a:spcPts val="525"/>
        </a:spcBef>
        <a:buFont typeface="Arial" panose="020B0604020202020204" pitchFamily="34" charset="0"/>
        <a:buChar char="•"/>
        <a:defRPr kumimoji="1" sz="1890" kern="1200">
          <a:solidFill>
            <a:schemeClr val="tx1"/>
          </a:solidFill>
          <a:latin typeface="+mn-lt"/>
          <a:ea typeface="+mn-ea"/>
          <a:cs typeface="+mn-cs"/>
        </a:defRPr>
      </a:lvl9pPr>
    </p:bodyStyle>
    <p:otherStyle>
      <a:defPPr>
        <a:defRPr lang="en-US"/>
      </a:defPPr>
      <a:lvl1pPr marL="0" algn="l" defTabSz="960120" rtl="0" eaLnBrk="1" latinLnBrk="0" hangingPunct="1">
        <a:defRPr kumimoji="1" sz="1890" kern="1200">
          <a:solidFill>
            <a:schemeClr val="tx1"/>
          </a:solidFill>
          <a:latin typeface="+mn-lt"/>
          <a:ea typeface="+mn-ea"/>
          <a:cs typeface="+mn-cs"/>
        </a:defRPr>
      </a:lvl1pPr>
      <a:lvl2pPr marL="480060" algn="l" defTabSz="960120" rtl="0" eaLnBrk="1" latinLnBrk="0" hangingPunct="1">
        <a:defRPr kumimoji="1" sz="1890" kern="1200">
          <a:solidFill>
            <a:schemeClr val="tx1"/>
          </a:solidFill>
          <a:latin typeface="+mn-lt"/>
          <a:ea typeface="+mn-ea"/>
          <a:cs typeface="+mn-cs"/>
        </a:defRPr>
      </a:lvl2pPr>
      <a:lvl3pPr marL="960120" algn="l" defTabSz="960120" rtl="0" eaLnBrk="1" latinLnBrk="0" hangingPunct="1">
        <a:defRPr kumimoji="1" sz="1890" kern="1200">
          <a:solidFill>
            <a:schemeClr val="tx1"/>
          </a:solidFill>
          <a:latin typeface="+mn-lt"/>
          <a:ea typeface="+mn-ea"/>
          <a:cs typeface="+mn-cs"/>
        </a:defRPr>
      </a:lvl3pPr>
      <a:lvl4pPr marL="1440180" algn="l" defTabSz="960120" rtl="0" eaLnBrk="1" latinLnBrk="0" hangingPunct="1">
        <a:defRPr kumimoji="1" sz="1890" kern="1200">
          <a:solidFill>
            <a:schemeClr val="tx1"/>
          </a:solidFill>
          <a:latin typeface="+mn-lt"/>
          <a:ea typeface="+mn-ea"/>
          <a:cs typeface="+mn-cs"/>
        </a:defRPr>
      </a:lvl4pPr>
      <a:lvl5pPr marL="1920240" algn="l" defTabSz="960120" rtl="0" eaLnBrk="1" latinLnBrk="0" hangingPunct="1">
        <a:defRPr kumimoji="1" sz="1890" kern="1200">
          <a:solidFill>
            <a:schemeClr val="tx1"/>
          </a:solidFill>
          <a:latin typeface="+mn-lt"/>
          <a:ea typeface="+mn-ea"/>
          <a:cs typeface="+mn-cs"/>
        </a:defRPr>
      </a:lvl5pPr>
      <a:lvl6pPr marL="2400300" algn="l" defTabSz="960120" rtl="0" eaLnBrk="1" latinLnBrk="0" hangingPunct="1">
        <a:defRPr kumimoji="1" sz="1890" kern="1200">
          <a:solidFill>
            <a:schemeClr val="tx1"/>
          </a:solidFill>
          <a:latin typeface="+mn-lt"/>
          <a:ea typeface="+mn-ea"/>
          <a:cs typeface="+mn-cs"/>
        </a:defRPr>
      </a:lvl6pPr>
      <a:lvl7pPr marL="2880360" algn="l" defTabSz="960120" rtl="0" eaLnBrk="1" latinLnBrk="0" hangingPunct="1">
        <a:defRPr kumimoji="1" sz="1890" kern="1200">
          <a:solidFill>
            <a:schemeClr val="tx1"/>
          </a:solidFill>
          <a:latin typeface="+mn-lt"/>
          <a:ea typeface="+mn-ea"/>
          <a:cs typeface="+mn-cs"/>
        </a:defRPr>
      </a:lvl7pPr>
      <a:lvl8pPr marL="3360420" algn="l" defTabSz="960120" rtl="0" eaLnBrk="1" latinLnBrk="0" hangingPunct="1">
        <a:defRPr kumimoji="1" sz="1890" kern="1200">
          <a:solidFill>
            <a:schemeClr val="tx1"/>
          </a:solidFill>
          <a:latin typeface="+mn-lt"/>
          <a:ea typeface="+mn-ea"/>
          <a:cs typeface="+mn-cs"/>
        </a:defRPr>
      </a:lvl8pPr>
      <a:lvl9pPr marL="3840480" algn="l" defTabSz="960120" rtl="0" eaLnBrk="1" latinLnBrk="0" hangingPunct="1">
        <a:defRPr kumimoji="1" sz="189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lumMod val="65000"/>
            <a:lumOff val="35000"/>
            <a:alpha val="36000"/>
          </a:schemeClr>
        </a:solidFill>
        <a:effectLst/>
      </p:bgPr>
    </p:bg>
    <p:spTree>
      <p:nvGrpSpPr>
        <p:cNvPr id="1" name=""/>
        <p:cNvGrpSpPr/>
        <p:nvPr/>
      </p:nvGrpSpPr>
      <p:grpSpPr>
        <a:xfrm>
          <a:off x="0" y="0"/>
          <a:ext cx="0" cy="0"/>
          <a:chOff x="0" y="0"/>
          <a:chExt cx="0" cy="0"/>
        </a:xfrm>
      </p:grpSpPr>
      <p:sp>
        <p:nvSpPr>
          <p:cNvPr id="24" name="正方形/長方形 23">
            <a:extLst>
              <a:ext uri="{FF2B5EF4-FFF2-40B4-BE49-F238E27FC236}">
                <a16:creationId xmlns:a16="http://schemas.microsoft.com/office/drawing/2014/main" id="{9BE2678F-E6B2-44E1-9667-A55FDF81EC52}"/>
              </a:ext>
            </a:extLst>
          </p:cNvPr>
          <p:cNvSpPr/>
          <p:nvPr/>
        </p:nvSpPr>
        <p:spPr>
          <a:xfrm>
            <a:off x="0" y="0"/>
            <a:ext cx="9601200" cy="1574662"/>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527E4524-1B0B-00ED-3EB0-2FD02F96C38D}"/>
              </a:ext>
            </a:extLst>
          </p:cNvPr>
          <p:cNvSpPr>
            <a:spLocks noGrp="1"/>
          </p:cNvSpPr>
          <p:nvPr>
            <p:ph type="ctrTitle"/>
          </p:nvPr>
        </p:nvSpPr>
        <p:spPr>
          <a:xfrm>
            <a:off x="0" y="-1"/>
            <a:ext cx="9601200" cy="1147381"/>
          </a:xfrm>
          <a:noFill/>
          <a:effectLst/>
        </p:spPr>
        <p:txBody>
          <a:bodyPr>
            <a:normAutofit fontScale="90000"/>
          </a:bodyPr>
          <a:lstStyle/>
          <a:p>
            <a:pPr>
              <a:lnSpc>
                <a:spcPct val="130000"/>
              </a:lnSpc>
            </a:pPr>
            <a:r>
              <a:rPr lang="en-US" altLang="ja-JP" sz="9800" dirty="0" err="1">
                <a:ln w="28575">
                  <a:solidFill>
                    <a:schemeClr val="bg1">
                      <a:lumMod val="95000"/>
                    </a:schemeClr>
                  </a:solidFill>
                  <a:prstDash val="solid"/>
                </a:ln>
                <a:noFill/>
                <a:effectLst/>
              </a:rPr>
              <a:t>Shoun</a:t>
            </a:r>
            <a:r>
              <a:rPr lang="ja-JP" altLang="en-US" sz="9800" dirty="0">
                <a:ln w="28575">
                  <a:solidFill>
                    <a:schemeClr val="bg1">
                      <a:lumMod val="95000"/>
                    </a:schemeClr>
                  </a:solidFill>
                  <a:prstDash val="solid"/>
                </a:ln>
                <a:noFill/>
                <a:effectLst/>
              </a:rPr>
              <a:t> </a:t>
            </a:r>
            <a:r>
              <a:rPr lang="en-US" altLang="ja-JP" sz="9800" dirty="0">
                <a:ln w="28575">
                  <a:solidFill>
                    <a:schemeClr val="bg1">
                      <a:lumMod val="95000"/>
                    </a:schemeClr>
                  </a:solidFill>
                  <a:prstDash val="solid"/>
                </a:ln>
                <a:noFill/>
                <a:effectLst/>
              </a:rPr>
              <a:t>Poster</a:t>
            </a:r>
            <a:r>
              <a:rPr lang="ja-JP" altLang="en-US" sz="9800" dirty="0">
                <a:ln w="28575">
                  <a:solidFill>
                    <a:schemeClr val="bg1">
                      <a:lumMod val="95000"/>
                    </a:schemeClr>
                  </a:solidFill>
                  <a:prstDash val="solid"/>
                </a:ln>
                <a:noFill/>
                <a:effectLst/>
              </a:rPr>
              <a:t> </a:t>
            </a:r>
            <a:r>
              <a:rPr lang="en-US" altLang="ja-JP" sz="9800" dirty="0">
                <a:ln w="28575">
                  <a:solidFill>
                    <a:schemeClr val="bg1">
                      <a:lumMod val="95000"/>
                    </a:schemeClr>
                  </a:solidFill>
                  <a:prstDash val="solid"/>
                </a:ln>
                <a:noFill/>
                <a:effectLst/>
                <a:latin typeface="クラフト"/>
              </a:rPr>
              <a:t>Finder</a:t>
            </a:r>
            <a:endParaRPr kumimoji="1" lang="ja-JP" altLang="en-US" sz="2200" dirty="0">
              <a:ln w="28575">
                <a:solidFill>
                  <a:schemeClr val="tx1"/>
                </a:solidFill>
                <a:prstDash val="solid"/>
              </a:ln>
              <a:noFill/>
              <a:effectLst/>
              <a:latin typeface="クラフト"/>
              <a:cs typeface="Cascadia Code" panose="020B0609020000020004" pitchFamily="49" charset="0"/>
            </a:endParaRPr>
          </a:p>
        </p:txBody>
      </p:sp>
      <p:grpSp>
        <p:nvGrpSpPr>
          <p:cNvPr id="5" name="グループ化 4">
            <a:extLst>
              <a:ext uri="{FF2B5EF4-FFF2-40B4-BE49-F238E27FC236}">
                <a16:creationId xmlns:a16="http://schemas.microsoft.com/office/drawing/2014/main" id="{E719DE35-0691-F8EF-42F3-5CACBDCA1394}"/>
              </a:ext>
            </a:extLst>
          </p:cNvPr>
          <p:cNvGrpSpPr/>
          <p:nvPr/>
        </p:nvGrpSpPr>
        <p:grpSpPr>
          <a:xfrm>
            <a:off x="136610" y="1711780"/>
            <a:ext cx="4500088" cy="2648889"/>
            <a:chOff x="136610" y="1197120"/>
            <a:chExt cx="4632350" cy="2648889"/>
          </a:xfrm>
        </p:grpSpPr>
        <p:sp>
          <p:nvSpPr>
            <p:cNvPr id="4" name="テキスト ボックス 3">
              <a:extLst>
                <a:ext uri="{FF2B5EF4-FFF2-40B4-BE49-F238E27FC236}">
                  <a16:creationId xmlns:a16="http://schemas.microsoft.com/office/drawing/2014/main" id="{99E39529-BA49-433D-1B04-97D18618E7E6}"/>
                </a:ext>
              </a:extLst>
            </p:cNvPr>
            <p:cNvSpPr txBox="1"/>
            <p:nvPr/>
          </p:nvSpPr>
          <p:spPr>
            <a:xfrm>
              <a:off x="136610" y="1197120"/>
              <a:ext cx="4632350" cy="400110"/>
            </a:xfrm>
            <a:prstGeom prst="rect">
              <a:avLst/>
            </a:prstGeom>
            <a:solidFill>
              <a:schemeClr val="tx1">
                <a:lumMod val="85000"/>
                <a:lumOff val="15000"/>
              </a:schemeClr>
            </a:solidFill>
            <a:ln>
              <a:noFill/>
            </a:ln>
          </p:spPr>
          <p:txBody>
            <a:bodyPr wrap="square" rtlCol="0">
              <a:spAutoFit/>
            </a:bodyPr>
            <a:lstStyle/>
            <a:p>
              <a:r>
                <a:rPr kumimoji="1" lang="en-US" altLang="ja-JP" sz="2000" dirty="0">
                  <a:solidFill>
                    <a:schemeClr val="bg1"/>
                  </a:solidFill>
                </a:rPr>
                <a:t>Background</a:t>
              </a:r>
            </a:p>
          </p:txBody>
        </p:sp>
        <p:sp>
          <p:nvSpPr>
            <p:cNvPr id="3" name="テキスト ボックス 2">
              <a:extLst>
                <a:ext uri="{FF2B5EF4-FFF2-40B4-BE49-F238E27FC236}">
                  <a16:creationId xmlns:a16="http://schemas.microsoft.com/office/drawing/2014/main" id="{3E6C6C4F-911C-60D6-D4D3-1823CA07E476}"/>
                </a:ext>
              </a:extLst>
            </p:cNvPr>
            <p:cNvSpPr txBox="1"/>
            <p:nvPr/>
          </p:nvSpPr>
          <p:spPr>
            <a:xfrm>
              <a:off x="136610" y="1599240"/>
              <a:ext cx="4632350" cy="2246769"/>
            </a:xfrm>
            <a:prstGeom prst="rect">
              <a:avLst/>
            </a:prstGeom>
            <a:solidFill>
              <a:schemeClr val="bg1"/>
            </a:solidFill>
          </p:spPr>
          <p:txBody>
            <a:bodyPr wrap="square" lIns="91440" tIns="45720" rIns="91440" bIns="45720" rtlCol="0" anchor="t">
              <a:spAutoFit/>
            </a:bodyPr>
            <a:lstStyle/>
            <a:p>
              <a:r>
                <a:rPr kumimoji="1" lang="en-US" altLang="ja-JP" sz="1400" dirty="0">
                  <a:ea typeface="游ゴシック"/>
                </a:rPr>
                <a:t>We thought that the reason the poster search system created by the 20th year students was not being used was because the posters were old, the layout was messed up, and it was difficult to use.</a:t>
              </a:r>
            </a:p>
            <a:p>
              <a:r>
                <a:rPr kumimoji="1" lang="en-US" altLang="ja-JP" sz="1400" dirty="0">
                  <a:ea typeface="游ゴシック"/>
                </a:rPr>
                <a:t>So we aimed to make it perfect so that it could be used in classes.</a:t>
              </a:r>
            </a:p>
            <a:p>
              <a:r>
                <a:rPr kumimoji="1" lang="en-US" altLang="ja-JP" sz="1400" dirty="0">
                  <a:ea typeface="游ゴシック"/>
                </a:rPr>
                <a:t>RQ: Will it make inquiry classes easier?</a:t>
              </a:r>
            </a:p>
            <a:p>
              <a:r>
                <a:rPr kumimoji="1" lang="en-US" altLang="ja-JP" sz="1400" dirty="0">
                  <a:ea typeface="游ゴシック"/>
                </a:rPr>
                <a:t>Objective: To facilitate inquiry classes</a:t>
              </a:r>
            </a:p>
            <a:p>
              <a:r>
                <a:rPr kumimoji="1" lang="en-US" altLang="ja-JP" sz="1400" dirty="0">
                  <a:ea typeface="游ゴシック"/>
                </a:rPr>
                <a:t>Hypothesis: If we create system with good UX, classes will run more smoothly.</a:t>
              </a:r>
            </a:p>
          </p:txBody>
        </p:sp>
      </p:grpSp>
      <p:grpSp>
        <p:nvGrpSpPr>
          <p:cNvPr id="6" name="グループ化 5">
            <a:extLst>
              <a:ext uri="{FF2B5EF4-FFF2-40B4-BE49-F238E27FC236}">
                <a16:creationId xmlns:a16="http://schemas.microsoft.com/office/drawing/2014/main" id="{5BD3AFDB-E3B3-0887-313C-4C87B1FC9788}"/>
              </a:ext>
            </a:extLst>
          </p:cNvPr>
          <p:cNvGrpSpPr/>
          <p:nvPr/>
        </p:nvGrpSpPr>
        <p:grpSpPr>
          <a:xfrm>
            <a:off x="136610" y="4624499"/>
            <a:ext cx="4500088" cy="1984057"/>
            <a:chOff x="136610" y="1201004"/>
            <a:chExt cx="4632350" cy="1984057"/>
          </a:xfrm>
        </p:grpSpPr>
        <p:sp>
          <p:nvSpPr>
            <p:cNvPr id="7" name="テキスト ボックス 6">
              <a:extLst>
                <a:ext uri="{FF2B5EF4-FFF2-40B4-BE49-F238E27FC236}">
                  <a16:creationId xmlns:a16="http://schemas.microsoft.com/office/drawing/2014/main" id="{337AD14E-BB61-1DB5-D40D-5953D0ECA34A}"/>
                </a:ext>
              </a:extLst>
            </p:cNvPr>
            <p:cNvSpPr txBox="1"/>
            <p:nvPr/>
          </p:nvSpPr>
          <p:spPr>
            <a:xfrm>
              <a:off x="136610" y="1201004"/>
              <a:ext cx="4632350" cy="400110"/>
            </a:xfrm>
            <a:prstGeom prst="rect">
              <a:avLst/>
            </a:prstGeom>
            <a:solidFill>
              <a:schemeClr val="tx1">
                <a:lumMod val="85000"/>
                <a:lumOff val="15000"/>
              </a:schemeClr>
            </a:solidFill>
            <a:ln>
              <a:noFill/>
            </a:ln>
          </p:spPr>
          <p:txBody>
            <a:bodyPr wrap="square" rtlCol="0">
              <a:spAutoFit/>
            </a:bodyPr>
            <a:lstStyle/>
            <a:p>
              <a:r>
                <a:rPr kumimoji="1" lang="en-US" altLang="ja-JP" sz="2000" dirty="0">
                  <a:solidFill>
                    <a:schemeClr val="bg1"/>
                  </a:solidFill>
                </a:rPr>
                <a:t>Method</a:t>
              </a:r>
            </a:p>
          </p:txBody>
        </p:sp>
        <p:sp>
          <p:nvSpPr>
            <p:cNvPr id="8" name="テキスト ボックス 7">
              <a:extLst>
                <a:ext uri="{FF2B5EF4-FFF2-40B4-BE49-F238E27FC236}">
                  <a16:creationId xmlns:a16="http://schemas.microsoft.com/office/drawing/2014/main" id="{B6F08484-BE7C-71FE-C0CC-D511DB21A6CB}"/>
                </a:ext>
              </a:extLst>
            </p:cNvPr>
            <p:cNvSpPr txBox="1"/>
            <p:nvPr/>
          </p:nvSpPr>
          <p:spPr>
            <a:xfrm>
              <a:off x="136610" y="1584623"/>
              <a:ext cx="4632350" cy="1600438"/>
            </a:xfrm>
            <a:prstGeom prst="rect">
              <a:avLst/>
            </a:prstGeom>
            <a:solidFill>
              <a:schemeClr val="bg1"/>
            </a:solidFill>
          </p:spPr>
          <p:txBody>
            <a:bodyPr wrap="square" lIns="91440" tIns="45720" rIns="91440" bIns="45720" rtlCol="0" anchor="t">
              <a:spAutoFit/>
            </a:bodyPr>
            <a:lstStyle/>
            <a:p>
              <a:r>
                <a:rPr lang="en-US" altLang="ja-JP" sz="1400" b="0" i="0" dirty="0">
                  <a:solidFill>
                    <a:srgbClr val="3C4043"/>
                  </a:solidFill>
                  <a:effectLst/>
                  <a:latin typeface="Roboto" panose="020F0502020204030204" pitchFamily="2" charset="0"/>
                </a:rPr>
                <a:t>① Organize PDFs.</a:t>
              </a:r>
            </a:p>
            <a:p>
              <a:r>
                <a:rPr lang="en-US" altLang="ja-JP" sz="1400" b="0" i="0" dirty="0">
                  <a:solidFill>
                    <a:srgbClr val="3C4043"/>
                  </a:solidFill>
                  <a:effectLst/>
                  <a:latin typeface="Roboto" panose="020F0502020204030204" pitchFamily="2" charset="0"/>
                </a:rPr>
                <a:t>② Add necessary functions such as search and 									filtering.</a:t>
              </a:r>
            </a:p>
            <a:p>
              <a:r>
                <a:rPr lang="en-US" altLang="ja-JP" sz="1400" b="0" i="0" dirty="0">
                  <a:solidFill>
                    <a:srgbClr val="3C4043"/>
                  </a:solidFill>
                  <a:effectLst/>
                  <a:latin typeface="Roboto" panose="020F0502020204030204" pitchFamily="2" charset="0"/>
                </a:rPr>
                <a:t>③ Organize the UI (user interface).</a:t>
              </a:r>
            </a:p>
            <a:p>
              <a:r>
                <a:rPr lang="en-US" altLang="ja-JP" sz="1400" b="0" i="0" dirty="0">
                  <a:solidFill>
                    <a:srgbClr val="3C4043"/>
                  </a:solidFill>
                  <a:effectLst/>
                  <a:latin typeface="Roboto" panose="020F0502020204030204" pitchFamily="2" charset="0"/>
                </a:rPr>
                <a:t>④ Publish it on campus and take a survey in the 								second year.</a:t>
              </a:r>
            </a:p>
            <a:p>
              <a:r>
                <a:rPr lang="en-US" altLang="ja-JP" sz="1400" b="0" i="0" dirty="0">
                  <a:solidFill>
                    <a:srgbClr val="3C4043"/>
                  </a:solidFill>
                  <a:effectLst/>
                  <a:latin typeface="Roboto" panose="020F0502020204030204" pitchFamily="2" charset="0"/>
                </a:rPr>
                <a:t>⑤ Improve and update the unpopular parts.</a:t>
              </a:r>
              <a:endParaRPr kumimoji="1" lang="en-US" altLang="ja-JP" sz="1400" dirty="0"/>
            </a:p>
          </p:txBody>
        </p:sp>
      </p:grpSp>
      <p:grpSp>
        <p:nvGrpSpPr>
          <p:cNvPr id="10" name="グループ化 9">
            <a:extLst>
              <a:ext uri="{FF2B5EF4-FFF2-40B4-BE49-F238E27FC236}">
                <a16:creationId xmlns:a16="http://schemas.microsoft.com/office/drawing/2014/main" id="{8D5200F2-D051-06D6-7A6C-0B36594D9A93}"/>
              </a:ext>
            </a:extLst>
          </p:cNvPr>
          <p:cNvGrpSpPr/>
          <p:nvPr/>
        </p:nvGrpSpPr>
        <p:grpSpPr>
          <a:xfrm>
            <a:off x="4964502" y="1715664"/>
            <a:ext cx="4500088" cy="5663089"/>
            <a:chOff x="-142836" y="-633641"/>
            <a:chExt cx="4632350" cy="5663089"/>
          </a:xfrm>
        </p:grpSpPr>
        <p:sp>
          <p:nvSpPr>
            <p:cNvPr id="11" name="テキスト ボックス 10">
              <a:extLst>
                <a:ext uri="{FF2B5EF4-FFF2-40B4-BE49-F238E27FC236}">
                  <a16:creationId xmlns:a16="http://schemas.microsoft.com/office/drawing/2014/main" id="{FE6F8A00-8A58-CF9E-5DB6-D8E1B27D9199}"/>
                </a:ext>
              </a:extLst>
            </p:cNvPr>
            <p:cNvSpPr txBox="1"/>
            <p:nvPr/>
          </p:nvSpPr>
          <p:spPr>
            <a:xfrm>
              <a:off x="-142836" y="-633641"/>
              <a:ext cx="4632350" cy="400110"/>
            </a:xfrm>
            <a:prstGeom prst="rect">
              <a:avLst/>
            </a:prstGeom>
            <a:solidFill>
              <a:schemeClr val="tx1">
                <a:lumMod val="85000"/>
                <a:lumOff val="15000"/>
              </a:schemeClr>
            </a:solidFill>
            <a:ln>
              <a:noFill/>
            </a:ln>
          </p:spPr>
          <p:txBody>
            <a:bodyPr wrap="square" rtlCol="0">
              <a:spAutoFit/>
            </a:bodyPr>
            <a:lstStyle/>
            <a:p>
              <a:r>
                <a:rPr kumimoji="1" lang="en-US" altLang="ja-JP" sz="2000" dirty="0">
                  <a:solidFill>
                    <a:schemeClr val="bg1"/>
                  </a:solidFill>
                </a:rPr>
                <a:t>Results</a:t>
              </a:r>
            </a:p>
          </p:txBody>
        </p:sp>
        <p:sp>
          <p:nvSpPr>
            <p:cNvPr id="12" name="テキスト ボックス 11">
              <a:extLst>
                <a:ext uri="{FF2B5EF4-FFF2-40B4-BE49-F238E27FC236}">
                  <a16:creationId xmlns:a16="http://schemas.microsoft.com/office/drawing/2014/main" id="{1BA0EDB1-97F4-219A-2F2C-DC49C77752E8}"/>
                </a:ext>
              </a:extLst>
            </p:cNvPr>
            <p:cNvSpPr txBox="1"/>
            <p:nvPr/>
          </p:nvSpPr>
          <p:spPr>
            <a:xfrm>
              <a:off x="-142836" y="-233531"/>
              <a:ext cx="4632350" cy="5262979"/>
            </a:xfrm>
            <a:prstGeom prst="rect">
              <a:avLst/>
            </a:prstGeom>
            <a:solidFill>
              <a:schemeClr val="bg1"/>
            </a:solidFill>
          </p:spPr>
          <p:txBody>
            <a:bodyPr wrap="square" lIns="91440" tIns="45720" rIns="91440" bIns="45720" rtlCol="0" anchor="t">
              <a:spAutoFit/>
            </a:bodyPr>
            <a:lstStyle/>
            <a:p>
              <a:r>
                <a:rPr lang="en-US" altLang="ja-JP" sz="1400" b="0" i="0" dirty="0">
                  <a:solidFill>
                    <a:srgbClr val="3C4043"/>
                  </a:solidFill>
                  <a:effectLst/>
                  <a:latin typeface="Roboto" panose="02000000000000000000" pitchFamily="2" charset="0"/>
                </a:rPr>
                <a:t>Although accurate statistics cannot be obtained due to the small number of survey results, the positive response rate for the question of whether the inquiry class was conducted smoothly exceeded 80%, which can be said to have been a success. 90% of people would like to continue using it in the future or would recommend it to their juniors, so it is considered that there is value in continuing development.</a:t>
              </a:r>
            </a:p>
            <a:p>
              <a:endParaRPr lang="en-US" altLang="ja-JP" sz="1400" dirty="0">
                <a:solidFill>
                  <a:srgbClr val="3C4043"/>
                </a:solidFill>
                <a:latin typeface="Roboto" panose="02000000000000000000" pitchFamily="2" charset="0"/>
                <a:ea typeface="游ゴシック"/>
              </a:endParaRPr>
            </a:p>
            <a:p>
              <a:endParaRPr lang="en-US" altLang="ja-JP" sz="1400" dirty="0">
                <a:solidFill>
                  <a:srgbClr val="3C4043"/>
                </a:solidFill>
                <a:latin typeface="Roboto" panose="02000000000000000000" pitchFamily="2" charset="0"/>
                <a:ea typeface="游ゴシック"/>
              </a:endParaRPr>
            </a:p>
            <a:p>
              <a:endParaRPr lang="en-US" altLang="ja-JP" sz="1400" dirty="0">
                <a:solidFill>
                  <a:srgbClr val="3C4043"/>
                </a:solidFill>
                <a:latin typeface="Roboto" panose="02000000000000000000" pitchFamily="2" charset="0"/>
                <a:ea typeface="游ゴシック"/>
              </a:endParaRPr>
            </a:p>
            <a:p>
              <a:endParaRPr lang="en-US" altLang="ja-JP" sz="1400" dirty="0">
                <a:solidFill>
                  <a:srgbClr val="3C4043"/>
                </a:solidFill>
                <a:latin typeface="Roboto" panose="02000000000000000000" pitchFamily="2" charset="0"/>
                <a:ea typeface="游ゴシック"/>
              </a:endParaRPr>
            </a:p>
            <a:p>
              <a:endParaRPr lang="en-US" altLang="ja-JP" sz="1400" dirty="0">
                <a:solidFill>
                  <a:srgbClr val="3C4043"/>
                </a:solidFill>
                <a:latin typeface="Roboto" panose="02000000000000000000" pitchFamily="2" charset="0"/>
                <a:ea typeface="游ゴシック"/>
              </a:endParaRPr>
            </a:p>
            <a:p>
              <a:endParaRPr lang="en-US" altLang="ja-JP" sz="1400" dirty="0">
                <a:solidFill>
                  <a:srgbClr val="3C4043"/>
                </a:solidFill>
                <a:latin typeface="Roboto" panose="02000000000000000000" pitchFamily="2" charset="0"/>
                <a:ea typeface="游ゴシック"/>
              </a:endParaRPr>
            </a:p>
            <a:p>
              <a:endParaRPr lang="en-US" altLang="ja-JP" sz="1400" dirty="0">
                <a:solidFill>
                  <a:srgbClr val="3C4043"/>
                </a:solidFill>
                <a:latin typeface="Roboto" panose="02000000000000000000" pitchFamily="2" charset="0"/>
                <a:ea typeface="游ゴシック"/>
              </a:endParaRPr>
            </a:p>
            <a:p>
              <a:endParaRPr lang="en-US" altLang="ja-JP" sz="1400" dirty="0">
                <a:solidFill>
                  <a:srgbClr val="3C4043"/>
                </a:solidFill>
                <a:latin typeface="Roboto" panose="02000000000000000000" pitchFamily="2" charset="0"/>
                <a:ea typeface="游ゴシック"/>
              </a:endParaRPr>
            </a:p>
            <a:p>
              <a:endParaRPr lang="en-US" altLang="ja-JP" sz="1400" dirty="0">
                <a:solidFill>
                  <a:srgbClr val="3C4043"/>
                </a:solidFill>
                <a:latin typeface="Roboto" panose="02000000000000000000" pitchFamily="2" charset="0"/>
                <a:ea typeface="游ゴシック"/>
              </a:endParaRPr>
            </a:p>
            <a:p>
              <a:endParaRPr lang="en-US" altLang="ja-JP" sz="1400" dirty="0">
                <a:solidFill>
                  <a:srgbClr val="3C4043"/>
                </a:solidFill>
                <a:latin typeface="Roboto" panose="02000000000000000000" pitchFamily="2" charset="0"/>
                <a:ea typeface="游ゴシック"/>
              </a:endParaRPr>
            </a:p>
            <a:p>
              <a:endParaRPr lang="en-US" altLang="ja-JP" sz="1400" dirty="0"/>
            </a:p>
            <a:p>
              <a:endParaRPr lang="en-US" altLang="ja-JP" sz="1400" dirty="0"/>
            </a:p>
            <a:p>
              <a:endParaRPr lang="en-US" altLang="ja-JP" sz="1400" dirty="0"/>
            </a:p>
            <a:p>
              <a:endParaRPr lang="en-US" altLang="ja-JP" sz="1400" dirty="0"/>
            </a:p>
            <a:p>
              <a:endParaRPr lang="en-US" altLang="ja-JP" sz="1400" dirty="0"/>
            </a:p>
            <a:p>
              <a:endParaRPr lang="en-US" altLang="ja-JP" sz="1400" dirty="0"/>
            </a:p>
          </p:txBody>
        </p:sp>
      </p:grpSp>
      <p:graphicFrame>
        <p:nvGraphicFramePr>
          <p:cNvPr id="17" name="グラフ 16">
            <a:extLst>
              <a:ext uri="{FF2B5EF4-FFF2-40B4-BE49-F238E27FC236}">
                <a16:creationId xmlns:a16="http://schemas.microsoft.com/office/drawing/2014/main" id="{898DCD06-40E0-D55C-745E-132C42E4C341}"/>
              </a:ext>
            </a:extLst>
          </p:cNvPr>
          <p:cNvGraphicFramePr>
            <a:graphicFrameLocks/>
          </p:cNvGraphicFramePr>
          <p:nvPr>
            <p:extLst>
              <p:ext uri="{D42A27DB-BD31-4B8C-83A1-F6EECF244321}">
                <p14:modId xmlns:p14="http://schemas.microsoft.com/office/powerpoint/2010/main" val="3651032096"/>
              </p:ext>
            </p:extLst>
          </p:nvPr>
        </p:nvGraphicFramePr>
        <p:xfrm>
          <a:off x="4964502" y="3566018"/>
          <a:ext cx="4636698" cy="3848466"/>
        </p:xfrm>
        <a:graphic>
          <a:graphicData uri="http://schemas.openxmlformats.org/drawingml/2006/chart">
            <c:chart xmlns:c="http://schemas.openxmlformats.org/drawingml/2006/chart" xmlns:r="http://schemas.openxmlformats.org/officeDocument/2006/relationships" r:id="rId3"/>
          </a:graphicData>
        </a:graphic>
      </p:graphicFrame>
      <p:sp>
        <p:nvSpPr>
          <p:cNvPr id="53" name="正方形/長方形 52">
            <a:extLst>
              <a:ext uri="{FF2B5EF4-FFF2-40B4-BE49-F238E27FC236}">
                <a16:creationId xmlns:a16="http://schemas.microsoft.com/office/drawing/2014/main" id="{35E18980-F851-7BAE-D2A0-0BD337C0D3E6}"/>
              </a:ext>
            </a:extLst>
          </p:cNvPr>
          <p:cNvSpPr/>
          <p:nvPr/>
        </p:nvSpPr>
        <p:spPr>
          <a:xfrm>
            <a:off x="5205622" y="6929217"/>
            <a:ext cx="799891" cy="33988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4" name="グループ化 13">
            <a:extLst>
              <a:ext uri="{FF2B5EF4-FFF2-40B4-BE49-F238E27FC236}">
                <a16:creationId xmlns:a16="http://schemas.microsoft.com/office/drawing/2014/main" id="{6AB2BF43-83C7-42BF-40BB-446A07D3CBD7}"/>
              </a:ext>
            </a:extLst>
          </p:cNvPr>
          <p:cNvGrpSpPr/>
          <p:nvPr/>
        </p:nvGrpSpPr>
        <p:grpSpPr>
          <a:xfrm>
            <a:off x="127282" y="6862150"/>
            <a:ext cx="4500088" cy="1357384"/>
            <a:chOff x="136610" y="1322244"/>
            <a:chExt cx="4632350" cy="1357384"/>
          </a:xfrm>
        </p:grpSpPr>
        <p:sp>
          <p:nvSpPr>
            <p:cNvPr id="15" name="テキスト ボックス 14">
              <a:extLst>
                <a:ext uri="{FF2B5EF4-FFF2-40B4-BE49-F238E27FC236}">
                  <a16:creationId xmlns:a16="http://schemas.microsoft.com/office/drawing/2014/main" id="{FE0B266E-4A5B-0582-2E26-57C555BC7D79}"/>
                </a:ext>
              </a:extLst>
            </p:cNvPr>
            <p:cNvSpPr txBox="1"/>
            <p:nvPr/>
          </p:nvSpPr>
          <p:spPr>
            <a:xfrm>
              <a:off x="136610" y="1322244"/>
              <a:ext cx="4632350" cy="400110"/>
            </a:xfrm>
            <a:prstGeom prst="rect">
              <a:avLst/>
            </a:prstGeom>
            <a:solidFill>
              <a:schemeClr val="tx1">
                <a:lumMod val="85000"/>
                <a:lumOff val="15000"/>
              </a:schemeClr>
            </a:solidFill>
            <a:ln>
              <a:noFill/>
            </a:ln>
          </p:spPr>
          <p:txBody>
            <a:bodyPr wrap="square" rtlCol="0">
              <a:spAutoFit/>
            </a:bodyPr>
            <a:lstStyle/>
            <a:p>
              <a:r>
                <a:rPr kumimoji="1" lang="en-US" altLang="ja-JP" sz="2000" dirty="0">
                  <a:solidFill>
                    <a:schemeClr val="bg1"/>
                  </a:solidFill>
                </a:rPr>
                <a:t>Development Environment</a:t>
              </a:r>
            </a:p>
          </p:txBody>
        </p:sp>
        <p:sp>
          <p:nvSpPr>
            <p:cNvPr id="16" name="テキスト ボックス 15">
              <a:extLst>
                <a:ext uri="{FF2B5EF4-FFF2-40B4-BE49-F238E27FC236}">
                  <a16:creationId xmlns:a16="http://schemas.microsoft.com/office/drawing/2014/main" id="{C26B405A-B2D1-50F4-1308-D0999D61196C}"/>
                </a:ext>
              </a:extLst>
            </p:cNvPr>
            <p:cNvSpPr txBox="1"/>
            <p:nvPr/>
          </p:nvSpPr>
          <p:spPr>
            <a:xfrm>
              <a:off x="136610" y="1725521"/>
              <a:ext cx="4632350" cy="954107"/>
            </a:xfrm>
            <a:prstGeom prst="rect">
              <a:avLst/>
            </a:prstGeom>
            <a:solidFill>
              <a:schemeClr val="bg1"/>
            </a:solidFill>
          </p:spPr>
          <p:txBody>
            <a:bodyPr wrap="square" lIns="91440" tIns="45720" rIns="91440" bIns="45720" rtlCol="0" anchor="t">
              <a:spAutoFit/>
            </a:bodyPr>
            <a:lstStyle/>
            <a:p>
              <a:r>
                <a:rPr lang="en-US" altLang="ja-JP" sz="1400" b="0" i="0" dirty="0">
                  <a:solidFill>
                    <a:srgbClr val="3C4043"/>
                  </a:solidFill>
                  <a:effectLst/>
                  <a:latin typeface="Roboto" panose="02000000000000000000" pitchFamily="2" charset="0"/>
                </a:rPr>
                <a:t>[Used Languages]	[Used Software]</a:t>
              </a:r>
            </a:p>
            <a:p>
              <a:r>
                <a:rPr lang="en-US" altLang="ja-JP" sz="1400" b="0" i="0" dirty="0">
                  <a:solidFill>
                    <a:srgbClr val="3C4043"/>
                  </a:solidFill>
                  <a:effectLst/>
                  <a:latin typeface="Roboto" panose="02000000000000000000" pitchFamily="2" charset="0"/>
                </a:rPr>
                <a:t>HTML			Visual Studio Code</a:t>
              </a:r>
            </a:p>
            <a:p>
              <a:r>
                <a:rPr lang="en-US" altLang="ja-JP" sz="1400" b="0" i="0" dirty="0">
                  <a:solidFill>
                    <a:srgbClr val="3C4043"/>
                  </a:solidFill>
                  <a:effectLst/>
                  <a:latin typeface="Roboto" panose="02000000000000000000" pitchFamily="2" charset="0"/>
                </a:rPr>
                <a:t>CSS				Microsoft Edge</a:t>
              </a:r>
            </a:p>
            <a:p>
              <a:r>
                <a:rPr lang="en-US" altLang="ja-JP" sz="1400" b="0" i="0" dirty="0">
                  <a:solidFill>
                    <a:srgbClr val="3C4043"/>
                  </a:solidFill>
                  <a:effectLst/>
                  <a:latin typeface="Roboto" panose="02000000000000000000" pitchFamily="2" charset="0"/>
                </a:rPr>
                <a:t>JavaScript			Google Chrome</a:t>
              </a:r>
              <a:endParaRPr kumimoji="1" lang="en-US" altLang="ja-JP" sz="1400" dirty="0"/>
            </a:p>
          </p:txBody>
        </p:sp>
      </p:grpSp>
      <p:grpSp>
        <p:nvGrpSpPr>
          <p:cNvPr id="18" name="グループ化 17">
            <a:extLst>
              <a:ext uri="{FF2B5EF4-FFF2-40B4-BE49-F238E27FC236}">
                <a16:creationId xmlns:a16="http://schemas.microsoft.com/office/drawing/2014/main" id="{B182A113-17D5-2C75-FFEB-83971653F382}"/>
              </a:ext>
            </a:extLst>
          </p:cNvPr>
          <p:cNvGrpSpPr/>
          <p:nvPr/>
        </p:nvGrpSpPr>
        <p:grpSpPr>
          <a:xfrm>
            <a:off x="4964502" y="7522809"/>
            <a:ext cx="4500088" cy="1783231"/>
            <a:chOff x="136610" y="1201004"/>
            <a:chExt cx="4632350" cy="1783231"/>
          </a:xfrm>
          <a:solidFill>
            <a:schemeClr val="tx1">
              <a:lumMod val="85000"/>
              <a:lumOff val="15000"/>
            </a:schemeClr>
          </a:solidFill>
        </p:grpSpPr>
        <p:sp>
          <p:nvSpPr>
            <p:cNvPr id="19" name="テキスト ボックス 18">
              <a:extLst>
                <a:ext uri="{FF2B5EF4-FFF2-40B4-BE49-F238E27FC236}">
                  <a16:creationId xmlns:a16="http://schemas.microsoft.com/office/drawing/2014/main" id="{9A8B31EC-6642-EDB1-8F24-EE7FC03A2D7F}"/>
                </a:ext>
              </a:extLst>
            </p:cNvPr>
            <p:cNvSpPr txBox="1"/>
            <p:nvPr/>
          </p:nvSpPr>
          <p:spPr>
            <a:xfrm>
              <a:off x="136610" y="1201004"/>
              <a:ext cx="4632350" cy="400110"/>
            </a:xfrm>
            <a:prstGeom prst="rect">
              <a:avLst/>
            </a:prstGeom>
            <a:solidFill>
              <a:schemeClr val="tx1">
                <a:lumMod val="85000"/>
                <a:lumOff val="15000"/>
              </a:schemeClr>
            </a:solidFill>
            <a:ln>
              <a:noFill/>
            </a:ln>
          </p:spPr>
          <p:txBody>
            <a:bodyPr wrap="square" rtlCol="0">
              <a:spAutoFit/>
            </a:bodyPr>
            <a:lstStyle/>
            <a:p>
              <a:r>
                <a:rPr kumimoji="1" lang="en-US" altLang="ja-JP" sz="2000" dirty="0">
                  <a:solidFill>
                    <a:schemeClr val="bg1"/>
                  </a:solidFill>
                </a:rPr>
                <a:t>Future Outlook</a:t>
              </a:r>
            </a:p>
          </p:txBody>
        </p:sp>
        <p:sp>
          <p:nvSpPr>
            <p:cNvPr id="20" name="テキスト ボックス 19">
              <a:extLst>
                <a:ext uri="{FF2B5EF4-FFF2-40B4-BE49-F238E27FC236}">
                  <a16:creationId xmlns:a16="http://schemas.microsoft.com/office/drawing/2014/main" id="{F62C0679-4B9F-C17E-0E90-11F00C09152B}"/>
                </a:ext>
              </a:extLst>
            </p:cNvPr>
            <p:cNvSpPr txBox="1"/>
            <p:nvPr/>
          </p:nvSpPr>
          <p:spPr>
            <a:xfrm>
              <a:off x="136610" y="1599240"/>
              <a:ext cx="4632350" cy="1384995"/>
            </a:xfrm>
            <a:prstGeom prst="rect">
              <a:avLst/>
            </a:prstGeom>
            <a:solidFill>
              <a:schemeClr val="bg1"/>
            </a:solidFill>
          </p:spPr>
          <p:txBody>
            <a:bodyPr wrap="square" lIns="91440" tIns="45720" rIns="91440" bIns="45720" rtlCol="0" anchor="t">
              <a:spAutoFit/>
            </a:bodyPr>
            <a:lstStyle/>
            <a:p>
              <a:pPr algn="l" rtl="0"/>
              <a:r>
                <a:rPr lang="en-US" altLang="ja-JP" sz="1400" b="0" i="0" dirty="0">
                  <a:solidFill>
                    <a:srgbClr val="3C4043"/>
                  </a:solidFill>
                  <a:effectLst/>
                  <a:latin typeface="Roboto" panose="02000000000000000000" pitchFamily="2" charset="0"/>
                </a:rPr>
                <a:t>We found that the results were generally well received, so we would like to continue to improve it further in the future. We will also use a form to ask for user feedback to make it easier to use. </a:t>
              </a:r>
            </a:p>
            <a:p>
              <a:pPr algn="l" rtl="0"/>
              <a:r>
                <a:rPr lang="en-US" altLang="ja-JP" sz="1400" b="0" i="0" dirty="0">
                  <a:solidFill>
                    <a:srgbClr val="3C4043"/>
                  </a:solidFill>
                  <a:effectLst/>
                  <a:latin typeface="Roboto" panose="02000000000000000000" pitchFamily="2" charset="0"/>
                </a:rPr>
                <a:t>The number of responses to this survey was small, so we will look for ways to increase the number next time.</a:t>
              </a:r>
            </a:p>
          </p:txBody>
        </p:sp>
      </p:grpSp>
      <p:grpSp>
        <p:nvGrpSpPr>
          <p:cNvPr id="21" name="グループ化 20">
            <a:extLst>
              <a:ext uri="{FF2B5EF4-FFF2-40B4-BE49-F238E27FC236}">
                <a16:creationId xmlns:a16="http://schemas.microsoft.com/office/drawing/2014/main" id="{682553AA-3922-81EB-80CE-DA46B864CEC8}"/>
              </a:ext>
            </a:extLst>
          </p:cNvPr>
          <p:cNvGrpSpPr/>
          <p:nvPr/>
        </p:nvGrpSpPr>
        <p:grpSpPr>
          <a:xfrm>
            <a:off x="127282" y="11642706"/>
            <a:ext cx="4500088" cy="906839"/>
            <a:chOff x="136610" y="1201004"/>
            <a:chExt cx="4632350" cy="906839"/>
          </a:xfrm>
        </p:grpSpPr>
        <p:sp>
          <p:nvSpPr>
            <p:cNvPr id="22" name="テキスト ボックス 21">
              <a:extLst>
                <a:ext uri="{FF2B5EF4-FFF2-40B4-BE49-F238E27FC236}">
                  <a16:creationId xmlns:a16="http://schemas.microsoft.com/office/drawing/2014/main" id="{6D249C23-FD87-D428-6611-DF88FC1225DB}"/>
                </a:ext>
              </a:extLst>
            </p:cNvPr>
            <p:cNvSpPr txBox="1"/>
            <p:nvPr/>
          </p:nvSpPr>
          <p:spPr>
            <a:xfrm>
              <a:off x="136610" y="1201004"/>
              <a:ext cx="4632350" cy="400110"/>
            </a:xfrm>
            <a:prstGeom prst="rect">
              <a:avLst/>
            </a:prstGeom>
            <a:solidFill>
              <a:schemeClr val="tx1">
                <a:lumMod val="85000"/>
                <a:lumOff val="15000"/>
              </a:schemeClr>
            </a:solidFill>
            <a:ln>
              <a:noFill/>
            </a:ln>
          </p:spPr>
          <p:txBody>
            <a:bodyPr wrap="square" rtlCol="0">
              <a:spAutoFit/>
            </a:bodyPr>
            <a:lstStyle/>
            <a:p>
              <a:r>
                <a:rPr kumimoji="1" lang="en-US" altLang="ja-JP" sz="2000" dirty="0">
                  <a:solidFill>
                    <a:schemeClr val="bg1"/>
                  </a:solidFill>
                </a:rPr>
                <a:t>References</a:t>
              </a:r>
            </a:p>
          </p:txBody>
        </p:sp>
        <p:sp>
          <p:nvSpPr>
            <p:cNvPr id="23" name="テキスト ボックス 22">
              <a:extLst>
                <a:ext uri="{FF2B5EF4-FFF2-40B4-BE49-F238E27FC236}">
                  <a16:creationId xmlns:a16="http://schemas.microsoft.com/office/drawing/2014/main" id="{C5BEA307-879C-D159-D24A-EBFA9C3B40BF}"/>
                </a:ext>
              </a:extLst>
            </p:cNvPr>
            <p:cNvSpPr txBox="1"/>
            <p:nvPr/>
          </p:nvSpPr>
          <p:spPr>
            <a:xfrm>
              <a:off x="136610" y="1584623"/>
              <a:ext cx="4632350" cy="523220"/>
            </a:xfrm>
            <a:prstGeom prst="rect">
              <a:avLst/>
            </a:prstGeom>
            <a:solidFill>
              <a:schemeClr val="bg1"/>
            </a:solidFill>
          </p:spPr>
          <p:txBody>
            <a:bodyPr wrap="square" lIns="91440" tIns="45720" rIns="91440" bIns="45720" rtlCol="0" anchor="t">
              <a:spAutoFit/>
            </a:bodyPr>
            <a:lstStyle/>
            <a:p>
              <a:r>
                <a:rPr lang="en-US" sz="1400" dirty="0">
                  <a:ea typeface="+mn-lt"/>
                  <a:cs typeface="+mn-lt"/>
                </a:rPr>
                <a:t>Mozilla(2005~).</a:t>
              </a:r>
              <a:r>
                <a:rPr lang="en-US" altLang="ja-JP" sz="1400" dirty="0">
                  <a:ea typeface="+mn-lt"/>
                  <a:cs typeface="+mn-lt"/>
                </a:rPr>
                <a:t>｢</a:t>
              </a:r>
              <a:r>
                <a:rPr lang="en-US" sz="1400" dirty="0">
                  <a:ea typeface="+mn-lt"/>
                  <a:cs typeface="+mn-lt"/>
                </a:rPr>
                <a:t>MDN Web Docs</a:t>
              </a:r>
              <a:r>
                <a:rPr lang="en-US" altLang="ja-JP" sz="1400" dirty="0">
                  <a:ea typeface="+mn-lt"/>
                  <a:cs typeface="+mn-lt"/>
                </a:rPr>
                <a:t>｣.</a:t>
              </a:r>
              <a:br>
                <a:rPr lang="en-US" sz="1400" dirty="0">
                  <a:ea typeface="+mn-lt"/>
                  <a:cs typeface="+mn-lt"/>
                </a:rPr>
              </a:br>
              <a:r>
                <a:rPr lang="en-US" sz="1400" dirty="0">
                  <a:ea typeface="+mn-lt"/>
                  <a:cs typeface="+mn-lt"/>
                </a:rPr>
                <a:t>https://developer.mozilla.org/ja/</a:t>
              </a:r>
              <a:r>
                <a:rPr lang="ja-JP" altLang="en-US" sz="1400" dirty="0">
                  <a:ea typeface="+mn-lt"/>
                  <a:cs typeface="+mn-lt"/>
                </a:rPr>
                <a:t> 　</a:t>
              </a:r>
              <a:r>
                <a:rPr lang="en-US" altLang="ja-JP" sz="1400" b="0" i="0" dirty="0">
                  <a:solidFill>
                    <a:srgbClr val="3C4043"/>
                  </a:solidFill>
                  <a:effectLst/>
                  <a:latin typeface="Roboto" panose="02000000000000000000" pitchFamily="2" charset="0"/>
                </a:rPr>
                <a:t> End of August 2024</a:t>
              </a:r>
              <a:endParaRPr lang="en-US" sz="1400" dirty="0">
                <a:ea typeface="+mn-lt"/>
                <a:cs typeface="+mn-lt"/>
              </a:endParaRPr>
            </a:p>
          </p:txBody>
        </p:sp>
      </p:grpSp>
      <p:pic>
        <p:nvPicPr>
          <p:cNvPr id="13" name="図 12" descr="カレンダー が含まれている画像&#10;&#10;AI によって生成されたコンテンツは間違っている可能性があります。">
            <a:extLst>
              <a:ext uri="{FF2B5EF4-FFF2-40B4-BE49-F238E27FC236}">
                <a16:creationId xmlns:a16="http://schemas.microsoft.com/office/drawing/2014/main" id="{50DC7523-23BE-118C-2D50-52F7EE94CCD9}"/>
              </a:ext>
            </a:extLst>
          </p:cNvPr>
          <p:cNvPicPr>
            <a:picLocks noChangeAspect="1"/>
          </p:cNvPicPr>
          <p:nvPr/>
        </p:nvPicPr>
        <p:blipFill rotWithShape="1">
          <a:blip r:embed="rId4"/>
          <a:srcRect l="33" t="-1989" r="185" b="13373"/>
          <a:stretch/>
        </p:blipFill>
        <p:spPr>
          <a:xfrm>
            <a:off x="4964502" y="9404110"/>
            <a:ext cx="4481658" cy="3145435"/>
          </a:xfrm>
          <a:prstGeom prst="rect">
            <a:avLst/>
          </a:prstGeom>
        </p:spPr>
      </p:pic>
      <p:grpSp>
        <p:nvGrpSpPr>
          <p:cNvPr id="27" name="グループ化 26">
            <a:extLst>
              <a:ext uri="{FF2B5EF4-FFF2-40B4-BE49-F238E27FC236}">
                <a16:creationId xmlns:a16="http://schemas.microsoft.com/office/drawing/2014/main" id="{1FD92CAC-2C3D-8773-98B5-9E39490F3747}"/>
              </a:ext>
            </a:extLst>
          </p:cNvPr>
          <p:cNvGrpSpPr/>
          <p:nvPr/>
        </p:nvGrpSpPr>
        <p:grpSpPr>
          <a:xfrm>
            <a:off x="127282" y="8429417"/>
            <a:ext cx="4500088" cy="3075892"/>
            <a:chOff x="136610" y="1201004"/>
            <a:chExt cx="4632350" cy="3075892"/>
          </a:xfrm>
        </p:grpSpPr>
        <p:sp>
          <p:nvSpPr>
            <p:cNvPr id="28" name="テキスト ボックス 27">
              <a:extLst>
                <a:ext uri="{FF2B5EF4-FFF2-40B4-BE49-F238E27FC236}">
                  <a16:creationId xmlns:a16="http://schemas.microsoft.com/office/drawing/2014/main" id="{C63CC52A-3A08-507A-736B-BEA50562812F}"/>
                </a:ext>
              </a:extLst>
            </p:cNvPr>
            <p:cNvSpPr txBox="1"/>
            <p:nvPr/>
          </p:nvSpPr>
          <p:spPr>
            <a:xfrm>
              <a:off x="136610" y="1201004"/>
              <a:ext cx="4632350" cy="400110"/>
            </a:xfrm>
            <a:prstGeom prst="rect">
              <a:avLst/>
            </a:prstGeom>
            <a:solidFill>
              <a:schemeClr val="tx1">
                <a:lumMod val="85000"/>
                <a:lumOff val="15000"/>
              </a:schemeClr>
            </a:solidFill>
            <a:ln>
              <a:noFill/>
            </a:ln>
          </p:spPr>
          <p:txBody>
            <a:bodyPr wrap="square" rtlCol="0">
              <a:spAutoFit/>
            </a:bodyPr>
            <a:lstStyle/>
            <a:p>
              <a:r>
                <a:rPr kumimoji="1" lang="en-US" altLang="ja-JP" sz="2000" dirty="0">
                  <a:solidFill>
                    <a:schemeClr val="bg1"/>
                  </a:solidFill>
                </a:rPr>
                <a:t>System Overview</a:t>
              </a:r>
            </a:p>
          </p:txBody>
        </p:sp>
        <p:sp>
          <p:nvSpPr>
            <p:cNvPr id="29" name="テキスト ボックス 28">
              <a:extLst>
                <a:ext uri="{FF2B5EF4-FFF2-40B4-BE49-F238E27FC236}">
                  <a16:creationId xmlns:a16="http://schemas.microsoft.com/office/drawing/2014/main" id="{4E5454B0-AEE9-5A38-C4A6-21E7FDF52CAB}"/>
                </a:ext>
              </a:extLst>
            </p:cNvPr>
            <p:cNvSpPr txBox="1"/>
            <p:nvPr/>
          </p:nvSpPr>
          <p:spPr>
            <a:xfrm>
              <a:off x="136610" y="1599240"/>
              <a:ext cx="4632350" cy="2677656"/>
            </a:xfrm>
            <a:prstGeom prst="rect">
              <a:avLst/>
            </a:prstGeom>
            <a:solidFill>
              <a:schemeClr val="bg1"/>
            </a:solidFill>
          </p:spPr>
          <p:txBody>
            <a:bodyPr wrap="square" rtlCol="0">
              <a:spAutoFit/>
            </a:bodyPr>
            <a:lstStyle/>
            <a:p>
              <a:r>
                <a:rPr lang="en-US" altLang="ja-JP" sz="1400" b="0" i="0" dirty="0">
                  <a:solidFill>
                    <a:srgbClr val="3C4043"/>
                  </a:solidFill>
                  <a:effectLst/>
                  <a:latin typeface="Roboto" panose="02000000000000000000" pitchFamily="2" charset="0"/>
                </a:rPr>
                <a:t>·You can view posters made by </a:t>
              </a:r>
              <a:r>
                <a:rPr lang="en-US" altLang="ja-JP" sz="1400" b="0" i="0" dirty="0" err="1">
                  <a:solidFill>
                    <a:srgbClr val="3C4043"/>
                  </a:solidFill>
                  <a:effectLst/>
                  <a:latin typeface="Roboto" panose="02000000000000000000" pitchFamily="2" charset="0"/>
                </a:rPr>
                <a:t>Shoun</a:t>
              </a:r>
              <a:r>
                <a:rPr lang="en-US" altLang="ja-JP" sz="1400" b="0" i="0" dirty="0">
                  <a:solidFill>
                    <a:srgbClr val="3C4043"/>
                  </a:solidFill>
                  <a:effectLst/>
                  <a:latin typeface="Roboto" panose="02000000000000000000" pitchFamily="2" charset="0"/>
                </a:rPr>
                <a:t> students</a:t>
              </a:r>
            </a:p>
            <a:p>
              <a:r>
                <a:rPr lang="en-US" altLang="ja-JP" sz="1400" b="0" i="0" dirty="0">
                  <a:solidFill>
                    <a:srgbClr val="3C4043"/>
                  </a:solidFill>
                  <a:effectLst/>
                  <a:latin typeface="Roboto" panose="02000000000000000000" pitchFamily="2" charset="0"/>
                </a:rPr>
                <a:t>·You can search by title, author, or keyword</a:t>
              </a:r>
            </a:p>
            <a:p>
              <a:r>
                <a:rPr lang="en-US" altLang="ja-JP" sz="1400" b="0" i="0" dirty="0">
                  <a:solidFill>
                    <a:srgbClr val="3C4043"/>
                  </a:solidFill>
                  <a:effectLst/>
                  <a:latin typeface="Roboto" panose="02000000000000000000" pitchFamily="2" charset="0"/>
                </a:rPr>
                <a:t>·You can filter by genre and grade</a:t>
              </a:r>
            </a:p>
            <a:p>
              <a:r>
                <a:rPr lang="en-US" altLang="ja-JP" sz="1400" b="0" i="0" dirty="0">
                  <a:solidFill>
                    <a:srgbClr val="3C4043"/>
                  </a:solidFill>
                  <a:effectLst/>
                  <a:latin typeface="Roboto" panose="02000000000000000000" pitchFamily="2" charset="0"/>
                </a:rPr>
                <a:t>·Supports responsive design</a:t>
              </a:r>
            </a:p>
            <a:p>
              <a:r>
                <a:rPr lang="en-US" altLang="ja-JP" sz="1400" b="0" i="0" dirty="0">
                  <a:solidFill>
                    <a:srgbClr val="3C4043"/>
                  </a:solidFill>
                  <a:effectLst/>
                  <a:latin typeface="Roboto" panose="02000000000000000000" pitchFamily="2" charset="0"/>
                </a:rPr>
                <a:t>·It's easy to add posters</a:t>
              </a:r>
            </a:p>
            <a:p>
              <a:r>
                <a:rPr lang="en-US" altLang="ja-JP" sz="1400" b="0" i="0" dirty="0">
                  <a:solidFill>
                    <a:srgbClr val="3C4043"/>
                  </a:solidFill>
                  <a:effectLst/>
                  <a:latin typeface="Roboto" panose="02000000000000000000" pitchFamily="2" charset="0"/>
                </a:rPr>
                <a:t>The foundation of the system was created with HTML, the dynamic parts with JavaScript, and the appearance with CSS. The PDF title, author, keywords, class, and genre are compiled into JSON format and read from JS. JS searches for parts that match the JSON content and displays only the corresponding PDFs. Click to open the PDF in a new tab.</a:t>
              </a:r>
              <a:endParaRPr kumimoji="1" lang="en-US" altLang="ja-JP" sz="1400" dirty="0"/>
            </a:p>
          </p:txBody>
        </p:sp>
      </p:grpSp>
      <p:sp>
        <p:nvSpPr>
          <p:cNvPr id="9" name="テキスト ボックス 8">
            <a:extLst>
              <a:ext uri="{FF2B5EF4-FFF2-40B4-BE49-F238E27FC236}">
                <a16:creationId xmlns:a16="http://schemas.microsoft.com/office/drawing/2014/main" id="{8B25120D-AB6E-1D8E-AEDF-7FAB30ABE0FD}"/>
              </a:ext>
            </a:extLst>
          </p:cNvPr>
          <p:cNvSpPr txBox="1"/>
          <p:nvPr/>
        </p:nvSpPr>
        <p:spPr>
          <a:xfrm>
            <a:off x="-85725" y="832772"/>
            <a:ext cx="9763125" cy="461665"/>
          </a:xfrm>
          <a:prstGeom prst="rect">
            <a:avLst/>
          </a:prstGeom>
          <a:noFill/>
        </p:spPr>
        <p:txBody>
          <a:bodyPr wrap="square" rtlCol="0">
            <a:spAutoFit/>
          </a:bodyPr>
          <a:lstStyle/>
          <a:p>
            <a:pPr algn="ctr"/>
            <a:r>
              <a:rPr kumimoji="1" lang="en-US" altLang="ja-JP" sz="2400" dirty="0">
                <a:solidFill>
                  <a:schemeClr val="bg1"/>
                </a:solidFill>
              </a:rPr>
              <a:t>&lt;Development of a poster search system to facilitate research activities&gt;</a:t>
            </a:r>
            <a:endParaRPr kumimoji="1" lang="ja-JP" altLang="en-US" sz="2400" dirty="0">
              <a:solidFill>
                <a:schemeClr val="bg1"/>
              </a:solidFill>
            </a:endParaRPr>
          </a:p>
        </p:txBody>
      </p:sp>
      <p:sp>
        <p:nvSpPr>
          <p:cNvPr id="25" name="テキスト ボックス 24">
            <a:extLst>
              <a:ext uri="{FF2B5EF4-FFF2-40B4-BE49-F238E27FC236}">
                <a16:creationId xmlns:a16="http://schemas.microsoft.com/office/drawing/2014/main" id="{70CBB129-5EE1-D300-4682-6095E5485317}"/>
              </a:ext>
            </a:extLst>
          </p:cNvPr>
          <p:cNvSpPr txBox="1"/>
          <p:nvPr/>
        </p:nvSpPr>
        <p:spPr>
          <a:xfrm>
            <a:off x="0" y="1204857"/>
            <a:ext cx="9601200" cy="353943"/>
          </a:xfrm>
          <a:prstGeom prst="rect">
            <a:avLst/>
          </a:prstGeom>
          <a:noFill/>
        </p:spPr>
        <p:txBody>
          <a:bodyPr wrap="square">
            <a:spAutoFit/>
          </a:bodyPr>
          <a:lstStyle/>
          <a:p>
            <a:pPr algn="ctr"/>
            <a:r>
              <a:rPr lang="en-US" altLang="ja-JP" sz="1700" dirty="0">
                <a:ln w="12700">
                  <a:noFill/>
                  <a:prstDash val="solid"/>
                </a:ln>
                <a:solidFill>
                  <a:schemeClr val="bg1"/>
                </a:solidFill>
                <a:effectLst/>
                <a:latin typeface="+mj-ea"/>
                <a:ea typeface="+mj-ea"/>
                <a:cs typeface="Cascadia Code" panose="020B0609020000020004" pitchFamily="49" charset="0"/>
              </a:rPr>
              <a:t>Hyogo Prefectural Sanda </a:t>
            </a:r>
            <a:r>
              <a:rPr lang="en-US" altLang="ja-JP" sz="1700" dirty="0" err="1">
                <a:ln w="12700">
                  <a:noFill/>
                  <a:prstDash val="solid"/>
                </a:ln>
                <a:solidFill>
                  <a:schemeClr val="bg1"/>
                </a:solidFill>
                <a:effectLst/>
                <a:latin typeface="+mj-ea"/>
                <a:ea typeface="+mj-ea"/>
                <a:cs typeface="Cascadia Code" panose="020B0609020000020004" pitchFamily="49" charset="0"/>
              </a:rPr>
              <a:t>Shounkan</a:t>
            </a:r>
            <a:r>
              <a:rPr lang="en-US" altLang="ja-JP" sz="1700" dirty="0">
                <a:ln w="12700">
                  <a:noFill/>
                  <a:prstDash val="solid"/>
                </a:ln>
                <a:solidFill>
                  <a:schemeClr val="bg1"/>
                </a:solidFill>
                <a:effectLst/>
                <a:latin typeface="+mj-ea"/>
                <a:ea typeface="+mj-ea"/>
                <a:cs typeface="Cascadia Code" panose="020B0609020000020004" pitchFamily="49" charset="0"/>
              </a:rPr>
              <a:t> High School </a:t>
            </a:r>
            <a:r>
              <a:rPr lang="en-US" altLang="ja-JP" sz="1700" dirty="0">
                <a:ln w="12700">
                  <a:noFill/>
                  <a:prstDash val="solid"/>
                </a:ln>
                <a:solidFill>
                  <a:schemeClr val="bg1"/>
                </a:solidFill>
                <a:latin typeface="+mj-ea"/>
                <a:ea typeface="+mj-ea"/>
                <a:cs typeface="Cascadia Code" panose="020B0609020000020004" pitchFamily="49" charset="0"/>
              </a:rPr>
              <a:t>Information</a:t>
            </a:r>
            <a:r>
              <a:rPr lang="ja-JP" altLang="en-US" sz="1700" dirty="0">
                <a:ln w="12700">
                  <a:noFill/>
                  <a:prstDash val="solid"/>
                </a:ln>
                <a:solidFill>
                  <a:schemeClr val="bg1"/>
                </a:solidFill>
                <a:latin typeface="+mj-ea"/>
                <a:ea typeface="+mj-ea"/>
                <a:cs typeface="Cascadia Code" panose="020B0609020000020004" pitchFamily="49" charset="0"/>
              </a:rPr>
              <a:t> </a:t>
            </a:r>
            <a:r>
              <a:rPr lang="en-US" altLang="ja-JP" sz="1700" dirty="0">
                <a:ln w="12700">
                  <a:noFill/>
                  <a:prstDash val="solid"/>
                </a:ln>
                <a:solidFill>
                  <a:schemeClr val="bg1"/>
                </a:solidFill>
                <a:latin typeface="+mj-ea"/>
                <a:ea typeface="+mj-ea"/>
                <a:cs typeface="Cascadia Code" panose="020B0609020000020004" pitchFamily="49" charset="0"/>
              </a:rPr>
              <a:t>team</a:t>
            </a:r>
            <a:r>
              <a:rPr lang="ja-JP" altLang="en-US" sz="1700" dirty="0">
                <a:ln w="12700">
                  <a:noFill/>
                  <a:prstDash val="solid"/>
                </a:ln>
                <a:solidFill>
                  <a:schemeClr val="bg1"/>
                </a:solidFill>
                <a:effectLst/>
                <a:latin typeface="+mj-ea"/>
                <a:ea typeface="+mj-ea"/>
                <a:cs typeface="Cascadia Code" panose="020B0609020000020004" pitchFamily="49" charset="0"/>
              </a:rPr>
              <a:t> </a:t>
            </a:r>
            <a:r>
              <a:rPr lang="en-US" altLang="ja-JP" sz="1700" dirty="0">
                <a:ln w="12700">
                  <a:noFill/>
                  <a:prstDash val="solid"/>
                </a:ln>
                <a:solidFill>
                  <a:schemeClr val="bg1"/>
                </a:solidFill>
                <a:effectLst/>
                <a:latin typeface="+mj-ea"/>
                <a:ea typeface="+mj-ea"/>
                <a:cs typeface="Cascadia Code" panose="020B0609020000020004" pitchFamily="49" charset="0"/>
              </a:rPr>
              <a:t>22</a:t>
            </a:r>
            <a:r>
              <a:rPr lang="en-US" altLang="ja-JP" sz="1700" baseline="30000" dirty="0">
                <a:ln w="12700">
                  <a:noFill/>
                  <a:prstDash val="solid"/>
                </a:ln>
                <a:solidFill>
                  <a:schemeClr val="bg1"/>
                </a:solidFill>
                <a:effectLst/>
                <a:latin typeface="+mj-ea"/>
                <a:ea typeface="+mj-ea"/>
                <a:cs typeface="Cascadia Code" panose="020B0609020000020004" pitchFamily="49" charset="0"/>
              </a:rPr>
              <a:t>nd</a:t>
            </a:r>
            <a:r>
              <a:rPr lang="ja-JP" altLang="en-US" sz="1700" dirty="0">
                <a:ln w="12700">
                  <a:noFill/>
                  <a:prstDash val="solid"/>
                </a:ln>
                <a:solidFill>
                  <a:schemeClr val="bg1"/>
                </a:solidFill>
                <a:effectLst/>
                <a:latin typeface="+mj-ea"/>
                <a:ea typeface="+mj-ea"/>
                <a:cs typeface="Cascadia Code" panose="020B0609020000020004" pitchFamily="49" charset="0"/>
              </a:rPr>
              <a:t> </a:t>
            </a:r>
            <a:r>
              <a:rPr lang="en-US" altLang="ja-JP" sz="1700" dirty="0">
                <a:ln w="12700">
                  <a:noFill/>
                  <a:prstDash val="solid"/>
                </a:ln>
                <a:solidFill>
                  <a:schemeClr val="bg1"/>
                </a:solidFill>
                <a:effectLst/>
                <a:latin typeface="+mj-ea"/>
                <a:ea typeface="+mj-ea"/>
                <a:cs typeface="Cascadia Code" panose="020B0609020000020004" pitchFamily="49" charset="0"/>
              </a:rPr>
              <a:t>Minato Kimura,</a:t>
            </a:r>
            <a:r>
              <a:rPr lang="ja-JP" altLang="en-US" sz="1700" dirty="0">
                <a:ln w="12700">
                  <a:noFill/>
                  <a:prstDash val="solid"/>
                </a:ln>
                <a:solidFill>
                  <a:schemeClr val="bg1"/>
                </a:solidFill>
                <a:effectLst/>
                <a:latin typeface="+mj-ea"/>
                <a:ea typeface="+mj-ea"/>
                <a:cs typeface="Cascadia Code" panose="020B0609020000020004" pitchFamily="49" charset="0"/>
              </a:rPr>
              <a:t> </a:t>
            </a:r>
            <a:r>
              <a:rPr lang="en-US" altLang="ja-JP" sz="1700" dirty="0" err="1">
                <a:ln w="12700">
                  <a:noFill/>
                  <a:prstDash val="solid"/>
                </a:ln>
                <a:solidFill>
                  <a:schemeClr val="bg1"/>
                </a:solidFill>
                <a:latin typeface="+mj-ea"/>
                <a:ea typeface="+mj-ea"/>
                <a:cs typeface="Cascadia Code" panose="020B0609020000020004" pitchFamily="49" charset="0"/>
              </a:rPr>
              <a:t>Yuito</a:t>
            </a:r>
            <a:r>
              <a:rPr lang="en-US" altLang="ja-JP" sz="1700" dirty="0">
                <a:ln w="12700">
                  <a:noFill/>
                  <a:prstDash val="solid"/>
                </a:ln>
                <a:solidFill>
                  <a:schemeClr val="bg1"/>
                </a:solidFill>
                <a:latin typeface="+mj-ea"/>
                <a:ea typeface="+mj-ea"/>
                <a:cs typeface="Cascadia Code" panose="020B0609020000020004" pitchFamily="49" charset="0"/>
              </a:rPr>
              <a:t> Kumon</a:t>
            </a:r>
            <a:endParaRPr lang="ja-JP" altLang="en-US" sz="1700" dirty="0">
              <a:latin typeface="+mj-ea"/>
              <a:ea typeface="+mj-ea"/>
            </a:endParaRPr>
          </a:p>
        </p:txBody>
      </p:sp>
      <p:sp>
        <p:nvSpPr>
          <p:cNvPr id="30" name="テキスト ボックス 1">
            <a:extLst>
              <a:ext uri="{FF2B5EF4-FFF2-40B4-BE49-F238E27FC236}">
                <a16:creationId xmlns:a16="http://schemas.microsoft.com/office/drawing/2014/main" id="{A2D44631-0ACB-44C4-933F-A98DCE8AE00A}"/>
              </a:ext>
            </a:extLst>
          </p:cNvPr>
          <p:cNvSpPr txBox="1"/>
          <p:nvPr/>
        </p:nvSpPr>
        <p:spPr>
          <a:xfrm>
            <a:off x="4710500" y="4776427"/>
            <a:ext cx="1104901" cy="463381"/>
          </a:xfrm>
          <a:prstGeom prst="rect">
            <a:avLst/>
          </a:prstGeom>
        </p:spPr>
        <p:txBody>
          <a:bodyPr wrap="squar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r">
              <a:lnSpc>
                <a:spcPct val="80000"/>
              </a:lnSpc>
            </a:pPr>
            <a:r>
              <a:rPr lang="en-US" altLang="ja-JP" sz="900" dirty="0"/>
              <a:t>Our research activities would have been smoother</a:t>
            </a:r>
            <a:endParaRPr lang="ja-JP" altLang="en-US" sz="900" dirty="0"/>
          </a:p>
        </p:txBody>
      </p:sp>
      <p:sp>
        <p:nvSpPr>
          <p:cNvPr id="32" name="テキスト ボックス 1">
            <a:extLst>
              <a:ext uri="{FF2B5EF4-FFF2-40B4-BE49-F238E27FC236}">
                <a16:creationId xmlns:a16="http://schemas.microsoft.com/office/drawing/2014/main" id="{CDB3EA7A-5115-4D9F-BE5A-A9359A80D8AB}"/>
              </a:ext>
            </a:extLst>
          </p:cNvPr>
          <p:cNvSpPr txBox="1"/>
          <p:nvPr/>
        </p:nvSpPr>
        <p:spPr>
          <a:xfrm>
            <a:off x="4964502" y="5300617"/>
            <a:ext cx="825709" cy="319423"/>
          </a:xfrm>
          <a:prstGeom prst="rect">
            <a:avLst/>
          </a:prstGeom>
        </p:spPr>
        <p:txBody>
          <a:bodyPr wrap="squar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r">
              <a:lnSpc>
                <a:spcPct val="80000"/>
              </a:lnSpc>
            </a:pPr>
            <a:r>
              <a:rPr lang="en-US" altLang="ja-JP" sz="1000" dirty="0"/>
              <a:t>Want to continue using</a:t>
            </a:r>
            <a:endParaRPr lang="ja-JP" altLang="en-US" sz="1000" dirty="0"/>
          </a:p>
        </p:txBody>
      </p:sp>
      <p:sp>
        <p:nvSpPr>
          <p:cNvPr id="33" name="テキスト ボックス 32">
            <a:extLst>
              <a:ext uri="{FF2B5EF4-FFF2-40B4-BE49-F238E27FC236}">
                <a16:creationId xmlns:a16="http://schemas.microsoft.com/office/drawing/2014/main" id="{907331C2-1B6F-42B9-8118-CC41E70D922F}"/>
              </a:ext>
            </a:extLst>
          </p:cNvPr>
          <p:cNvSpPr txBox="1"/>
          <p:nvPr/>
        </p:nvSpPr>
        <p:spPr>
          <a:xfrm>
            <a:off x="6844701" y="3921648"/>
            <a:ext cx="603849" cy="276999"/>
          </a:xfrm>
          <a:prstGeom prst="rect">
            <a:avLst/>
          </a:prstGeom>
          <a:noFill/>
        </p:spPr>
        <p:txBody>
          <a:bodyPr wrap="square" rtlCol="0">
            <a:spAutoFit/>
          </a:bodyPr>
          <a:lstStyle/>
          <a:p>
            <a:r>
              <a:rPr kumimoji="1" lang="en-US" altLang="ja-JP" sz="1200" dirty="0"/>
              <a:t>71.6%</a:t>
            </a:r>
            <a:endParaRPr kumimoji="1" lang="ja-JP" altLang="en-US" sz="1200" dirty="0"/>
          </a:p>
        </p:txBody>
      </p:sp>
      <p:sp>
        <p:nvSpPr>
          <p:cNvPr id="34" name="テキスト ボックス 33">
            <a:extLst>
              <a:ext uri="{FF2B5EF4-FFF2-40B4-BE49-F238E27FC236}">
                <a16:creationId xmlns:a16="http://schemas.microsoft.com/office/drawing/2014/main" id="{82E2818F-F1B7-4711-846B-4890CF129B2D}"/>
              </a:ext>
            </a:extLst>
          </p:cNvPr>
          <p:cNvSpPr txBox="1"/>
          <p:nvPr/>
        </p:nvSpPr>
        <p:spPr>
          <a:xfrm>
            <a:off x="8425851" y="3921648"/>
            <a:ext cx="603849" cy="276999"/>
          </a:xfrm>
          <a:prstGeom prst="rect">
            <a:avLst/>
          </a:prstGeom>
          <a:noFill/>
        </p:spPr>
        <p:txBody>
          <a:bodyPr wrap="square" rtlCol="0">
            <a:spAutoFit/>
          </a:bodyPr>
          <a:lstStyle/>
          <a:p>
            <a:r>
              <a:rPr kumimoji="1" lang="en-US" altLang="ja-JP" sz="1200" dirty="0"/>
              <a:t>21.6%</a:t>
            </a:r>
            <a:endParaRPr kumimoji="1" lang="ja-JP" altLang="en-US" sz="1200" dirty="0"/>
          </a:p>
        </p:txBody>
      </p:sp>
      <p:sp>
        <p:nvSpPr>
          <p:cNvPr id="35" name="テキスト ボックス 34">
            <a:extLst>
              <a:ext uri="{FF2B5EF4-FFF2-40B4-BE49-F238E27FC236}">
                <a16:creationId xmlns:a16="http://schemas.microsoft.com/office/drawing/2014/main" id="{1B258E43-B59F-44F2-A36A-35B8137183E4}"/>
              </a:ext>
            </a:extLst>
          </p:cNvPr>
          <p:cNvSpPr txBox="1"/>
          <p:nvPr/>
        </p:nvSpPr>
        <p:spPr>
          <a:xfrm>
            <a:off x="8989072" y="3921647"/>
            <a:ext cx="603849" cy="276999"/>
          </a:xfrm>
          <a:prstGeom prst="rect">
            <a:avLst/>
          </a:prstGeom>
          <a:noFill/>
        </p:spPr>
        <p:txBody>
          <a:bodyPr wrap="square" rtlCol="0">
            <a:spAutoFit/>
          </a:bodyPr>
          <a:lstStyle/>
          <a:p>
            <a:r>
              <a:rPr kumimoji="1" lang="en-US" altLang="ja-JP" sz="1200" dirty="0"/>
              <a:t>6.6%</a:t>
            </a:r>
            <a:endParaRPr kumimoji="1" lang="ja-JP" altLang="en-US" sz="1200" dirty="0"/>
          </a:p>
        </p:txBody>
      </p:sp>
      <p:sp>
        <p:nvSpPr>
          <p:cNvPr id="36" name="テキスト ボックス 35">
            <a:extLst>
              <a:ext uri="{FF2B5EF4-FFF2-40B4-BE49-F238E27FC236}">
                <a16:creationId xmlns:a16="http://schemas.microsoft.com/office/drawing/2014/main" id="{87A0EE18-07C2-4F39-83E8-543A2F74CFE0}"/>
              </a:ext>
            </a:extLst>
          </p:cNvPr>
          <p:cNvSpPr txBox="1"/>
          <p:nvPr/>
        </p:nvSpPr>
        <p:spPr>
          <a:xfrm>
            <a:off x="6844700" y="4412367"/>
            <a:ext cx="603850" cy="276999"/>
          </a:xfrm>
          <a:prstGeom prst="rect">
            <a:avLst/>
          </a:prstGeom>
          <a:noFill/>
        </p:spPr>
        <p:txBody>
          <a:bodyPr wrap="square" rtlCol="0">
            <a:spAutoFit/>
          </a:bodyPr>
          <a:lstStyle/>
          <a:p>
            <a:r>
              <a:rPr kumimoji="1" lang="en-US" altLang="ja-JP" sz="1200" dirty="0"/>
              <a:t>73.3%</a:t>
            </a:r>
            <a:endParaRPr kumimoji="1" lang="ja-JP" altLang="en-US" sz="1200" dirty="0"/>
          </a:p>
        </p:txBody>
      </p:sp>
      <p:sp>
        <p:nvSpPr>
          <p:cNvPr id="37" name="テキスト ボックス 36">
            <a:extLst>
              <a:ext uri="{FF2B5EF4-FFF2-40B4-BE49-F238E27FC236}">
                <a16:creationId xmlns:a16="http://schemas.microsoft.com/office/drawing/2014/main" id="{DA74B9EE-9EA2-4149-B999-F2E3ADC07DBF}"/>
              </a:ext>
            </a:extLst>
          </p:cNvPr>
          <p:cNvSpPr txBox="1"/>
          <p:nvPr/>
        </p:nvSpPr>
        <p:spPr>
          <a:xfrm>
            <a:off x="8425851" y="4412368"/>
            <a:ext cx="603850" cy="276999"/>
          </a:xfrm>
          <a:prstGeom prst="rect">
            <a:avLst/>
          </a:prstGeom>
          <a:noFill/>
        </p:spPr>
        <p:txBody>
          <a:bodyPr wrap="square" rtlCol="0">
            <a:spAutoFit/>
          </a:bodyPr>
          <a:lstStyle/>
          <a:p>
            <a:r>
              <a:rPr kumimoji="1" lang="en-US" altLang="ja-JP" sz="1200" dirty="0"/>
              <a:t>20.0%</a:t>
            </a:r>
            <a:endParaRPr kumimoji="1" lang="ja-JP" altLang="en-US" sz="1200" dirty="0"/>
          </a:p>
        </p:txBody>
      </p:sp>
      <p:sp>
        <p:nvSpPr>
          <p:cNvPr id="38" name="テキスト ボックス 37">
            <a:extLst>
              <a:ext uri="{FF2B5EF4-FFF2-40B4-BE49-F238E27FC236}">
                <a16:creationId xmlns:a16="http://schemas.microsoft.com/office/drawing/2014/main" id="{01D44208-1D3C-4B1F-AC4E-63F64E6085C8}"/>
              </a:ext>
            </a:extLst>
          </p:cNvPr>
          <p:cNvSpPr txBox="1"/>
          <p:nvPr/>
        </p:nvSpPr>
        <p:spPr>
          <a:xfrm>
            <a:off x="8989072" y="4412366"/>
            <a:ext cx="603850" cy="276999"/>
          </a:xfrm>
          <a:prstGeom prst="rect">
            <a:avLst/>
          </a:prstGeom>
          <a:noFill/>
        </p:spPr>
        <p:txBody>
          <a:bodyPr wrap="square" rtlCol="0">
            <a:spAutoFit/>
          </a:bodyPr>
          <a:lstStyle/>
          <a:p>
            <a:r>
              <a:rPr kumimoji="1" lang="en-US" altLang="ja-JP" sz="1200" dirty="0"/>
              <a:t>6.6%</a:t>
            </a:r>
            <a:endParaRPr kumimoji="1" lang="ja-JP" altLang="en-US" sz="1200" dirty="0"/>
          </a:p>
        </p:txBody>
      </p:sp>
      <p:sp>
        <p:nvSpPr>
          <p:cNvPr id="39" name="テキスト ボックス 38">
            <a:extLst>
              <a:ext uri="{FF2B5EF4-FFF2-40B4-BE49-F238E27FC236}">
                <a16:creationId xmlns:a16="http://schemas.microsoft.com/office/drawing/2014/main" id="{EEB1A774-D679-4D7A-BDFA-32BE81EDB0C2}"/>
              </a:ext>
            </a:extLst>
          </p:cNvPr>
          <p:cNvSpPr txBox="1"/>
          <p:nvPr/>
        </p:nvSpPr>
        <p:spPr>
          <a:xfrm>
            <a:off x="6136076" y="4912791"/>
            <a:ext cx="603850" cy="276999"/>
          </a:xfrm>
          <a:prstGeom prst="rect">
            <a:avLst/>
          </a:prstGeom>
          <a:noFill/>
        </p:spPr>
        <p:txBody>
          <a:bodyPr wrap="square" rtlCol="0">
            <a:spAutoFit/>
          </a:bodyPr>
          <a:lstStyle/>
          <a:p>
            <a:r>
              <a:rPr kumimoji="1" lang="en-US" altLang="ja-JP" sz="1200" dirty="0"/>
              <a:t>40.0%</a:t>
            </a:r>
            <a:endParaRPr kumimoji="1" lang="ja-JP" altLang="en-US" sz="1200" dirty="0"/>
          </a:p>
        </p:txBody>
      </p:sp>
      <p:sp>
        <p:nvSpPr>
          <p:cNvPr id="40" name="テキスト ボックス 39">
            <a:extLst>
              <a:ext uri="{FF2B5EF4-FFF2-40B4-BE49-F238E27FC236}">
                <a16:creationId xmlns:a16="http://schemas.microsoft.com/office/drawing/2014/main" id="{58347608-DBC5-43D2-9325-0A9CD0F6DCCD}"/>
              </a:ext>
            </a:extLst>
          </p:cNvPr>
          <p:cNvSpPr txBox="1"/>
          <p:nvPr/>
        </p:nvSpPr>
        <p:spPr>
          <a:xfrm>
            <a:off x="7613051" y="4906486"/>
            <a:ext cx="603850" cy="276999"/>
          </a:xfrm>
          <a:prstGeom prst="rect">
            <a:avLst/>
          </a:prstGeom>
          <a:noFill/>
        </p:spPr>
        <p:txBody>
          <a:bodyPr wrap="square" rtlCol="0">
            <a:spAutoFit/>
          </a:bodyPr>
          <a:lstStyle/>
          <a:p>
            <a:r>
              <a:rPr kumimoji="1" lang="en-US" altLang="ja-JP" sz="1200" dirty="0"/>
              <a:t>40.0%</a:t>
            </a:r>
            <a:endParaRPr kumimoji="1" lang="ja-JP" altLang="en-US" sz="1200" dirty="0"/>
          </a:p>
        </p:txBody>
      </p:sp>
      <p:sp>
        <p:nvSpPr>
          <p:cNvPr id="41" name="テキスト ボックス 40">
            <a:extLst>
              <a:ext uri="{FF2B5EF4-FFF2-40B4-BE49-F238E27FC236}">
                <a16:creationId xmlns:a16="http://schemas.microsoft.com/office/drawing/2014/main" id="{908D5510-06F6-4F4F-9133-A71D49A5B7CF}"/>
              </a:ext>
            </a:extLst>
          </p:cNvPr>
          <p:cNvSpPr txBox="1"/>
          <p:nvPr/>
        </p:nvSpPr>
        <p:spPr>
          <a:xfrm>
            <a:off x="8706197" y="4906441"/>
            <a:ext cx="603850" cy="276999"/>
          </a:xfrm>
          <a:prstGeom prst="rect">
            <a:avLst/>
          </a:prstGeom>
          <a:noFill/>
        </p:spPr>
        <p:txBody>
          <a:bodyPr wrap="square" rtlCol="0">
            <a:spAutoFit/>
          </a:bodyPr>
          <a:lstStyle/>
          <a:p>
            <a:r>
              <a:rPr kumimoji="1" lang="en-US" altLang="ja-JP" sz="1200" dirty="0"/>
              <a:t>20.0%</a:t>
            </a:r>
            <a:endParaRPr kumimoji="1" lang="ja-JP" altLang="en-US" sz="1200" dirty="0"/>
          </a:p>
        </p:txBody>
      </p:sp>
      <p:sp>
        <p:nvSpPr>
          <p:cNvPr id="42" name="テキスト ボックス 41">
            <a:extLst>
              <a:ext uri="{FF2B5EF4-FFF2-40B4-BE49-F238E27FC236}">
                <a16:creationId xmlns:a16="http://schemas.microsoft.com/office/drawing/2014/main" id="{43B1065D-0FF7-4684-8A3D-DBC157B4A50C}"/>
              </a:ext>
            </a:extLst>
          </p:cNvPr>
          <p:cNvSpPr txBox="1"/>
          <p:nvPr/>
        </p:nvSpPr>
        <p:spPr>
          <a:xfrm>
            <a:off x="7127574" y="5381959"/>
            <a:ext cx="603850" cy="276999"/>
          </a:xfrm>
          <a:prstGeom prst="rect">
            <a:avLst/>
          </a:prstGeom>
          <a:noFill/>
        </p:spPr>
        <p:txBody>
          <a:bodyPr wrap="square" rtlCol="0">
            <a:spAutoFit/>
          </a:bodyPr>
          <a:lstStyle/>
          <a:p>
            <a:r>
              <a:rPr kumimoji="1" lang="en-US" altLang="ja-JP" sz="1200" dirty="0"/>
              <a:t>86.6%</a:t>
            </a:r>
            <a:endParaRPr kumimoji="1" lang="ja-JP" altLang="en-US" sz="1200" dirty="0"/>
          </a:p>
        </p:txBody>
      </p:sp>
      <p:sp>
        <p:nvSpPr>
          <p:cNvPr id="43" name="テキスト ボックス 42">
            <a:extLst>
              <a:ext uri="{FF2B5EF4-FFF2-40B4-BE49-F238E27FC236}">
                <a16:creationId xmlns:a16="http://schemas.microsoft.com/office/drawing/2014/main" id="{C542945D-5DFB-4512-AA26-4DCFB56A3BDB}"/>
              </a:ext>
            </a:extLst>
          </p:cNvPr>
          <p:cNvSpPr txBox="1"/>
          <p:nvPr/>
        </p:nvSpPr>
        <p:spPr>
          <a:xfrm>
            <a:off x="8797690" y="5390338"/>
            <a:ext cx="603850" cy="276999"/>
          </a:xfrm>
          <a:prstGeom prst="rect">
            <a:avLst/>
          </a:prstGeom>
          <a:noFill/>
        </p:spPr>
        <p:txBody>
          <a:bodyPr wrap="square" rtlCol="0">
            <a:spAutoFit/>
          </a:bodyPr>
          <a:lstStyle/>
          <a:p>
            <a:r>
              <a:rPr kumimoji="1" lang="en-US" altLang="ja-JP" sz="1200" dirty="0"/>
              <a:t>13.3%</a:t>
            </a:r>
            <a:endParaRPr kumimoji="1" lang="ja-JP" altLang="en-US" sz="1200" dirty="0"/>
          </a:p>
        </p:txBody>
      </p:sp>
      <p:sp>
        <p:nvSpPr>
          <p:cNvPr id="44" name="テキスト ボックス 43">
            <a:extLst>
              <a:ext uri="{FF2B5EF4-FFF2-40B4-BE49-F238E27FC236}">
                <a16:creationId xmlns:a16="http://schemas.microsoft.com/office/drawing/2014/main" id="{B7B3775D-1B6D-49C6-8A9A-D6F7FF31FC27}"/>
              </a:ext>
            </a:extLst>
          </p:cNvPr>
          <p:cNvSpPr txBox="1"/>
          <p:nvPr/>
        </p:nvSpPr>
        <p:spPr>
          <a:xfrm>
            <a:off x="7127574" y="5868257"/>
            <a:ext cx="603850" cy="276999"/>
          </a:xfrm>
          <a:prstGeom prst="rect">
            <a:avLst/>
          </a:prstGeom>
          <a:noFill/>
        </p:spPr>
        <p:txBody>
          <a:bodyPr wrap="square" rtlCol="0">
            <a:spAutoFit/>
          </a:bodyPr>
          <a:lstStyle/>
          <a:p>
            <a:r>
              <a:rPr kumimoji="1" lang="en-US" altLang="ja-JP" sz="1200" dirty="0"/>
              <a:t>86.6%</a:t>
            </a:r>
            <a:endParaRPr kumimoji="1" lang="ja-JP" altLang="en-US" sz="1200" dirty="0"/>
          </a:p>
        </p:txBody>
      </p:sp>
      <p:sp>
        <p:nvSpPr>
          <p:cNvPr id="52" name="正方形/長方形 51">
            <a:extLst>
              <a:ext uri="{FF2B5EF4-FFF2-40B4-BE49-F238E27FC236}">
                <a16:creationId xmlns:a16="http://schemas.microsoft.com/office/drawing/2014/main" id="{8BDC401F-5183-9FBA-1A09-7DF50880A2C9}"/>
              </a:ext>
            </a:extLst>
          </p:cNvPr>
          <p:cNvSpPr/>
          <p:nvPr/>
        </p:nvSpPr>
        <p:spPr>
          <a:xfrm>
            <a:off x="5237723" y="6438899"/>
            <a:ext cx="1576986" cy="5702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テキスト ボックス 44">
            <a:extLst>
              <a:ext uri="{FF2B5EF4-FFF2-40B4-BE49-F238E27FC236}">
                <a16:creationId xmlns:a16="http://schemas.microsoft.com/office/drawing/2014/main" id="{3DBF7788-3D8A-4CD7-B81B-FC11E13E6FDC}"/>
              </a:ext>
            </a:extLst>
          </p:cNvPr>
          <p:cNvSpPr txBox="1"/>
          <p:nvPr/>
        </p:nvSpPr>
        <p:spPr>
          <a:xfrm>
            <a:off x="8797688" y="5868256"/>
            <a:ext cx="603850" cy="276999"/>
          </a:xfrm>
          <a:prstGeom prst="rect">
            <a:avLst/>
          </a:prstGeom>
          <a:noFill/>
        </p:spPr>
        <p:txBody>
          <a:bodyPr wrap="square" rtlCol="0">
            <a:spAutoFit/>
          </a:bodyPr>
          <a:lstStyle/>
          <a:p>
            <a:r>
              <a:rPr kumimoji="1" lang="en-US" altLang="ja-JP" sz="1200" dirty="0"/>
              <a:t>13.3%</a:t>
            </a:r>
            <a:endParaRPr kumimoji="1" lang="ja-JP" altLang="en-US" sz="1200" dirty="0"/>
          </a:p>
        </p:txBody>
      </p:sp>
      <p:sp>
        <p:nvSpPr>
          <p:cNvPr id="55" name="正方形/長方形 54">
            <a:extLst>
              <a:ext uri="{FF2B5EF4-FFF2-40B4-BE49-F238E27FC236}">
                <a16:creationId xmlns:a16="http://schemas.microsoft.com/office/drawing/2014/main" id="{7750DD9E-E985-AD02-6D3D-B8856A5ADCE7}"/>
              </a:ext>
            </a:extLst>
          </p:cNvPr>
          <p:cNvSpPr/>
          <p:nvPr/>
        </p:nvSpPr>
        <p:spPr>
          <a:xfrm>
            <a:off x="7470346" y="6438899"/>
            <a:ext cx="1954642" cy="56595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テキスト ボックス 1">
            <a:extLst>
              <a:ext uri="{FF2B5EF4-FFF2-40B4-BE49-F238E27FC236}">
                <a16:creationId xmlns:a16="http://schemas.microsoft.com/office/drawing/2014/main" id="{2C3017AD-6A52-537E-A84F-A544C49DAA16}"/>
              </a:ext>
            </a:extLst>
          </p:cNvPr>
          <p:cNvSpPr txBox="1"/>
          <p:nvPr/>
        </p:nvSpPr>
        <p:spPr>
          <a:xfrm>
            <a:off x="4887314" y="4390856"/>
            <a:ext cx="902897" cy="319423"/>
          </a:xfrm>
          <a:prstGeom prst="rect">
            <a:avLst/>
          </a:prstGeom>
        </p:spPr>
        <p:txBody>
          <a:bodyPr wrap="squar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r">
              <a:lnSpc>
                <a:spcPct val="80000"/>
              </a:lnSpc>
            </a:pPr>
            <a:r>
              <a:rPr lang="en-US" altLang="ja-JP" sz="1000" dirty="0"/>
              <a:t>Recommend  to my juniors</a:t>
            </a:r>
            <a:endParaRPr lang="ja-JP" altLang="en-US" sz="1000" dirty="0"/>
          </a:p>
        </p:txBody>
      </p:sp>
      <p:sp>
        <p:nvSpPr>
          <p:cNvPr id="31" name="テキスト ボックス 1">
            <a:extLst>
              <a:ext uri="{FF2B5EF4-FFF2-40B4-BE49-F238E27FC236}">
                <a16:creationId xmlns:a16="http://schemas.microsoft.com/office/drawing/2014/main" id="{6FD6CE57-A6A0-F06E-66DE-F71CD3AD57C4}"/>
              </a:ext>
            </a:extLst>
          </p:cNvPr>
          <p:cNvSpPr txBox="1"/>
          <p:nvPr/>
        </p:nvSpPr>
        <p:spPr>
          <a:xfrm>
            <a:off x="4930176" y="5920688"/>
            <a:ext cx="817172" cy="253383"/>
          </a:xfrm>
          <a:prstGeom prst="rect">
            <a:avLst/>
          </a:prstGeom>
        </p:spPr>
        <p:txBody>
          <a:bodyPr wrap="squar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r">
              <a:lnSpc>
                <a:spcPct val="80000"/>
              </a:lnSpc>
            </a:pPr>
            <a:r>
              <a:rPr lang="en-US" altLang="ja-JP" sz="1000" dirty="0"/>
              <a:t>Easy to use</a:t>
            </a:r>
            <a:endParaRPr lang="ja-JP" altLang="en-US" sz="1000" dirty="0"/>
          </a:p>
        </p:txBody>
      </p:sp>
      <p:sp>
        <p:nvSpPr>
          <p:cNvPr id="46" name="テキスト ボックス 45">
            <a:extLst>
              <a:ext uri="{FF2B5EF4-FFF2-40B4-BE49-F238E27FC236}">
                <a16:creationId xmlns:a16="http://schemas.microsoft.com/office/drawing/2014/main" id="{2CBBB0A7-916F-9F9F-D06F-F2DF85C25284}"/>
              </a:ext>
            </a:extLst>
          </p:cNvPr>
          <p:cNvSpPr txBox="1"/>
          <p:nvPr/>
        </p:nvSpPr>
        <p:spPr>
          <a:xfrm>
            <a:off x="5230812" y="6488567"/>
            <a:ext cx="1576986" cy="246221"/>
          </a:xfrm>
          <a:prstGeom prst="rect">
            <a:avLst/>
          </a:prstGeom>
          <a:solidFill>
            <a:schemeClr val="bg1"/>
          </a:solidFill>
        </p:spPr>
        <p:txBody>
          <a:bodyPr wrap="square" rtlCol="0">
            <a:spAutoFit/>
          </a:bodyPr>
          <a:lstStyle/>
          <a:p>
            <a:r>
              <a:rPr kumimoji="1" lang="en-US" altLang="ja-JP" sz="1000" dirty="0"/>
              <a:t>Yes</a:t>
            </a:r>
            <a:endParaRPr kumimoji="1" lang="ja-JP" altLang="en-US" sz="1000" dirty="0"/>
          </a:p>
        </p:txBody>
      </p:sp>
      <p:sp>
        <p:nvSpPr>
          <p:cNvPr id="47" name="テキスト ボックス 46">
            <a:extLst>
              <a:ext uri="{FF2B5EF4-FFF2-40B4-BE49-F238E27FC236}">
                <a16:creationId xmlns:a16="http://schemas.microsoft.com/office/drawing/2014/main" id="{41303411-F0CF-91C8-E966-5E5E745D04AE}"/>
              </a:ext>
            </a:extLst>
          </p:cNvPr>
          <p:cNvSpPr txBox="1"/>
          <p:nvPr/>
        </p:nvSpPr>
        <p:spPr>
          <a:xfrm>
            <a:off x="7448549" y="6478083"/>
            <a:ext cx="1796061" cy="246221"/>
          </a:xfrm>
          <a:prstGeom prst="rect">
            <a:avLst/>
          </a:prstGeom>
          <a:solidFill>
            <a:schemeClr val="bg1"/>
          </a:solidFill>
        </p:spPr>
        <p:txBody>
          <a:bodyPr wrap="square" rtlCol="0">
            <a:spAutoFit/>
          </a:bodyPr>
          <a:lstStyle/>
          <a:p>
            <a:r>
              <a:rPr kumimoji="1" lang="en-US" altLang="ja-JP" sz="1000" dirty="0"/>
              <a:t>Somewhat Yes</a:t>
            </a:r>
            <a:endParaRPr kumimoji="1" lang="ja-JP" altLang="en-US" sz="1000" dirty="0"/>
          </a:p>
        </p:txBody>
      </p:sp>
      <p:sp>
        <p:nvSpPr>
          <p:cNvPr id="50" name="テキスト ボックス 49">
            <a:extLst>
              <a:ext uri="{FF2B5EF4-FFF2-40B4-BE49-F238E27FC236}">
                <a16:creationId xmlns:a16="http://schemas.microsoft.com/office/drawing/2014/main" id="{E8B66953-29DD-DA9F-C482-8E91208BD05A}"/>
              </a:ext>
            </a:extLst>
          </p:cNvPr>
          <p:cNvSpPr txBox="1"/>
          <p:nvPr/>
        </p:nvSpPr>
        <p:spPr>
          <a:xfrm>
            <a:off x="5230812" y="6751488"/>
            <a:ext cx="743160" cy="246221"/>
          </a:xfrm>
          <a:prstGeom prst="rect">
            <a:avLst/>
          </a:prstGeom>
          <a:solidFill>
            <a:schemeClr val="bg1"/>
          </a:solidFill>
        </p:spPr>
        <p:txBody>
          <a:bodyPr wrap="square" rtlCol="0">
            <a:spAutoFit/>
          </a:bodyPr>
          <a:lstStyle/>
          <a:p>
            <a:r>
              <a:rPr kumimoji="1" lang="en-US" altLang="ja-JP" sz="1000" dirty="0"/>
              <a:t>Neither</a:t>
            </a:r>
            <a:endParaRPr kumimoji="1" lang="ja-JP" altLang="en-US" sz="1000" dirty="0"/>
          </a:p>
        </p:txBody>
      </p:sp>
      <p:sp>
        <p:nvSpPr>
          <p:cNvPr id="51" name="テキスト ボックス 50">
            <a:extLst>
              <a:ext uri="{FF2B5EF4-FFF2-40B4-BE49-F238E27FC236}">
                <a16:creationId xmlns:a16="http://schemas.microsoft.com/office/drawing/2014/main" id="{2F21D721-6D0F-AE1D-CBEA-641BB65B75A4}"/>
              </a:ext>
            </a:extLst>
          </p:cNvPr>
          <p:cNvSpPr txBox="1"/>
          <p:nvPr/>
        </p:nvSpPr>
        <p:spPr>
          <a:xfrm>
            <a:off x="7448550" y="6754637"/>
            <a:ext cx="1796061" cy="246221"/>
          </a:xfrm>
          <a:prstGeom prst="rect">
            <a:avLst/>
          </a:prstGeom>
          <a:solidFill>
            <a:schemeClr val="bg1"/>
          </a:solidFill>
        </p:spPr>
        <p:txBody>
          <a:bodyPr wrap="square" rtlCol="0" anchor="b">
            <a:spAutoFit/>
          </a:bodyPr>
          <a:lstStyle/>
          <a:p>
            <a:r>
              <a:rPr kumimoji="1" lang="en-US" altLang="ja-JP" sz="1000" dirty="0"/>
              <a:t>Somewhat No</a:t>
            </a:r>
            <a:endParaRPr kumimoji="1" lang="ja-JP" altLang="en-US" sz="1000" dirty="0"/>
          </a:p>
        </p:txBody>
      </p:sp>
      <p:sp>
        <p:nvSpPr>
          <p:cNvPr id="54" name="テキスト ボックス 46">
            <a:extLst>
              <a:ext uri="{FF2B5EF4-FFF2-40B4-BE49-F238E27FC236}">
                <a16:creationId xmlns:a16="http://schemas.microsoft.com/office/drawing/2014/main" id="{7A762ADD-445B-C9C6-682A-F2BE56314E74}"/>
              </a:ext>
            </a:extLst>
          </p:cNvPr>
          <p:cNvSpPr txBox="1"/>
          <p:nvPr/>
        </p:nvSpPr>
        <p:spPr>
          <a:xfrm>
            <a:off x="5237723" y="7027287"/>
            <a:ext cx="743160" cy="246221"/>
          </a:xfrm>
          <a:prstGeom prst="rect">
            <a:avLst/>
          </a:prstGeom>
          <a:solidFill>
            <a:schemeClr val="bg1"/>
          </a:solidFill>
        </p:spPr>
        <p:txBody>
          <a:bodyPr wrap="square" rtlCol="0">
            <a:spAutoFit/>
          </a:bodyPr>
          <a:lstStyle>
            <a:defPPr>
              <a:defRPr lang="en-US"/>
            </a:defPPr>
            <a:lvl1pPr marL="0" indent="0" algn="l" defTabSz="457200" rtl="0" eaLnBrk="1" latinLnBrk="0" hangingPunct="1">
              <a:defRPr sz="1800" kern="1200">
                <a:solidFill>
                  <a:schemeClr val="tx1"/>
                </a:solidFill>
                <a:latin typeface="+mn-lt"/>
                <a:ea typeface="+mn-ea"/>
                <a:cs typeface="+mn-cs"/>
              </a:defRPr>
            </a:lvl1pPr>
            <a:lvl2pPr marL="457200" indent="0" algn="l" defTabSz="457200" rtl="0" eaLnBrk="1" latinLnBrk="0" hangingPunct="1">
              <a:defRPr sz="1800" kern="1200">
                <a:solidFill>
                  <a:schemeClr val="tx1"/>
                </a:solidFill>
                <a:latin typeface="+mn-lt"/>
                <a:ea typeface="+mn-ea"/>
                <a:cs typeface="+mn-cs"/>
              </a:defRPr>
            </a:lvl2pPr>
            <a:lvl3pPr marL="914400" indent="0" algn="l" defTabSz="457200" rtl="0" eaLnBrk="1" latinLnBrk="0" hangingPunct="1">
              <a:defRPr sz="1800" kern="1200">
                <a:solidFill>
                  <a:schemeClr val="tx1"/>
                </a:solidFill>
                <a:latin typeface="+mn-lt"/>
                <a:ea typeface="+mn-ea"/>
                <a:cs typeface="+mn-cs"/>
              </a:defRPr>
            </a:lvl3pPr>
            <a:lvl4pPr marL="1371600" indent="0" algn="l" defTabSz="457200" rtl="0" eaLnBrk="1" latinLnBrk="0" hangingPunct="1">
              <a:defRPr sz="1800" kern="1200">
                <a:solidFill>
                  <a:schemeClr val="tx1"/>
                </a:solidFill>
                <a:latin typeface="+mn-lt"/>
                <a:ea typeface="+mn-ea"/>
                <a:cs typeface="+mn-cs"/>
              </a:defRPr>
            </a:lvl4pPr>
            <a:lvl5pPr marL="1828800" indent="0" algn="l" defTabSz="457200" rtl="0" eaLnBrk="1" latinLnBrk="0" hangingPunct="1">
              <a:defRPr sz="1800" kern="1200">
                <a:solidFill>
                  <a:schemeClr val="tx1"/>
                </a:solidFill>
                <a:latin typeface="+mn-lt"/>
                <a:ea typeface="+mn-ea"/>
                <a:cs typeface="+mn-cs"/>
              </a:defRPr>
            </a:lvl5pPr>
            <a:lvl6pPr marL="2286000" indent="0" algn="l" defTabSz="457200" rtl="0" eaLnBrk="1" latinLnBrk="0" hangingPunct="1">
              <a:defRPr sz="1800" kern="1200">
                <a:solidFill>
                  <a:schemeClr val="tx1"/>
                </a:solidFill>
                <a:latin typeface="+mn-lt"/>
                <a:ea typeface="+mn-ea"/>
                <a:cs typeface="+mn-cs"/>
              </a:defRPr>
            </a:lvl6pPr>
            <a:lvl7pPr marL="2743200" indent="0" algn="l" defTabSz="457200" rtl="0" eaLnBrk="1" latinLnBrk="0" hangingPunct="1">
              <a:defRPr sz="1800" kern="1200">
                <a:solidFill>
                  <a:schemeClr val="tx1"/>
                </a:solidFill>
                <a:latin typeface="+mn-lt"/>
                <a:ea typeface="+mn-ea"/>
                <a:cs typeface="+mn-cs"/>
              </a:defRPr>
            </a:lvl7pPr>
            <a:lvl8pPr marL="3200400" indent="0" algn="l" defTabSz="457200" rtl="0" eaLnBrk="1" latinLnBrk="0" hangingPunct="1">
              <a:defRPr sz="1800" kern="1200">
                <a:solidFill>
                  <a:schemeClr val="tx1"/>
                </a:solidFill>
                <a:latin typeface="+mn-lt"/>
                <a:ea typeface="+mn-ea"/>
                <a:cs typeface="+mn-cs"/>
              </a:defRPr>
            </a:lvl8pPr>
            <a:lvl9pPr marL="3657600" indent="0" algn="l" defTabSz="457200" rtl="0" eaLnBrk="1" latinLnBrk="0" hangingPunct="1">
              <a:defRPr sz="1800" kern="1200">
                <a:solidFill>
                  <a:schemeClr val="tx1"/>
                </a:solidFill>
                <a:latin typeface="+mn-lt"/>
                <a:ea typeface="+mn-ea"/>
                <a:cs typeface="+mn-cs"/>
              </a:defRPr>
            </a:lvl9pPr>
          </a:lstStyle>
          <a:p>
            <a:r>
              <a:rPr kumimoji="1" lang="en-US" altLang="ja-JP" sz="1000" dirty="0"/>
              <a:t>No</a:t>
            </a:r>
            <a:endParaRPr kumimoji="1" lang="ja-JP" altLang="en-US" sz="1000" dirty="0"/>
          </a:p>
        </p:txBody>
      </p:sp>
    </p:spTree>
    <p:extLst>
      <p:ext uri="{BB962C8B-B14F-4D97-AF65-F5344CB8AC3E}">
        <p14:creationId xmlns:p14="http://schemas.microsoft.com/office/powerpoint/2010/main" val="299630127"/>
      </p:ext>
    </p:extLst>
  </p:cSld>
  <p:clrMapOvr>
    <a:masterClrMapping/>
  </p:clrMapOvr>
</p:sld>
</file>

<file path=ppt/theme/theme1.xml><?xml version="1.0" encoding="utf-8"?>
<a:theme xmlns:a="http://schemas.openxmlformats.org/drawingml/2006/main" name="Office テーマ">
  <a:themeElements>
    <a:clrScheme name="Office テーマ">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テーマ">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03B503CAD69548468CB86F96F2CA481C" ma:contentTypeVersion="15" ma:contentTypeDescription="新しいドキュメントを作成します。" ma:contentTypeScope="" ma:versionID="25d00784e923b93df05cd1365f059c30">
  <xsd:schema xmlns:xsd="http://www.w3.org/2001/XMLSchema" xmlns:xs="http://www.w3.org/2001/XMLSchema" xmlns:p="http://schemas.microsoft.com/office/2006/metadata/properties" xmlns:ns3="5e695479-9f86-4d28-a255-dc4936a6e9d5" xmlns:ns4="418b2016-e423-42e4-8697-24ae404e757a" targetNamespace="http://schemas.microsoft.com/office/2006/metadata/properties" ma:root="true" ma:fieldsID="f59cf8f2519ef40e25230d565f136c7c" ns3:_="" ns4:_="">
    <xsd:import namespace="5e695479-9f86-4d28-a255-dc4936a6e9d5"/>
    <xsd:import namespace="418b2016-e423-42e4-8697-24ae404e757a"/>
    <xsd:element name="properties">
      <xsd:complexType>
        <xsd:sequence>
          <xsd:element name="documentManagement">
            <xsd:complexType>
              <xsd:all>
                <xsd:element ref="ns3:_activity" minOccurs="0"/>
                <xsd:element ref="ns3:MediaServiceMetadata" minOccurs="0"/>
                <xsd:element ref="ns3:MediaServiceFastMetadata" minOccurs="0"/>
                <xsd:element ref="ns3:MediaServiceObjectDetectorVersions" minOccurs="0"/>
                <xsd:element ref="ns3:MediaServiceAutoTags" minOccurs="0"/>
                <xsd:element ref="ns3:MediaLengthInSeconds" minOccurs="0"/>
                <xsd:element ref="ns3:MediaServiceDateTaken" minOccurs="0"/>
                <xsd:element ref="ns3:MediaServiceSearchProperties" minOccurs="0"/>
                <xsd:element ref="ns4:SharedWithUsers" minOccurs="0"/>
                <xsd:element ref="ns4:SharedWithDetails" minOccurs="0"/>
                <xsd:element ref="ns4:SharingHintHash" minOccurs="0"/>
                <xsd:element ref="ns3:MediaServiceSystem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e695479-9f86-4d28-a255-dc4936a6e9d5" elementFormDefault="qualified">
    <xsd:import namespace="http://schemas.microsoft.com/office/2006/documentManagement/types"/>
    <xsd:import namespace="http://schemas.microsoft.com/office/infopath/2007/PartnerControls"/>
    <xsd:element name="_activity" ma:index="8" nillable="true" ma:displayName="_activity" ma:hidden="true" ma:internalName="_activity">
      <xsd:simpleType>
        <xsd:restriction base="dms:Note"/>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AutoTags" ma:index="12" nillable="true" ma:displayName="Tags" ma:internalName="MediaServiceAutoTags"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SystemTags" ma:index="19" nillable="true" ma:displayName="MediaServiceSystemTags" ma:hidden="true" ma:internalName="MediaServiceSystemTags" ma:readOnly="true">
      <xsd:simpleType>
        <xsd:restriction base="dms:Note"/>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18b2016-e423-42e4-8697-24ae404e757a" elementFormDefault="qualified">
    <xsd:import namespace="http://schemas.microsoft.com/office/2006/documentManagement/types"/>
    <xsd:import namespace="http://schemas.microsoft.com/office/infopath/2007/PartnerControls"/>
    <xsd:element name="SharedWithUsers" ma:index="16"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共有相手の詳細情報" ma:internalName="SharedWithDetails" ma:readOnly="true">
      <xsd:simpleType>
        <xsd:restriction base="dms:Note">
          <xsd:maxLength value="255"/>
        </xsd:restriction>
      </xsd:simpleType>
    </xsd:element>
    <xsd:element name="SharingHintHash" ma:index="18" nillable="true" ma:displayName="共有のヒントのハッシュ"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5e695479-9f86-4d28-a255-dc4936a6e9d5" xsi:nil="true"/>
  </documentManagement>
</p:properties>
</file>

<file path=customXml/itemProps1.xml><?xml version="1.0" encoding="utf-8"?>
<ds:datastoreItem xmlns:ds="http://schemas.openxmlformats.org/officeDocument/2006/customXml" ds:itemID="{ABB1E31A-AD3B-43C0-BB77-1681E09DA127}">
  <ds:schemaRefs>
    <ds:schemaRef ds:uri="418b2016-e423-42e4-8697-24ae404e757a"/>
    <ds:schemaRef ds:uri="5e695479-9f86-4d28-a255-dc4936a6e9d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68FA4DB5-9B55-4BAB-AF6A-77B1F8C41909}">
  <ds:schemaRefs>
    <ds:schemaRef ds:uri="http://schemas.microsoft.com/sharepoint/v3/contenttype/forms"/>
  </ds:schemaRefs>
</ds:datastoreItem>
</file>

<file path=customXml/itemProps3.xml><?xml version="1.0" encoding="utf-8"?>
<ds:datastoreItem xmlns:ds="http://schemas.openxmlformats.org/officeDocument/2006/customXml" ds:itemID="{ACF0691A-63EC-462C-80EB-108CBBFB73AE}">
  <ds:schemaRefs>
    <ds:schemaRef ds:uri="http://schemas.openxmlformats.org/package/2006/metadata/core-properties"/>
    <ds:schemaRef ds:uri="http://www.w3.org/XML/1998/namespace"/>
    <ds:schemaRef ds:uri="http://schemas.microsoft.com/office/infopath/2007/PartnerControls"/>
    <ds:schemaRef ds:uri="http://purl.org/dc/elements/1.1/"/>
    <ds:schemaRef ds:uri="http://purl.org/dc/terms/"/>
    <ds:schemaRef ds:uri="http://schemas.microsoft.com/office/2006/metadata/properties"/>
    <ds:schemaRef ds:uri="418b2016-e423-42e4-8697-24ae404e757a"/>
    <ds:schemaRef ds:uri="http://schemas.microsoft.com/office/2006/documentManagement/types"/>
    <ds:schemaRef ds:uri="5e695479-9f86-4d28-a255-dc4936a6e9d5"/>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Office Theme</Template>
  <TotalTime>109</TotalTime>
  <Words>546</Words>
  <Application>Microsoft Office PowerPoint</Application>
  <PresentationFormat>A3 297x420 mm</PresentationFormat>
  <Paragraphs>73</Paragraphs>
  <Slides>1</Slides>
  <Notes>1</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1</vt:i4>
      </vt:variant>
    </vt:vector>
  </HeadingPairs>
  <TitlesOfParts>
    <vt:vector size="8" baseType="lpstr">
      <vt:lpstr>クラフト</vt:lpstr>
      <vt:lpstr>游ゴシック</vt:lpstr>
      <vt:lpstr>Aptos</vt:lpstr>
      <vt:lpstr>Aptos Display</vt:lpstr>
      <vt:lpstr>Arial</vt:lpstr>
      <vt:lpstr>Roboto</vt:lpstr>
      <vt:lpstr>Office テーマ</vt:lpstr>
      <vt:lpstr>Shoun Poster Finder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Shoun Poster Finder</dc:title>
  <dc:subject>&lt;Development of a poster search system to facilitate research activities&gt;</dc:subject>
  <dc:creator>木村　湊</dc:creator>
  <cp:lastModifiedBy>木村　湊</cp:lastModifiedBy>
  <cp:revision>2</cp:revision>
  <dcterms:created xsi:type="dcterms:W3CDTF">2024-11-15T04:58:29Z</dcterms:created>
  <dcterms:modified xsi:type="dcterms:W3CDTF">2025-03-04T07:08:27Z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0x01010003B503CAD69548468CB86F96F2CA481C</vt:lpwstr>
  </property>
</Properties>
</file>