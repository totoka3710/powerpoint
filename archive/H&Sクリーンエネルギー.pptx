
<file path=[Content_Types].xml><?xml version="1.0" encoding="utf-8"?>
<Types xmlns="http://schemas.openxmlformats.org/package/2006/content-types"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slides/slide45.xml" ContentType="application/vnd.openxmlformats-officedocument.presentationml.slide+xml"/>
  <Override PartName="/ppt/slides/slide46.xml" ContentType="application/vnd.openxmlformats-officedocument.presentationml.slide+xml"/>
  <Override PartName="/ppt/slides/slide47.xml" ContentType="application/vnd.openxmlformats-officedocument.presentationml.slide+xml"/>
  <Override PartName="/ppt/slides/slide48.xml" ContentType="application/vnd.openxmlformats-officedocument.presentationml.slide+xml"/>
  <Override PartName="/ppt/slides/slide49.xml" ContentType="application/vnd.openxmlformats-officedocument.presentationml.slide+xml"/>
  <Override PartName="/ppt/slides/slide50.xml" ContentType="application/vnd.openxmlformats-officedocument.presentationml.slide+xml"/>
  <Override PartName="/ppt/slides/slide51.xml" ContentType="application/vnd.openxmlformats-officedocument.presentationml.slide+xml"/>
  <Override PartName="/ppt/slides/slide52.xml" ContentType="application/vnd.openxmlformats-officedocument.presentationml.slide+xml"/>
  <Override PartName="/ppt/slides/slide53.xml" ContentType="application/vnd.openxmlformats-officedocument.presentationml.slid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ink/ink1.xml" ContentType="application/inkml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sldIdLst>
    <p:sldId id="256" r:id="rId2"/>
    <p:sldId id="257" r:id="rId3"/>
    <p:sldId id="271" r:id="rId4"/>
    <p:sldId id="259" r:id="rId5"/>
    <p:sldId id="260" r:id="rId6"/>
    <p:sldId id="261" r:id="rId7"/>
    <p:sldId id="263" r:id="rId8"/>
    <p:sldId id="264" r:id="rId9"/>
    <p:sldId id="265" r:id="rId10"/>
    <p:sldId id="266" r:id="rId11"/>
    <p:sldId id="267" r:id="rId12"/>
    <p:sldId id="270" r:id="rId13"/>
    <p:sldId id="272" r:id="rId14"/>
    <p:sldId id="273" r:id="rId15"/>
    <p:sldId id="269" r:id="rId16"/>
    <p:sldId id="274" r:id="rId17"/>
    <p:sldId id="290" r:id="rId18"/>
    <p:sldId id="320" r:id="rId19"/>
    <p:sldId id="285" r:id="rId20"/>
    <p:sldId id="286" r:id="rId21"/>
    <p:sldId id="287" r:id="rId22"/>
    <p:sldId id="288" r:id="rId23"/>
    <p:sldId id="275" r:id="rId24"/>
    <p:sldId id="276" r:id="rId25"/>
    <p:sldId id="277" r:id="rId26"/>
    <p:sldId id="278" r:id="rId27"/>
    <p:sldId id="293" r:id="rId28"/>
    <p:sldId id="294" r:id="rId29"/>
    <p:sldId id="295" r:id="rId30"/>
    <p:sldId id="296" r:id="rId31"/>
    <p:sldId id="301" r:id="rId32"/>
    <p:sldId id="297" r:id="rId33"/>
    <p:sldId id="279" r:id="rId34"/>
    <p:sldId id="298" r:id="rId35"/>
    <p:sldId id="280" r:id="rId36"/>
    <p:sldId id="299" r:id="rId37"/>
    <p:sldId id="300" r:id="rId38"/>
    <p:sldId id="281" r:id="rId39"/>
    <p:sldId id="303" r:id="rId40"/>
    <p:sldId id="304" r:id="rId41"/>
    <p:sldId id="305" r:id="rId42"/>
    <p:sldId id="306" r:id="rId43"/>
    <p:sldId id="307" r:id="rId44"/>
    <p:sldId id="308" r:id="rId45"/>
    <p:sldId id="309" r:id="rId46"/>
    <p:sldId id="310" r:id="rId47"/>
    <p:sldId id="312" r:id="rId48"/>
    <p:sldId id="313" r:id="rId49"/>
    <p:sldId id="314" r:id="rId50"/>
    <p:sldId id="311" r:id="rId51"/>
    <p:sldId id="315" r:id="rId52"/>
    <p:sldId id="316" r:id="rId53"/>
    <p:sldId id="319" r:id="rId54"/>
  </p:sldIdLst>
  <p:sldSz cx="12192000" cy="6858000"/>
  <p:notesSz cx="6858000" cy="9144000"/>
  <p:defaultTextStyle>
    <a:defPPr>
      <a:defRPr lang="ja-JP"/>
    </a:defPPr>
    <a:lvl1pPr marL="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kumimoji="1"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clrMru>
    <a:srgbClr val="D9F2D0"/>
    <a:srgbClr val="83CBEB"/>
    <a:srgbClr val="FFC3C3"/>
    <a:srgbClr val="C1E5F5"/>
    <a:srgbClr val="46B1E1"/>
    <a:srgbClr val="808080"/>
    <a:srgbClr val="BFBFBF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76446DAB-3A6D-436C-82AC-7052ACC196C4}" v="742" dt="2025-02-12T04:10:48.100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2166" autoAdjust="0"/>
    <p:restoredTop sz="94660"/>
  </p:normalViewPr>
  <p:slideViewPr>
    <p:cSldViewPr snapToGrid="0">
      <p:cViewPr>
        <p:scale>
          <a:sx n="70" d="100"/>
          <a:sy n="70" d="100"/>
        </p:scale>
        <p:origin x="546" y="3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slide" Target="slides/slide46.xml"/><Relationship Id="rId50" Type="http://schemas.openxmlformats.org/officeDocument/2006/relationships/slide" Target="slides/slide49.xml"/><Relationship Id="rId55" Type="http://schemas.openxmlformats.org/officeDocument/2006/relationships/presProps" Target="presProp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3" Type="http://schemas.openxmlformats.org/officeDocument/2006/relationships/slide" Target="slides/slide52.xml"/><Relationship Id="rId58" Type="http://schemas.openxmlformats.org/officeDocument/2006/relationships/tableStyles" Target="tableStyles.xml"/><Relationship Id="rId5" Type="http://schemas.openxmlformats.org/officeDocument/2006/relationships/slide" Target="slides/slide4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slide" Target="slides/slide47.xml"/><Relationship Id="rId56" Type="http://schemas.openxmlformats.org/officeDocument/2006/relationships/viewProps" Target="viewProps.xml"/><Relationship Id="rId8" Type="http://schemas.openxmlformats.org/officeDocument/2006/relationships/slide" Target="slides/slide7.xml"/><Relationship Id="rId51" Type="http://schemas.openxmlformats.org/officeDocument/2006/relationships/slide" Target="slides/slide50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slide" Target="slides/slide45.xml"/><Relationship Id="rId59" Type="http://schemas.microsoft.com/office/2016/11/relationships/changesInfo" Target="changesInfos/changesInfo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54" Type="http://schemas.openxmlformats.org/officeDocument/2006/relationships/slide" Target="slides/slide53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slide" Target="slides/slide48.xml"/><Relationship Id="rId57" Type="http://schemas.openxmlformats.org/officeDocument/2006/relationships/theme" Target="theme/theme1.xml"/><Relationship Id="rId10" Type="http://schemas.openxmlformats.org/officeDocument/2006/relationships/slide" Target="slides/slide9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52" Type="http://schemas.openxmlformats.org/officeDocument/2006/relationships/slide" Target="slides/slide51.xml"/><Relationship Id="rId60" Type="http://schemas.microsoft.com/office/2015/10/relationships/revisionInfo" Target="revisionInfo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木村　湊" userId="18030a92-e387-4fb8-9fb3-56230bee2947" providerId="ADAL" clId="{76446DAB-3A6D-436C-82AC-7052ACC196C4}"/>
    <pc:docChg chg="undo redo custSel addSld delSld modSld sldOrd addSection delSection">
      <pc:chgData name="木村　湊" userId="18030a92-e387-4fb8-9fb3-56230bee2947" providerId="ADAL" clId="{76446DAB-3A6D-436C-82AC-7052ACC196C4}" dt="2025-02-12T04:10:48.100" v="5053"/>
      <pc:docMkLst>
        <pc:docMk/>
      </pc:docMkLst>
      <pc:sldChg chg="modTransition">
        <pc:chgData name="木村　湊" userId="18030a92-e387-4fb8-9fb3-56230bee2947" providerId="ADAL" clId="{76446DAB-3A6D-436C-82AC-7052ACC196C4}" dt="2025-02-05T04:56:01.021" v="4574"/>
        <pc:sldMkLst>
          <pc:docMk/>
          <pc:sldMk cId="3620901090" sldId="256"/>
        </pc:sldMkLst>
      </pc:sldChg>
      <pc:sldChg chg="addSp modSp mod modTransition">
        <pc:chgData name="木村　湊" userId="18030a92-e387-4fb8-9fb3-56230bee2947" providerId="ADAL" clId="{76446DAB-3A6D-436C-82AC-7052ACC196C4}" dt="2025-02-05T04:55:53.531" v="4569"/>
        <pc:sldMkLst>
          <pc:docMk/>
          <pc:sldMk cId="4176255844" sldId="257"/>
        </pc:sldMkLst>
        <pc:spChg chg="add mod">
          <ac:chgData name="木村　湊" userId="18030a92-e387-4fb8-9fb3-56230bee2947" providerId="ADAL" clId="{76446DAB-3A6D-436C-82AC-7052ACC196C4}" dt="2025-02-05T01:00:54.897" v="2505" actId="20577"/>
          <ac:spMkLst>
            <pc:docMk/>
            <pc:sldMk cId="4176255844" sldId="257"/>
            <ac:spMk id="2" creationId="{E05C9CA2-66CC-29FF-D36C-7F400E3C1744}"/>
          </ac:spMkLst>
        </pc:spChg>
      </pc:sldChg>
      <pc:sldChg chg="addSp modSp del modTransition">
        <pc:chgData name="木村　湊" userId="18030a92-e387-4fb8-9fb3-56230bee2947" providerId="ADAL" clId="{76446DAB-3A6D-436C-82AC-7052ACC196C4}" dt="2025-02-05T04:56:42.969" v="4577" actId="47"/>
        <pc:sldMkLst>
          <pc:docMk/>
          <pc:sldMk cId="4131387001" sldId="258"/>
        </pc:sldMkLst>
        <pc:spChg chg="add mod">
          <ac:chgData name="木村　湊" userId="18030a92-e387-4fb8-9fb3-56230bee2947" providerId="ADAL" clId="{76446DAB-3A6D-436C-82AC-7052ACC196C4}" dt="2025-02-05T01:01:16.524" v="2508"/>
          <ac:spMkLst>
            <pc:docMk/>
            <pc:sldMk cId="4131387001" sldId="258"/>
            <ac:spMk id="6" creationId="{09C40A80-CAC4-569C-0EA8-603930CA0EDA}"/>
          </ac:spMkLst>
        </pc:spChg>
      </pc:sldChg>
      <pc:sldChg chg="addSp modSp mod modTransition">
        <pc:chgData name="木村　湊" userId="18030a92-e387-4fb8-9fb3-56230bee2947" providerId="ADAL" clId="{76446DAB-3A6D-436C-82AC-7052ACC196C4}" dt="2025-02-05T01:01:15.383" v="2507"/>
        <pc:sldMkLst>
          <pc:docMk/>
          <pc:sldMk cId="3828174860" sldId="259"/>
        </pc:sldMkLst>
        <pc:spChg chg="add mod">
          <ac:chgData name="木村　湊" userId="18030a92-e387-4fb8-9fb3-56230bee2947" providerId="ADAL" clId="{76446DAB-3A6D-436C-82AC-7052ACC196C4}" dt="2025-02-05T01:01:15.383" v="2507"/>
          <ac:spMkLst>
            <pc:docMk/>
            <pc:sldMk cId="3828174860" sldId="259"/>
            <ac:spMk id="5" creationId="{D9D07F2A-A48D-2991-39B1-E371AC275669}"/>
          </ac:spMkLst>
        </pc:spChg>
        <pc:spChg chg="mod">
          <ac:chgData name="木村　湊" userId="18030a92-e387-4fb8-9fb3-56230bee2947" providerId="ADAL" clId="{76446DAB-3A6D-436C-82AC-7052ACC196C4}" dt="2025-02-04T01:35:56.087" v="371" actId="14100"/>
          <ac:spMkLst>
            <pc:docMk/>
            <pc:sldMk cId="3828174860" sldId="259"/>
            <ac:spMk id="8" creationId="{44774374-22FB-490F-A5B4-A50DF9BF5CF1}"/>
          </ac:spMkLst>
        </pc:spChg>
        <pc:spChg chg="mod">
          <ac:chgData name="木村　湊" userId="18030a92-e387-4fb8-9fb3-56230bee2947" providerId="ADAL" clId="{76446DAB-3A6D-436C-82AC-7052ACC196C4}" dt="2025-02-04T01:36:01.893" v="372" actId="14100"/>
          <ac:spMkLst>
            <pc:docMk/>
            <pc:sldMk cId="3828174860" sldId="259"/>
            <ac:spMk id="11" creationId="{01341D52-6B57-2422-182F-27897C5E4A8C}"/>
          </ac:spMkLst>
        </pc:spChg>
      </pc:sldChg>
      <pc:sldChg chg="modTransition">
        <pc:chgData name="木村　湊" userId="18030a92-e387-4fb8-9fb3-56230bee2947" providerId="ADAL" clId="{76446DAB-3A6D-436C-82AC-7052ACC196C4}" dt="2025-02-12T03:55:35.928" v="4930"/>
        <pc:sldMkLst>
          <pc:docMk/>
          <pc:sldMk cId="1756627488" sldId="260"/>
        </pc:sldMkLst>
      </pc:sldChg>
      <pc:sldChg chg="modTransition">
        <pc:chgData name="木村　湊" userId="18030a92-e387-4fb8-9fb3-56230bee2947" providerId="ADAL" clId="{76446DAB-3A6D-436C-82AC-7052ACC196C4}" dt="2025-02-12T03:43:20.274" v="4706"/>
        <pc:sldMkLst>
          <pc:docMk/>
          <pc:sldMk cId="2883839480" sldId="261"/>
        </pc:sldMkLst>
      </pc:sldChg>
      <pc:sldChg chg="modTransition">
        <pc:chgData name="木村　湊" userId="18030a92-e387-4fb8-9fb3-56230bee2947" providerId="ADAL" clId="{76446DAB-3A6D-436C-82AC-7052ACC196C4}" dt="2025-02-12T03:43:31.591" v="4709"/>
        <pc:sldMkLst>
          <pc:docMk/>
          <pc:sldMk cId="2022622405" sldId="263"/>
        </pc:sldMkLst>
      </pc:sldChg>
      <pc:sldChg chg="modTransition">
        <pc:chgData name="木村　湊" userId="18030a92-e387-4fb8-9fb3-56230bee2947" providerId="ADAL" clId="{76446DAB-3A6D-436C-82AC-7052ACC196C4}" dt="2025-02-12T03:43:35.746" v="4711"/>
        <pc:sldMkLst>
          <pc:docMk/>
          <pc:sldMk cId="3474037660" sldId="264"/>
        </pc:sldMkLst>
      </pc:sldChg>
      <pc:sldChg chg="modTransition">
        <pc:chgData name="木村　湊" userId="18030a92-e387-4fb8-9fb3-56230bee2947" providerId="ADAL" clId="{76446DAB-3A6D-436C-82AC-7052ACC196C4}" dt="2025-02-12T03:43:43.797" v="4713"/>
        <pc:sldMkLst>
          <pc:docMk/>
          <pc:sldMk cId="229346786" sldId="265"/>
        </pc:sldMkLst>
      </pc:sldChg>
      <pc:sldChg chg="modSp modTransition modAnim">
        <pc:chgData name="木村　湊" userId="18030a92-e387-4fb8-9fb3-56230bee2947" providerId="ADAL" clId="{76446DAB-3A6D-436C-82AC-7052ACC196C4}" dt="2025-02-06T04:05:35.053" v="4652"/>
        <pc:sldMkLst>
          <pc:docMk/>
          <pc:sldMk cId="745211629" sldId="266"/>
        </pc:sldMkLst>
        <pc:spChg chg="mod">
          <ac:chgData name="木村　湊" userId="18030a92-e387-4fb8-9fb3-56230bee2947" providerId="ADAL" clId="{76446DAB-3A6D-436C-82AC-7052ACC196C4}" dt="2025-02-04T00:49:42.106" v="7" actId="20577"/>
          <ac:spMkLst>
            <pc:docMk/>
            <pc:sldMk cId="745211629" sldId="266"/>
            <ac:spMk id="16" creationId="{4007AAD8-F139-23C5-B858-9FC4668F464D}"/>
          </ac:spMkLst>
        </pc:spChg>
      </pc:sldChg>
      <pc:sldChg chg="modTransition">
        <pc:chgData name="木村　湊" userId="18030a92-e387-4fb8-9fb3-56230bee2947" providerId="ADAL" clId="{76446DAB-3A6D-436C-82AC-7052ACC196C4}" dt="2025-02-04T00:49:30.034" v="1"/>
        <pc:sldMkLst>
          <pc:docMk/>
          <pc:sldMk cId="1281808267" sldId="267"/>
        </pc:sldMkLst>
      </pc:sldChg>
      <pc:sldChg chg="addSp modSp mod modTransition">
        <pc:chgData name="木村　湊" userId="18030a92-e387-4fb8-9fb3-56230bee2947" providerId="ADAL" clId="{76446DAB-3A6D-436C-82AC-7052ACC196C4}" dt="2025-02-05T01:01:27.459" v="2512"/>
        <pc:sldMkLst>
          <pc:docMk/>
          <pc:sldMk cId="3084170839" sldId="269"/>
        </pc:sldMkLst>
        <pc:spChg chg="add mod">
          <ac:chgData name="木村　湊" userId="18030a92-e387-4fb8-9fb3-56230bee2947" providerId="ADAL" clId="{76446DAB-3A6D-436C-82AC-7052ACC196C4}" dt="2025-02-05T01:01:27.459" v="2512"/>
          <ac:spMkLst>
            <pc:docMk/>
            <pc:sldMk cId="3084170839" sldId="269"/>
            <ac:spMk id="5" creationId="{B5A6B9CF-5FAA-00EB-1345-59E88A7F3C29}"/>
          </ac:spMkLst>
        </pc:spChg>
        <pc:spChg chg="mod">
          <ac:chgData name="木村　湊" userId="18030a92-e387-4fb8-9fb3-56230bee2947" providerId="ADAL" clId="{76446DAB-3A6D-436C-82AC-7052ACC196C4}" dt="2025-02-04T01:36:31.100" v="377" actId="14100"/>
          <ac:spMkLst>
            <pc:docMk/>
            <pc:sldMk cId="3084170839" sldId="269"/>
            <ac:spMk id="9" creationId="{B3E9339E-7949-4D36-50D6-F6C9F90575FB}"/>
          </ac:spMkLst>
        </pc:spChg>
        <pc:spChg chg="mod">
          <ac:chgData name="木村　湊" userId="18030a92-e387-4fb8-9fb3-56230bee2947" providerId="ADAL" clId="{76446DAB-3A6D-436C-82AC-7052ACC196C4}" dt="2025-02-04T01:36:37.604" v="378" actId="14100"/>
          <ac:spMkLst>
            <pc:docMk/>
            <pc:sldMk cId="3084170839" sldId="269"/>
            <ac:spMk id="11" creationId="{7868B79C-7756-38CA-F7B0-61847A62620D}"/>
          </ac:spMkLst>
        </pc:spChg>
      </pc:sldChg>
      <pc:sldChg chg="addSp modSp mod">
        <pc:chgData name="木村　湊" userId="18030a92-e387-4fb8-9fb3-56230bee2947" providerId="ADAL" clId="{76446DAB-3A6D-436C-82AC-7052ACC196C4}" dt="2025-02-05T01:01:23.730" v="2509"/>
        <pc:sldMkLst>
          <pc:docMk/>
          <pc:sldMk cId="3725246963" sldId="270"/>
        </pc:sldMkLst>
        <pc:spChg chg="add mod">
          <ac:chgData name="木村　湊" userId="18030a92-e387-4fb8-9fb3-56230bee2947" providerId="ADAL" clId="{76446DAB-3A6D-436C-82AC-7052ACC196C4}" dt="2025-02-05T01:01:23.730" v="2509"/>
          <ac:spMkLst>
            <pc:docMk/>
            <pc:sldMk cId="3725246963" sldId="270"/>
            <ac:spMk id="5" creationId="{12D92A86-0366-CC31-CC8D-20114AC02D7A}"/>
          </ac:spMkLst>
        </pc:spChg>
        <pc:spChg chg="mod">
          <ac:chgData name="木村　湊" userId="18030a92-e387-4fb8-9fb3-56230bee2947" providerId="ADAL" clId="{76446DAB-3A6D-436C-82AC-7052ACC196C4}" dt="2025-02-04T01:37:07.302" v="381" actId="14100"/>
          <ac:spMkLst>
            <pc:docMk/>
            <pc:sldMk cId="3725246963" sldId="270"/>
            <ac:spMk id="8" creationId="{FCD670A6-9C5C-4E7C-6C0F-A3D1E5F6586A}"/>
          </ac:spMkLst>
        </pc:spChg>
        <pc:spChg chg="mod">
          <ac:chgData name="木村　湊" userId="18030a92-e387-4fb8-9fb3-56230bee2947" providerId="ADAL" clId="{76446DAB-3A6D-436C-82AC-7052ACC196C4}" dt="2025-02-04T01:37:15.493" v="382" actId="14100"/>
          <ac:spMkLst>
            <pc:docMk/>
            <pc:sldMk cId="3725246963" sldId="270"/>
            <ac:spMk id="11" creationId="{D38DC09E-76B9-7298-4FD3-BBAA9BDEA254}"/>
          </ac:spMkLst>
        </pc:spChg>
      </pc:sldChg>
      <pc:sldChg chg="addSp modSp">
        <pc:chgData name="木村　湊" userId="18030a92-e387-4fb8-9fb3-56230bee2947" providerId="ADAL" clId="{76446DAB-3A6D-436C-82AC-7052ACC196C4}" dt="2025-02-05T01:01:14.135" v="2506"/>
        <pc:sldMkLst>
          <pc:docMk/>
          <pc:sldMk cId="1382543143" sldId="271"/>
        </pc:sldMkLst>
        <pc:spChg chg="add mod">
          <ac:chgData name="木村　湊" userId="18030a92-e387-4fb8-9fb3-56230bee2947" providerId="ADAL" clId="{76446DAB-3A6D-436C-82AC-7052ACC196C4}" dt="2025-02-05T01:01:14.135" v="2506"/>
          <ac:spMkLst>
            <pc:docMk/>
            <pc:sldMk cId="1382543143" sldId="271"/>
            <ac:spMk id="2" creationId="{783CD3E4-6F4D-F989-B22B-4FC1048C2DA0}"/>
          </ac:spMkLst>
        </pc:spChg>
      </pc:sldChg>
      <pc:sldChg chg="addSp modSp modTransition">
        <pc:chgData name="木村　湊" userId="18030a92-e387-4fb8-9fb3-56230bee2947" providerId="ADAL" clId="{76446DAB-3A6D-436C-82AC-7052ACC196C4}" dt="2025-02-05T01:01:24.618" v="2510"/>
        <pc:sldMkLst>
          <pc:docMk/>
          <pc:sldMk cId="2837872057" sldId="272"/>
        </pc:sldMkLst>
        <pc:spChg chg="add mod">
          <ac:chgData name="木村　湊" userId="18030a92-e387-4fb8-9fb3-56230bee2947" providerId="ADAL" clId="{76446DAB-3A6D-436C-82AC-7052ACC196C4}" dt="2025-02-05T01:01:24.618" v="2510"/>
          <ac:spMkLst>
            <pc:docMk/>
            <pc:sldMk cId="2837872057" sldId="272"/>
            <ac:spMk id="5" creationId="{1E9CD42D-27B3-8F61-B6F8-03D0BB7025EC}"/>
          </ac:spMkLst>
        </pc:spChg>
      </pc:sldChg>
      <pc:sldChg chg="addSp modSp modTransition">
        <pc:chgData name="木村　湊" userId="18030a92-e387-4fb8-9fb3-56230bee2947" providerId="ADAL" clId="{76446DAB-3A6D-436C-82AC-7052ACC196C4}" dt="2025-02-05T01:01:25.950" v="2511"/>
        <pc:sldMkLst>
          <pc:docMk/>
          <pc:sldMk cId="932206249" sldId="273"/>
        </pc:sldMkLst>
        <pc:spChg chg="add mod">
          <ac:chgData name="木村　湊" userId="18030a92-e387-4fb8-9fb3-56230bee2947" providerId="ADAL" clId="{76446DAB-3A6D-436C-82AC-7052ACC196C4}" dt="2025-02-05T01:01:25.950" v="2511"/>
          <ac:spMkLst>
            <pc:docMk/>
            <pc:sldMk cId="932206249" sldId="273"/>
            <ac:spMk id="5" creationId="{D72E66DE-AB86-49B5-F755-35E569106519}"/>
          </ac:spMkLst>
        </pc:spChg>
      </pc:sldChg>
      <pc:sldChg chg="addSp delSp modSp mod modTransition delAnim modAnim">
        <pc:chgData name="木村　湊" userId="18030a92-e387-4fb8-9fb3-56230bee2947" providerId="ADAL" clId="{76446DAB-3A6D-436C-82AC-7052ACC196C4}" dt="2025-02-12T03:57:02.009" v="4932"/>
        <pc:sldMkLst>
          <pc:docMk/>
          <pc:sldMk cId="2431310459" sldId="274"/>
        </pc:sldMkLst>
        <pc:spChg chg="add mod ord">
          <ac:chgData name="木村　湊" userId="18030a92-e387-4fb8-9fb3-56230bee2947" providerId="ADAL" clId="{76446DAB-3A6D-436C-82AC-7052ACC196C4}" dt="2025-02-04T01:17:50.092" v="247" actId="208"/>
          <ac:spMkLst>
            <pc:docMk/>
            <pc:sldMk cId="2431310459" sldId="274"/>
            <ac:spMk id="4" creationId="{EC29E760-3644-97FE-6A73-DC2104AF614A}"/>
          </ac:spMkLst>
        </pc:spChg>
        <pc:spChg chg="add del mod">
          <ac:chgData name="木村　湊" userId="18030a92-e387-4fb8-9fb3-56230bee2947" providerId="ADAL" clId="{76446DAB-3A6D-436C-82AC-7052ACC196C4}" dt="2025-02-04T01:15:25.844" v="226" actId="478"/>
          <ac:spMkLst>
            <pc:docMk/>
            <pc:sldMk cId="2431310459" sldId="274"/>
            <ac:spMk id="5" creationId="{A3ADBBD9-CCC4-DD96-F005-277734726022}"/>
          </ac:spMkLst>
        </pc:spChg>
        <pc:spChg chg="add del mod">
          <ac:chgData name="木村　湊" userId="18030a92-e387-4fb8-9fb3-56230bee2947" providerId="ADAL" clId="{76446DAB-3A6D-436C-82AC-7052ACC196C4}" dt="2025-02-04T01:16:16.836" v="234"/>
          <ac:spMkLst>
            <pc:docMk/>
            <pc:sldMk cId="2431310459" sldId="274"/>
            <ac:spMk id="6" creationId="{973DCDAC-E4F5-C0BF-A414-DDA23D4059AC}"/>
          </ac:spMkLst>
        </pc:spChg>
        <pc:spChg chg="add del">
          <ac:chgData name="木村　湊" userId="18030a92-e387-4fb8-9fb3-56230bee2947" providerId="ADAL" clId="{76446DAB-3A6D-436C-82AC-7052ACC196C4}" dt="2025-02-04T01:16:16.836" v="234"/>
          <ac:spMkLst>
            <pc:docMk/>
            <pc:sldMk cId="2431310459" sldId="274"/>
            <ac:spMk id="7" creationId="{74CB420D-49BD-9800-313F-701C94778642}"/>
          </ac:spMkLst>
        </pc:spChg>
        <pc:spChg chg="del mod">
          <ac:chgData name="木村　湊" userId="18030a92-e387-4fb8-9fb3-56230bee2947" providerId="ADAL" clId="{76446DAB-3A6D-436C-82AC-7052ACC196C4}" dt="2025-02-04T01:19:50.984" v="267" actId="478"/>
          <ac:spMkLst>
            <pc:docMk/>
            <pc:sldMk cId="2431310459" sldId="274"/>
            <ac:spMk id="8" creationId="{F1DBA700-694E-EADB-FE19-1A5F17E03C02}"/>
          </ac:spMkLst>
        </pc:spChg>
        <pc:spChg chg="add del mod">
          <ac:chgData name="木村　湊" userId="18030a92-e387-4fb8-9fb3-56230bee2947" providerId="ADAL" clId="{76446DAB-3A6D-436C-82AC-7052ACC196C4}" dt="2025-02-04T01:20:15.332" v="271"/>
          <ac:spMkLst>
            <pc:docMk/>
            <pc:sldMk cId="2431310459" sldId="274"/>
            <ac:spMk id="10" creationId="{76826E8F-B528-024A-5DDE-F2815763C6D4}"/>
          </ac:spMkLst>
        </pc:spChg>
        <pc:spChg chg="add del">
          <ac:chgData name="木村　湊" userId="18030a92-e387-4fb8-9fb3-56230bee2947" providerId="ADAL" clId="{76446DAB-3A6D-436C-82AC-7052ACC196C4}" dt="2025-02-04T01:20:15.332" v="271"/>
          <ac:spMkLst>
            <pc:docMk/>
            <pc:sldMk cId="2431310459" sldId="274"/>
            <ac:spMk id="13" creationId="{F3AD9275-E854-6202-C098-0C3AA3AB07EA}"/>
          </ac:spMkLst>
        </pc:spChg>
        <pc:spChg chg="mod">
          <ac:chgData name="木村　湊" userId="18030a92-e387-4fb8-9fb3-56230bee2947" providerId="ADAL" clId="{76446DAB-3A6D-436C-82AC-7052ACC196C4}" dt="2025-02-04T01:20:56.162" v="277" actId="207"/>
          <ac:spMkLst>
            <pc:docMk/>
            <pc:sldMk cId="2431310459" sldId="274"/>
            <ac:spMk id="14" creationId="{441390E3-C5F3-954C-4DF4-355E9469B1D5}"/>
          </ac:spMkLst>
        </pc:spChg>
        <pc:spChg chg="add mod">
          <ac:chgData name="木村　湊" userId="18030a92-e387-4fb8-9fb3-56230bee2947" providerId="ADAL" clId="{76446DAB-3A6D-436C-82AC-7052ACC196C4}" dt="2025-02-04T01:21:43.077" v="284" actId="14100"/>
          <ac:spMkLst>
            <pc:docMk/>
            <pc:sldMk cId="2431310459" sldId="274"/>
            <ac:spMk id="15" creationId="{A8D1EAFF-A168-C56F-4B68-2FF4218D5FAC}"/>
          </ac:spMkLst>
        </pc:spChg>
        <pc:spChg chg="add mod">
          <ac:chgData name="木村　湊" userId="18030a92-e387-4fb8-9fb3-56230bee2947" providerId="ADAL" clId="{76446DAB-3A6D-436C-82AC-7052ACC196C4}" dt="2025-02-04T01:24:11.935" v="321" actId="14100"/>
          <ac:spMkLst>
            <pc:docMk/>
            <pc:sldMk cId="2431310459" sldId="274"/>
            <ac:spMk id="16" creationId="{BCE94CC6-82F5-B41B-63E0-CDD3004218BB}"/>
          </ac:spMkLst>
        </pc:spChg>
        <pc:spChg chg="mod">
          <ac:chgData name="木村　湊" userId="18030a92-e387-4fb8-9fb3-56230bee2947" providerId="ADAL" clId="{76446DAB-3A6D-436C-82AC-7052ACC196C4}" dt="2025-02-04T01:26:08.766" v="330" actId="1076"/>
          <ac:spMkLst>
            <pc:docMk/>
            <pc:sldMk cId="2431310459" sldId="274"/>
            <ac:spMk id="17" creationId="{304F1B30-FE94-0F6E-2128-0669D73C6559}"/>
          </ac:spMkLst>
        </pc:spChg>
        <pc:spChg chg="add mod">
          <ac:chgData name="木村　湊" userId="18030a92-e387-4fb8-9fb3-56230bee2947" providerId="ADAL" clId="{76446DAB-3A6D-436C-82AC-7052ACC196C4}" dt="2025-02-04T01:24:00.922" v="319" actId="207"/>
          <ac:spMkLst>
            <pc:docMk/>
            <pc:sldMk cId="2431310459" sldId="274"/>
            <ac:spMk id="18" creationId="{D3531153-797E-47D0-D422-6C1B59E5BE9A}"/>
          </ac:spMkLst>
        </pc:spChg>
        <pc:spChg chg="mod ord">
          <ac:chgData name="木村　湊" userId="18030a92-e387-4fb8-9fb3-56230bee2947" providerId="ADAL" clId="{76446DAB-3A6D-436C-82AC-7052ACC196C4}" dt="2025-02-04T01:24:34.111" v="322" actId="167"/>
          <ac:spMkLst>
            <pc:docMk/>
            <pc:sldMk cId="2431310459" sldId="274"/>
            <ac:spMk id="36" creationId="{CDDFC6BC-A8A0-2622-AFE6-B56067FA5E9D}"/>
          </ac:spMkLst>
        </pc:spChg>
        <pc:spChg chg="del">
          <ac:chgData name="木村　湊" userId="18030a92-e387-4fb8-9fb3-56230bee2947" providerId="ADAL" clId="{76446DAB-3A6D-436C-82AC-7052ACC196C4}" dt="2025-02-04T01:10:45.651" v="199" actId="478"/>
          <ac:spMkLst>
            <pc:docMk/>
            <pc:sldMk cId="2431310459" sldId="274"/>
            <ac:spMk id="37" creationId="{73AA8112-90A1-B8DA-DDE6-CC75190522FA}"/>
          </ac:spMkLst>
        </pc:spChg>
        <pc:spChg chg="del">
          <ac:chgData name="木村　湊" userId="18030a92-e387-4fb8-9fb3-56230bee2947" providerId="ADAL" clId="{76446DAB-3A6D-436C-82AC-7052ACC196C4}" dt="2025-02-04T01:10:45.651" v="199" actId="478"/>
          <ac:spMkLst>
            <pc:docMk/>
            <pc:sldMk cId="2431310459" sldId="274"/>
            <ac:spMk id="39" creationId="{73D6C13D-6A98-4359-E43A-8A7B34561B2E}"/>
          </ac:spMkLst>
        </pc:spChg>
        <pc:spChg chg="del">
          <ac:chgData name="木村　湊" userId="18030a92-e387-4fb8-9fb3-56230bee2947" providerId="ADAL" clId="{76446DAB-3A6D-436C-82AC-7052ACC196C4}" dt="2025-02-04T01:10:45.651" v="199" actId="478"/>
          <ac:spMkLst>
            <pc:docMk/>
            <pc:sldMk cId="2431310459" sldId="274"/>
            <ac:spMk id="41" creationId="{9A118D9B-1446-FA62-132D-BAFD545731DB}"/>
          </ac:spMkLst>
        </pc:spChg>
        <pc:spChg chg="del">
          <ac:chgData name="木村　湊" userId="18030a92-e387-4fb8-9fb3-56230bee2947" providerId="ADAL" clId="{76446DAB-3A6D-436C-82AC-7052ACC196C4}" dt="2025-02-04T01:10:45.651" v="199" actId="478"/>
          <ac:spMkLst>
            <pc:docMk/>
            <pc:sldMk cId="2431310459" sldId="274"/>
            <ac:spMk id="43" creationId="{2516533F-B706-70D9-D768-5BEF3AF8656F}"/>
          </ac:spMkLst>
        </pc:spChg>
        <pc:spChg chg="del">
          <ac:chgData name="木村　湊" userId="18030a92-e387-4fb8-9fb3-56230bee2947" providerId="ADAL" clId="{76446DAB-3A6D-436C-82AC-7052ACC196C4}" dt="2025-02-04T01:10:45.651" v="199" actId="478"/>
          <ac:spMkLst>
            <pc:docMk/>
            <pc:sldMk cId="2431310459" sldId="274"/>
            <ac:spMk id="44" creationId="{D227ABF6-1D05-271A-F46F-FE2A3B105BA0}"/>
          </ac:spMkLst>
        </pc:spChg>
        <pc:spChg chg="del mod">
          <ac:chgData name="木村　湊" userId="18030a92-e387-4fb8-9fb3-56230bee2947" providerId="ADAL" clId="{76446DAB-3A6D-436C-82AC-7052ACC196C4}" dt="2025-02-04T01:10:45.651" v="199" actId="478"/>
          <ac:spMkLst>
            <pc:docMk/>
            <pc:sldMk cId="2431310459" sldId="274"/>
            <ac:spMk id="45" creationId="{1E9AACBB-A496-F116-240D-0E9F358AE71A}"/>
          </ac:spMkLst>
        </pc:spChg>
        <pc:spChg chg="del">
          <ac:chgData name="木村　湊" userId="18030a92-e387-4fb8-9fb3-56230bee2947" providerId="ADAL" clId="{76446DAB-3A6D-436C-82AC-7052ACC196C4}" dt="2025-02-04T01:10:45.651" v="199" actId="478"/>
          <ac:spMkLst>
            <pc:docMk/>
            <pc:sldMk cId="2431310459" sldId="274"/>
            <ac:spMk id="47" creationId="{A6C7DEE2-1E7D-90A3-F54A-8B690BBE6032}"/>
          </ac:spMkLst>
        </pc:spChg>
        <pc:picChg chg="mod ord">
          <ac:chgData name="木村　湊" userId="18030a92-e387-4fb8-9fb3-56230bee2947" providerId="ADAL" clId="{76446DAB-3A6D-436C-82AC-7052ACC196C4}" dt="2025-02-04T01:26:36.946" v="331" actId="167"/>
          <ac:picMkLst>
            <pc:docMk/>
            <pc:sldMk cId="2431310459" sldId="274"/>
            <ac:picMk id="12" creationId="{598485C5-D472-379A-0DE5-8F8DA34C4B18}"/>
          </ac:picMkLst>
        </pc:picChg>
        <pc:picChg chg="del">
          <ac:chgData name="木村　湊" userId="18030a92-e387-4fb8-9fb3-56230bee2947" providerId="ADAL" clId="{76446DAB-3A6D-436C-82AC-7052ACC196C4}" dt="2025-02-04T01:10:35.245" v="198" actId="478"/>
          <ac:picMkLst>
            <pc:docMk/>
            <pc:sldMk cId="2431310459" sldId="274"/>
            <ac:picMk id="29" creationId="{41616C33-F1AC-7562-3523-5D065209B0FD}"/>
          </ac:picMkLst>
        </pc:picChg>
      </pc:sldChg>
      <pc:sldChg chg="addSp modSp mod">
        <pc:chgData name="木村　湊" userId="18030a92-e387-4fb8-9fb3-56230bee2947" providerId="ADAL" clId="{76446DAB-3A6D-436C-82AC-7052ACC196C4}" dt="2025-02-05T01:01:33.488" v="2513"/>
        <pc:sldMkLst>
          <pc:docMk/>
          <pc:sldMk cId="10118057" sldId="275"/>
        </pc:sldMkLst>
        <pc:spChg chg="add mod">
          <ac:chgData name="木村　湊" userId="18030a92-e387-4fb8-9fb3-56230bee2947" providerId="ADAL" clId="{76446DAB-3A6D-436C-82AC-7052ACC196C4}" dt="2025-02-05T01:01:33.488" v="2513"/>
          <ac:spMkLst>
            <pc:docMk/>
            <pc:sldMk cId="10118057" sldId="275"/>
            <ac:spMk id="5" creationId="{8C7ADC97-DCE3-33FA-DA28-3BE05464D68D}"/>
          </ac:spMkLst>
        </pc:spChg>
        <pc:spChg chg="mod">
          <ac:chgData name="木村　湊" userId="18030a92-e387-4fb8-9fb3-56230bee2947" providerId="ADAL" clId="{76446DAB-3A6D-436C-82AC-7052ACC196C4}" dt="2025-02-04T01:37:47.797" v="388" actId="14100"/>
          <ac:spMkLst>
            <pc:docMk/>
            <pc:sldMk cId="10118057" sldId="275"/>
            <ac:spMk id="9" creationId="{EC7F3207-2418-494B-D8F8-5315B55C9A7F}"/>
          </ac:spMkLst>
        </pc:spChg>
        <pc:spChg chg="mod">
          <ac:chgData name="木村　湊" userId="18030a92-e387-4fb8-9fb3-56230bee2947" providerId="ADAL" clId="{76446DAB-3A6D-436C-82AC-7052ACC196C4}" dt="2025-02-04T01:37:51.843" v="389" actId="14100"/>
          <ac:spMkLst>
            <pc:docMk/>
            <pc:sldMk cId="10118057" sldId="275"/>
            <ac:spMk id="11" creationId="{243FB379-F4C5-AC2D-EBE7-B4E69C440333}"/>
          </ac:spMkLst>
        </pc:spChg>
      </pc:sldChg>
      <pc:sldChg chg="addSp modSp modTransition">
        <pc:chgData name="木村　湊" userId="18030a92-e387-4fb8-9fb3-56230bee2947" providerId="ADAL" clId="{76446DAB-3A6D-436C-82AC-7052ACC196C4}" dt="2025-02-05T01:01:34.578" v="2514"/>
        <pc:sldMkLst>
          <pc:docMk/>
          <pc:sldMk cId="1065602074" sldId="276"/>
        </pc:sldMkLst>
        <pc:spChg chg="add mod">
          <ac:chgData name="木村　湊" userId="18030a92-e387-4fb8-9fb3-56230bee2947" providerId="ADAL" clId="{76446DAB-3A6D-436C-82AC-7052ACC196C4}" dt="2025-02-05T01:01:34.578" v="2514"/>
          <ac:spMkLst>
            <pc:docMk/>
            <pc:sldMk cId="1065602074" sldId="276"/>
            <ac:spMk id="5" creationId="{C2E140AB-12E3-F57B-CF7D-C0BEB72D7ECB}"/>
          </ac:spMkLst>
        </pc:spChg>
      </pc:sldChg>
      <pc:sldChg chg="addSp modSp modTransition">
        <pc:chgData name="木村　湊" userId="18030a92-e387-4fb8-9fb3-56230bee2947" providerId="ADAL" clId="{76446DAB-3A6D-436C-82AC-7052ACC196C4}" dt="2025-02-05T01:01:36.107" v="2515"/>
        <pc:sldMkLst>
          <pc:docMk/>
          <pc:sldMk cId="2886372396" sldId="277"/>
        </pc:sldMkLst>
        <pc:spChg chg="add mod">
          <ac:chgData name="木村　湊" userId="18030a92-e387-4fb8-9fb3-56230bee2947" providerId="ADAL" clId="{76446DAB-3A6D-436C-82AC-7052ACC196C4}" dt="2025-02-05T01:01:36.107" v="2515"/>
          <ac:spMkLst>
            <pc:docMk/>
            <pc:sldMk cId="2886372396" sldId="277"/>
            <ac:spMk id="5" creationId="{E9D88257-F494-D207-8444-CA8F45F06A5B}"/>
          </ac:spMkLst>
        </pc:spChg>
      </pc:sldChg>
      <pc:sldChg chg="addSp modSp mod modTransition">
        <pc:chgData name="木村　湊" userId="18030a92-e387-4fb8-9fb3-56230bee2947" providerId="ADAL" clId="{76446DAB-3A6D-436C-82AC-7052ACC196C4}" dt="2025-02-05T01:01:37.140" v="2516"/>
        <pc:sldMkLst>
          <pc:docMk/>
          <pc:sldMk cId="2790651344" sldId="278"/>
        </pc:sldMkLst>
        <pc:spChg chg="add mod">
          <ac:chgData name="木村　湊" userId="18030a92-e387-4fb8-9fb3-56230bee2947" providerId="ADAL" clId="{76446DAB-3A6D-436C-82AC-7052ACC196C4}" dt="2025-02-05T01:01:37.140" v="2516"/>
          <ac:spMkLst>
            <pc:docMk/>
            <pc:sldMk cId="2790651344" sldId="278"/>
            <ac:spMk id="5" creationId="{CA506C3D-9971-FFE0-268E-3CA3346C650F}"/>
          </ac:spMkLst>
        </pc:spChg>
        <pc:spChg chg="mod">
          <ac:chgData name="木村　湊" userId="18030a92-e387-4fb8-9fb3-56230bee2947" providerId="ADAL" clId="{76446DAB-3A6D-436C-82AC-7052ACC196C4}" dt="2025-02-04T01:38:05.548" v="395" actId="14100"/>
          <ac:spMkLst>
            <pc:docMk/>
            <pc:sldMk cId="2790651344" sldId="278"/>
            <ac:spMk id="10" creationId="{27D25994-D7AD-E81D-5472-3FFC9CDE0E74}"/>
          </ac:spMkLst>
        </pc:spChg>
        <pc:spChg chg="mod">
          <ac:chgData name="木村　湊" userId="18030a92-e387-4fb8-9fb3-56230bee2947" providerId="ADAL" clId="{76446DAB-3A6D-436C-82AC-7052ACC196C4}" dt="2025-02-04T01:38:16.335" v="396" actId="14100"/>
          <ac:spMkLst>
            <pc:docMk/>
            <pc:sldMk cId="2790651344" sldId="278"/>
            <ac:spMk id="11" creationId="{ACCDD6C1-FD12-FB22-DA5F-9E3895EFBB30}"/>
          </ac:spMkLst>
        </pc:spChg>
      </pc:sldChg>
      <pc:sldChg chg="delSp modSp mod modTransition delAnim">
        <pc:chgData name="木村　湊" userId="18030a92-e387-4fb8-9fb3-56230bee2947" providerId="ADAL" clId="{76446DAB-3A6D-436C-82AC-7052ACC196C4}" dt="2025-02-12T04:03:12.389" v="4992" actId="1037"/>
        <pc:sldMkLst>
          <pc:docMk/>
          <pc:sldMk cId="128305907" sldId="279"/>
        </pc:sldMkLst>
        <pc:spChg chg="mod">
          <ac:chgData name="木村　湊" userId="18030a92-e387-4fb8-9fb3-56230bee2947" providerId="ADAL" clId="{76446DAB-3A6D-436C-82AC-7052ACC196C4}" dt="2025-02-12T04:03:12.389" v="4992" actId="1037"/>
          <ac:spMkLst>
            <pc:docMk/>
            <pc:sldMk cId="128305907" sldId="279"/>
            <ac:spMk id="17" creationId="{94683494-24CE-04BA-545E-0AB45CF0AE79}"/>
          </ac:spMkLst>
        </pc:spChg>
        <pc:spChg chg="mod">
          <ac:chgData name="木村　湊" userId="18030a92-e387-4fb8-9fb3-56230bee2947" providerId="ADAL" clId="{76446DAB-3A6D-436C-82AC-7052ACC196C4}" dt="2025-02-12T04:03:12.389" v="4992" actId="1037"/>
          <ac:spMkLst>
            <pc:docMk/>
            <pc:sldMk cId="128305907" sldId="279"/>
            <ac:spMk id="18" creationId="{59607E68-A609-F941-1C25-22EF013822FC}"/>
          </ac:spMkLst>
        </pc:spChg>
        <pc:spChg chg="mod">
          <ac:chgData name="木村　湊" userId="18030a92-e387-4fb8-9fb3-56230bee2947" providerId="ADAL" clId="{76446DAB-3A6D-436C-82AC-7052ACC196C4}" dt="2025-02-12T04:03:12.389" v="4992" actId="1037"/>
          <ac:spMkLst>
            <pc:docMk/>
            <pc:sldMk cId="128305907" sldId="279"/>
            <ac:spMk id="19" creationId="{4C79ECF5-C5F7-7593-3805-0FC05C7822E0}"/>
          </ac:spMkLst>
        </pc:spChg>
        <pc:spChg chg="del">
          <ac:chgData name="木村　湊" userId="18030a92-e387-4fb8-9fb3-56230bee2947" providerId="ADAL" clId="{76446DAB-3A6D-436C-82AC-7052ACC196C4}" dt="2025-02-04T21:58:44.082" v="410" actId="21"/>
          <ac:spMkLst>
            <pc:docMk/>
            <pc:sldMk cId="128305907" sldId="279"/>
            <ac:spMk id="25" creationId="{C93A6275-712F-6A56-8820-8EB4CB80968E}"/>
          </ac:spMkLst>
        </pc:spChg>
        <pc:spChg chg="del">
          <ac:chgData name="木村　湊" userId="18030a92-e387-4fb8-9fb3-56230bee2947" providerId="ADAL" clId="{76446DAB-3A6D-436C-82AC-7052ACC196C4}" dt="2025-02-04T22:00:23.039" v="428" actId="21"/>
          <ac:spMkLst>
            <pc:docMk/>
            <pc:sldMk cId="128305907" sldId="279"/>
            <ac:spMk id="26" creationId="{55FC0E54-25AE-F67B-E8D8-FA30A54AF105}"/>
          </ac:spMkLst>
        </pc:spChg>
        <pc:spChg chg="del">
          <ac:chgData name="木村　湊" userId="18030a92-e387-4fb8-9fb3-56230bee2947" providerId="ADAL" clId="{76446DAB-3A6D-436C-82AC-7052ACC196C4}" dt="2025-02-04T21:59:02.942" v="412" actId="21"/>
          <ac:spMkLst>
            <pc:docMk/>
            <pc:sldMk cId="128305907" sldId="279"/>
            <ac:spMk id="27" creationId="{5BA89DC4-DEAC-1967-9C91-76B4119D3BE7}"/>
          </ac:spMkLst>
        </pc:spChg>
        <pc:spChg chg="del">
          <ac:chgData name="木村　湊" userId="18030a92-e387-4fb8-9fb3-56230bee2947" providerId="ADAL" clId="{76446DAB-3A6D-436C-82AC-7052ACC196C4}" dt="2025-02-04T21:59:02.942" v="412" actId="21"/>
          <ac:spMkLst>
            <pc:docMk/>
            <pc:sldMk cId="128305907" sldId="279"/>
            <ac:spMk id="28" creationId="{EEEFBD09-0768-1226-6E32-2CE2979DCA71}"/>
          </ac:spMkLst>
        </pc:spChg>
        <pc:spChg chg="del">
          <ac:chgData name="木村　湊" userId="18030a92-e387-4fb8-9fb3-56230bee2947" providerId="ADAL" clId="{76446DAB-3A6D-436C-82AC-7052ACC196C4}" dt="2025-02-04T22:17:50.620" v="861" actId="478"/>
          <ac:spMkLst>
            <pc:docMk/>
            <pc:sldMk cId="128305907" sldId="279"/>
            <ac:spMk id="29" creationId="{3EBEBB0D-0484-991C-CC2F-AA73B5A2ADF6}"/>
          </ac:spMkLst>
        </pc:spChg>
        <pc:picChg chg="del">
          <ac:chgData name="木村　湊" userId="18030a92-e387-4fb8-9fb3-56230bee2947" providerId="ADAL" clId="{76446DAB-3A6D-436C-82AC-7052ACC196C4}" dt="2025-02-04T21:59:02.942" v="412" actId="21"/>
          <ac:picMkLst>
            <pc:docMk/>
            <pc:sldMk cId="128305907" sldId="279"/>
            <ac:picMk id="21" creationId="{D2634AC2-43F9-1446-D42E-3DC306D9D610}"/>
          </ac:picMkLst>
        </pc:picChg>
        <pc:picChg chg="del">
          <ac:chgData name="木村　湊" userId="18030a92-e387-4fb8-9fb3-56230bee2947" providerId="ADAL" clId="{76446DAB-3A6D-436C-82AC-7052ACC196C4}" dt="2025-02-04T21:59:02.942" v="412" actId="21"/>
          <ac:picMkLst>
            <pc:docMk/>
            <pc:sldMk cId="128305907" sldId="279"/>
            <ac:picMk id="23" creationId="{A3F07F27-D822-DF5E-D681-0E6958D5A134}"/>
          </ac:picMkLst>
        </pc:picChg>
      </pc:sldChg>
      <pc:sldChg chg="addSp delSp modSp mod modTransition delAnim modAnim">
        <pc:chgData name="木村　湊" userId="18030a92-e387-4fb8-9fb3-56230bee2947" providerId="ADAL" clId="{76446DAB-3A6D-436C-82AC-7052ACC196C4}" dt="2025-02-04T23:02:18.461" v="1371"/>
        <pc:sldMkLst>
          <pc:docMk/>
          <pc:sldMk cId="2495403871" sldId="280"/>
        </pc:sldMkLst>
        <pc:spChg chg="mod">
          <ac:chgData name="木村　湊" userId="18030a92-e387-4fb8-9fb3-56230bee2947" providerId="ADAL" clId="{76446DAB-3A6D-436C-82AC-7052ACC196C4}" dt="2025-02-04T22:30:42.607" v="1045" actId="20577"/>
          <ac:spMkLst>
            <pc:docMk/>
            <pc:sldMk cId="2495403871" sldId="280"/>
            <ac:spMk id="2" creationId="{3AF08FA7-FAD6-18F5-B982-6A9BB55915F4}"/>
          </ac:spMkLst>
        </pc:spChg>
        <pc:spChg chg="del">
          <ac:chgData name="木村　湊" userId="18030a92-e387-4fb8-9fb3-56230bee2947" providerId="ADAL" clId="{76446DAB-3A6D-436C-82AC-7052ACC196C4}" dt="2025-02-04T22:25:10.497" v="937" actId="478"/>
          <ac:spMkLst>
            <pc:docMk/>
            <pc:sldMk cId="2495403871" sldId="280"/>
            <ac:spMk id="3" creationId="{81D655FC-2257-171D-DA80-6F7476F645AB}"/>
          </ac:spMkLst>
        </pc:spChg>
        <pc:spChg chg="add mod">
          <ac:chgData name="木村　湊" userId="18030a92-e387-4fb8-9fb3-56230bee2947" providerId="ADAL" clId="{76446DAB-3A6D-436C-82AC-7052ACC196C4}" dt="2025-02-04T22:29:54.889" v="1037" actId="1076"/>
          <ac:spMkLst>
            <pc:docMk/>
            <pc:sldMk cId="2495403871" sldId="280"/>
            <ac:spMk id="6" creationId="{9AB8B423-0E98-3083-BCBF-4B7D02044821}"/>
          </ac:spMkLst>
        </pc:spChg>
        <pc:spChg chg="add mod">
          <ac:chgData name="木村　湊" userId="18030a92-e387-4fb8-9fb3-56230bee2947" providerId="ADAL" clId="{76446DAB-3A6D-436C-82AC-7052ACC196C4}" dt="2025-02-04T22:30:59.169" v="1056" actId="1076"/>
          <ac:spMkLst>
            <pc:docMk/>
            <pc:sldMk cId="2495403871" sldId="280"/>
            <ac:spMk id="8" creationId="{0BBAF33A-E07D-292E-EF0E-349B79B1F9D1}"/>
          </ac:spMkLst>
        </pc:spChg>
        <pc:spChg chg="del">
          <ac:chgData name="木村　湊" userId="18030a92-e387-4fb8-9fb3-56230bee2947" providerId="ADAL" clId="{76446DAB-3A6D-436C-82AC-7052ACC196C4}" dt="2025-02-04T22:25:00.651" v="934" actId="478"/>
          <ac:spMkLst>
            <pc:docMk/>
            <pc:sldMk cId="2495403871" sldId="280"/>
            <ac:spMk id="11308" creationId="{08D1EACC-3F69-A731-0FD5-69201EC64D07}"/>
          </ac:spMkLst>
        </pc:spChg>
        <pc:spChg chg="del">
          <ac:chgData name="木村　湊" userId="18030a92-e387-4fb8-9fb3-56230bee2947" providerId="ADAL" clId="{76446DAB-3A6D-436C-82AC-7052ACC196C4}" dt="2025-02-04T22:25:00.651" v="934" actId="478"/>
          <ac:spMkLst>
            <pc:docMk/>
            <pc:sldMk cId="2495403871" sldId="280"/>
            <ac:spMk id="11309" creationId="{4C2231C2-3217-E3CB-3ED9-C8F7C333C41F}"/>
          </ac:spMkLst>
        </pc:spChg>
        <pc:spChg chg="del">
          <ac:chgData name="木村　湊" userId="18030a92-e387-4fb8-9fb3-56230bee2947" providerId="ADAL" clId="{76446DAB-3A6D-436C-82AC-7052ACC196C4}" dt="2025-02-04T22:25:04.459" v="936" actId="478"/>
          <ac:spMkLst>
            <pc:docMk/>
            <pc:sldMk cId="2495403871" sldId="280"/>
            <ac:spMk id="11311" creationId="{3EC6D3D7-E8E0-F412-33F1-14592EF44413}"/>
          </ac:spMkLst>
        </pc:spChg>
        <pc:picChg chg="del">
          <ac:chgData name="木村　湊" userId="18030a92-e387-4fb8-9fb3-56230bee2947" providerId="ADAL" clId="{76446DAB-3A6D-436C-82AC-7052ACC196C4}" dt="2025-02-04T22:25:00.651" v="934" actId="478"/>
          <ac:picMkLst>
            <pc:docMk/>
            <pc:sldMk cId="2495403871" sldId="280"/>
            <ac:picMk id="11266" creationId="{C9175A99-ADD8-58FA-E8F4-E12857A88874}"/>
          </ac:picMkLst>
        </pc:picChg>
        <pc:picChg chg="del">
          <ac:chgData name="木村　湊" userId="18030a92-e387-4fb8-9fb3-56230bee2947" providerId="ADAL" clId="{76446DAB-3A6D-436C-82AC-7052ACC196C4}" dt="2025-02-04T22:25:00.651" v="934" actId="478"/>
          <ac:picMkLst>
            <pc:docMk/>
            <pc:sldMk cId="2495403871" sldId="280"/>
            <ac:picMk id="11268" creationId="{E4C8D85F-615F-8E4B-EB4C-0B2CE7D19C85}"/>
          </ac:picMkLst>
        </pc:picChg>
        <pc:picChg chg="del">
          <ac:chgData name="木村　湊" userId="18030a92-e387-4fb8-9fb3-56230bee2947" providerId="ADAL" clId="{76446DAB-3A6D-436C-82AC-7052ACC196C4}" dt="2025-02-04T22:25:00.651" v="934" actId="478"/>
          <ac:picMkLst>
            <pc:docMk/>
            <pc:sldMk cId="2495403871" sldId="280"/>
            <ac:picMk id="11270" creationId="{AA09D92B-69E1-CD97-4495-9B93ABFFED0B}"/>
          </ac:picMkLst>
        </pc:picChg>
        <pc:picChg chg="del">
          <ac:chgData name="木村　湊" userId="18030a92-e387-4fb8-9fb3-56230bee2947" providerId="ADAL" clId="{76446DAB-3A6D-436C-82AC-7052ACC196C4}" dt="2025-02-04T22:25:00.651" v="934" actId="478"/>
          <ac:picMkLst>
            <pc:docMk/>
            <pc:sldMk cId="2495403871" sldId="280"/>
            <ac:picMk id="11274" creationId="{94F3C766-5865-41B0-2900-AF210D8BCD39}"/>
          </ac:picMkLst>
        </pc:picChg>
        <pc:picChg chg="del">
          <ac:chgData name="木村　湊" userId="18030a92-e387-4fb8-9fb3-56230bee2947" providerId="ADAL" clId="{76446DAB-3A6D-436C-82AC-7052ACC196C4}" dt="2025-02-04T22:25:00.651" v="934" actId="478"/>
          <ac:picMkLst>
            <pc:docMk/>
            <pc:sldMk cId="2495403871" sldId="280"/>
            <ac:picMk id="11276" creationId="{B0C278D1-4F3B-BE2F-923E-3ABBB5B1790E}"/>
          </ac:picMkLst>
        </pc:picChg>
        <pc:picChg chg="del">
          <ac:chgData name="木村　湊" userId="18030a92-e387-4fb8-9fb3-56230bee2947" providerId="ADAL" clId="{76446DAB-3A6D-436C-82AC-7052ACC196C4}" dt="2025-02-04T22:25:00.651" v="934" actId="478"/>
          <ac:picMkLst>
            <pc:docMk/>
            <pc:sldMk cId="2495403871" sldId="280"/>
            <ac:picMk id="11278" creationId="{7FFA6A0E-E894-BCAB-403B-C3C043481DBB}"/>
          </ac:picMkLst>
        </pc:picChg>
        <pc:picChg chg="del">
          <ac:chgData name="木村　湊" userId="18030a92-e387-4fb8-9fb3-56230bee2947" providerId="ADAL" clId="{76446DAB-3A6D-436C-82AC-7052ACC196C4}" dt="2025-02-04T22:25:00.651" v="934" actId="478"/>
          <ac:picMkLst>
            <pc:docMk/>
            <pc:sldMk cId="2495403871" sldId="280"/>
            <ac:picMk id="11280" creationId="{1FAD6066-4050-3355-C19B-942811A31A84}"/>
          </ac:picMkLst>
        </pc:picChg>
        <pc:picChg chg="del">
          <ac:chgData name="木村　湊" userId="18030a92-e387-4fb8-9fb3-56230bee2947" providerId="ADAL" clId="{76446DAB-3A6D-436C-82AC-7052ACC196C4}" dt="2025-02-04T22:25:00.651" v="934" actId="478"/>
          <ac:picMkLst>
            <pc:docMk/>
            <pc:sldMk cId="2495403871" sldId="280"/>
            <ac:picMk id="11282" creationId="{80318B87-3C57-AB7E-60A6-DCAA83A26CF4}"/>
          </ac:picMkLst>
        </pc:picChg>
        <pc:picChg chg="del">
          <ac:chgData name="木村　湊" userId="18030a92-e387-4fb8-9fb3-56230bee2947" providerId="ADAL" clId="{76446DAB-3A6D-436C-82AC-7052ACC196C4}" dt="2025-02-04T22:25:02.536" v="935" actId="478"/>
          <ac:picMkLst>
            <pc:docMk/>
            <pc:sldMk cId="2495403871" sldId="280"/>
            <ac:picMk id="11286" creationId="{10532129-D1B2-17C0-86B3-606294BAD65B}"/>
          </ac:picMkLst>
        </pc:picChg>
        <pc:picChg chg="del">
          <ac:chgData name="木村　湊" userId="18030a92-e387-4fb8-9fb3-56230bee2947" providerId="ADAL" clId="{76446DAB-3A6D-436C-82AC-7052ACC196C4}" dt="2025-02-04T22:25:00.651" v="934" actId="478"/>
          <ac:picMkLst>
            <pc:docMk/>
            <pc:sldMk cId="2495403871" sldId="280"/>
            <ac:picMk id="11310" creationId="{12604D4A-92F0-D091-4336-ED53B2E05DBB}"/>
          </ac:picMkLst>
        </pc:picChg>
        <pc:inkChg chg="del">
          <ac:chgData name="木村　湊" userId="18030a92-e387-4fb8-9fb3-56230bee2947" providerId="ADAL" clId="{76446DAB-3A6D-436C-82AC-7052ACC196C4}" dt="2025-02-04T22:25:00.651" v="934" actId="478"/>
          <ac:inkMkLst>
            <pc:docMk/>
            <pc:sldMk cId="2495403871" sldId="280"/>
            <ac:inkMk id="5" creationId="{123AB49A-265D-A46E-853D-77C23C270E67}"/>
          </ac:inkMkLst>
        </pc:inkChg>
      </pc:sldChg>
      <pc:sldChg chg="addSp delSp modSp mod modTransition modAnim">
        <pc:chgData name="木村　湊" userId="18030a92-e387-4fb8-9fb3-56230bee2947" providerId="ADAL" clId="{76446DAB-3A6D-436C-82AC-7052ACC196C4}" dt="2025-02-12T04:04:54.144" v="5045"/>
        <pc:sldMkLst>
          <pc:docMk/>
          <pc:sldMk cId="203578381" sldId="281"/>
        </pc:sldMkLst>
        <pc:spChg chg="add mod">
          <ac:chgData name="木村　湊" userId="18030a92-e387-4fb8-9fb3-56230bee2947" providerId="ADAL" clId="{76446DAB-3A6D-436C-82AC-7052ACC196C4}" dt="2025-02-04T23:12:36.604" v="1499" actId="1076"/>
          <ac:spMkLst>
            <pc:docMk/>
            <pc:sldMk cId="203578381" sldId="281"/>
            <ac:spMk id="2" creationId="{4EFA1DDD-F320-F8D6-A08D-7E6E4CA98DF8}"/>
          </ac:spMkLst>
        </pc:spChg>
        <pc:spChg chg="add mod">
          <ac:chgData name="木村　湊" userId="18030a92-e387-4fb8-9fb3-56230bee2947" providerId="ADAL" clId="{76446DAB-3A6D-436C-82AC-7052ACC196C4}" dt="2025-02-04T23:12:53.517" v="1511" actId="20577"/>
          <ac:spMkLst>
            <pc:docMk/>
            <pc:sldMk cId="203578381" sldId="281"/>
            <ac:spMk id="3" creationId="{30A3FCFD-1DF3-48AC-96C3-97595CC40A81}"/>
          </ac:spMkLst>
        </pc:spChg>
        <pc:spChg chg="add del">
          <ac:chgData name="木村　湊" userId="18030a92-e387-4fb8-9fb3-56230bee2947" providerId="ADAL" clId="{76446DAB-3A6D-436C-82AC-7052ACC196C4}" dt="2025-02-04T23:11:52.294" v="1455" actId="478"/>
          <ac:spMkLst>
            <pc:docMk/>
            <pc:sldMk cId="203578381" sldId="281"/>
            <ac:spMk id="4" creationId="{63E0888C-642C-9B85-7D7B-E529D94F8C47}"/>
          </ac:spMkLst>
        </pc:spChg>
        <pc:spChg chg="add mod">
          <ac:chgData name="木村　湊" userId="18030a92-e387-4fb8-9fb3-56230bee2947" providerId="ADAL" clId="{76446DAB-3A6D-436C-82AC-7052ACC196C4}" dt="2025-02-04T23:21:42.207" v="2002" actId="20577"/>
          <ac:spMkLst>
            <pc:docMk/>
            <pc:sldMk cId="203578381" sldId="281"/>
            <ac:spMk id="5" creationId="{5C9F9376-BF8C-5CAE-1CC2-16924FFA91BF}"/>
          </ac:spMkLst>
        </pc:spChg>
        <pc:spChg chg="add del mod ord">
          <ac:chgData name="木村　湊" userId="18030a92-e387-4fb8-9fb3-56230bee2947" providerId="ADAL" clId="{76446DAB-3A6D-436C-82AC-7052ACC196C4}" dt="2025-02-04T23:20:33.715" v="1980" actId="1035"/>
          <ac:spMkLst>
            <pc:docMk/>
            <pc:sldMk cId="203578381" sldId="281"/>
            <ac:spMk id="6" creationId="{5BE165E1-594C-8D26-DD34-E23C8D216F94}"/>
          </ac:spMkLst>
        </pc:spChg>
        <pc:spChg chg="add del">
          <ac:chgData name="木村　湊" userId="18030a92-e387-4fb8-9fb3-56230bee2947" providerId="ADAL" clId="{76446DAB-3A6D-436C-82AC-7052ACC196C4}" dt="2025-02-04T23:11:52.294" v="1455" actId="478"/>
          <ac:spMkLst>
            <pc:docMk/>
            <pc:sldMk cId="203578381" sldId="281"/>
            <ac:spMk id="7" creationId="{B31DECBD-3260-157D-6DC2-3EF63EF17814}"/>
          </ac:spMkLst>
        </pc:spChg>
        <pc:spChg chg="add del">
          <ac:chgData name="木村　湊" userId="18030a92-e387-4fb8-9fb3-56230bee2947" providerId="ADAL" clId="{76446DAB-3A6D-436C-82AC-7052ACC196C4}" dt="2025-02-04T23:11:52.294" v="1455" actId="478"/>
          <ac:spMkLst>
            <pc:docMk/>
            <pc:sldMk cId="203578381" sldId="281"/>
            <ac:spMk id="8" creationId="{570AD2E5-D6F5-A324-25BD-4F8E1C75146B}"/>
          </ac:spMkLst>
        </pc:spChg>
        <pc:spChg chg="add del">
          <ac:chgData name="木村　湊" userId="18030a92-e387-4fb8-9fb3-56230bee2947" providerId="ADAL" clId="{76446DAB-3A6D-436C-82AC-7052ACC196C4}" dt="2025-02-04T23:11:52.294" v="1455" actId="478"/>
          <ac:spMkLst>
            <pc:docMk/>
            <pc:sldMk cId="203578381" sldId="281"/>
            <ac:spMk id="9" creationId="{8E47B5D6-F2E3-BC92-D8CC-43C09F803721}"/>
          </ac:spMkLst>
        </pc:spChg>
        <pc:spChg chg="add mod">
          <ac:chgData name="木村　湊" userId="18030a92-e387-4fb8-9fb3-56230bee2947" providerId="ADAL" clId="{76446DAB-3A6D-436C-82AC-7052ACC196C4}" dt="2025-02-04T23:20:33.715" v="1980" actId="1035"/>
          <ac:spMkLst>
            <pc:docMk/>
            <pc:sldMk cId="203578381" sldId="281"/>
            <ac:spMk id="14" creationId="{65BD20B0-17D1-6454-493C-029804BB2346}"/>
          </ac:spMkLst>
        </pc:spChg>
        <pc:spChg chg="add mod">
          <ac:chgData name="木村　湊" userId="18030a92-e387-4fb8-9fb3-56230bee2947" providerId="ADAL" clId="{76446DAB-3A6D-436C-82AC-7052ACC196C4}" dt="2025-02-04T23:20:33.715" v="1980" actId="1035"/>
          <ac:spMkLst>
            <pc:docMk/>
            <pc:sldMk cId="203578381" sldId="281"/>
            <ac:spMk id="16" creationId="{4AC4C9D9-4C95-3FED-76E4-F803C436DB65}"/>
          </ac:spMkLst>
        </pc:spChg>
        <pc:spChg chg="add del">
          <ac:chgData name="木村　湊" userId="18030a92-e387-4fb8-9fb3-56230bee2947" providerId="ADAL" clId="{76446DAB-3A6D-436C-82AC-7052ACC196C4}" dt="2025-02-04T23:11:35.307" v="1449" actId="478"/>
          <ac:spMkLst>
            <pc:docMk/>
            <pc:sldMk cId="203578381" sldId="281"/>
            <ac:spMk id="17" creationId="{73CDE449-97EC-4FCB-2853-F0EDA793A204}"/>
          </ac:spMkLst>
        </pc:spChg>
        <pc:spChg chg="del">
          <ac:chgData name="木村　湊" userId="18030a92-e387-4fb8-9fb3-56230bee2947" providerId="ADAL" clId="{76446DAB-3A6D-436C-82AC-7052ACC196C4}" dt="2025-02-04T23:11:35.307" v="1449" actId="478"/>
          <ac:spMkLst>
            <pc:docMk/>
            <pc:sldMk cId="203578381" sldId="281"/>
            <ac:spMk id="18" creationId="{4DD9ADBD-4AAA-D785-EA7D-2FB1A42C19FF}"/>
          </ac:spMkLst>
        </pc:spChg>
        <pc:spChg chg="add del">
          <ac:chgData name="木村　湊" userId="18030a92-e387-4fb8-9fb3-56230bee2947" providerId="ADAL" clId="{76446DAB-3A6D-436C-82AC-7052ACC196C4}" dt="2025-02-04T23:11:52.294" v="1455" actId="478"/>
          <ac:spMkLst>
            <pc:docMk/>
            <pc:sldMk cId="203578381" sldId="281"/>
            <ac:spMk id="19" creationId="{E2499517-E716-68DB-E086-CB9413FFF115}"/>
          </ac:spMkLst>
        </pc:spChg>
        <pc:spChg chg="add mod">
          <ac:chgData name="木村　湊" userId="18030a92-e387-4fb8-9fb3-56230bee2947" providerId="ADAL" clId="{76446DAB-3A6D-436C-82AC-7052ACC196C4}" dt="2025-02-04T23:20:33.715" v="1980" actId="1035"/>
          <ac:spMkLst>
            <pc:docMk/>
            <pc:sldMk cId="203578381" sldId="281"/>
            <ac:spMk id="20" creationId="{1C2DD8C1-8C66-0D2C-582E-C4948069343B}"/>
          </ac:spMkLst>
        </pc:spChg>
        <pc:spChg chg="add del">
          <ac:chgData name="木村　湊" userId="18030a92-e387-4fb8-9fb3-56230bee2947" providerId="ADAL" clId="{76446DAB-3A6D-436C-82AC-7052ACC196C4}" dt="2025-02-04T23:11:52.294" v="1455" actId="478"/>
          <ac:spMkLst>
            <pc:docMk/>
            <pc:sldMk cId="203578381" sldId="281"/>
            <ac:spMk id="22" creationId="{34D7BEE7-C03C-EA0F-8D88-F1C30F5BD71A}"/>
          </ac:spMkLst>
        </pc:spChg>
        <pc:spChg chg="add del">
          <ac:chgData name="木村　湊" userId="18030a92-e387-4fb8-9fb3-56230bee2947" providerId="ADAL" clId="{76446DAB-3A6D-436C-82AC-7052ACC196C4}" dt="2025-02-04T23:11:35.307" v="1449" actId="478"/>
          <ac:spMkLst>
            <pc:docMk/>
            <pc:sldMk cId="203578381" sldId="281"/>
            <ac:spMk id="23" creationId="{386FAB6F-3F12-2327-5DAE-CEF9093AEB71}"/>
          </ac:spMkLst>
        </pc:spChg>
        <pc:spChg chg="del">
          <ac:chgData name="木村　湊" userId="18030a92-e387-4fb8-9fb3-56230bee2947" providerId="ADAL" clId="{76446DAB-3A6D-436C-82AC-7052ACC196C4}" dt="2025-02-04T23:11:35.307" v="1449" actId="478"/>
          <ac:spMkLst>
            <pc:docMk/>
            <pc:sldMk cId="203578381" sldId="281"/>
            <ac:spMk id="24" creationId="{55544B50-7B14-C9FD-2E6B-2D9280B3B99E}"/>
          </ac:spMkLst>
        </pc:spChg>
        <pc:spChg chg="add mod ord">
          <ac:chgData name="木村　湊" userId="18030a92-e387-4fb8-9fb3-56230bee2947" providerId="ADAL" clId="{76446DAB-3A6D-436C-82AC-7052ACC196C4}" dt="2025-02-04T23:20:33.715" v="1980" actId="1035"/>
          <ac:spMkLst>
            <pc:docMk/>
            <pc:sldMk cId="203578381" sldId="281"/>
            <ac:spMk id="25" creationId="{1C0EC654-556B-C6C7-D0E0-462F3F4CC57B}"/>
          </ac:spMkLst>
        </pc:spChg>
        <pc:spChg chg="add mod ord">
          <ac:chgData name="木村　湊" userId="18030a92-e387-4fb8-9fb3-56230bee2947" providerId="ADAL" clId="{76446DAB-3A6D-436C-82AC-7052ACC196C4}" dt="2025-02-04T23:20:33.715" v="1980" actId="1035"/>
          <ac:spMkLst>
            <pc:docMk/>
            <pc:sldMk cId="203578381" sldId="281"/>
            <ac:spMk id="26" creationId="{D61CE8D4-DB38-2111-7D77-7A30DA12A84C}"/>
          </ac:spMkLst>
        </pc:spChg>
        <pc:spChg chg="add mod ord">
          <ac:chgData name="木村　湊" userId="18030a92-e387-4fb8-9fb3-56230bee2947" providerId="ADAL" clId="{76446DAB-3A6D-436C-82AC-7052ACC196C4}" dt="2025-02-05T05:06:07.690" v="4609" actId="14100"/>
          <ac:spMkLst>
            <pc:docMk/>
            <pc:sldMk cId="203578381" sldId="281"/>
            <ac:spMk id="27" creationId="{6DA4A176-52BE-A04C-F74E-7FCF6EC0D760}"/>
          </ac:spMkLst>
        </pc:spChg>
        <pc:spChg chg="del">
          <ac:chgData name="木村　湊" userId="18030a92-e387-4fb8-9fb3-56230bee2947" providerId="ADAL" clId="{76446DAB-3A6D-436C-82AC-7052ACC196C4}" dt="2025-02-04T23:11:35.307" v="1449" actId="478"/>
          <ac:spMkLst>
            <pc:docMk/>
            <pc:sldMk cId="203578381" sldId="281"/>
            <ac:spMk id="28" creationId="{8C22F1A8-44EA-764B-6051-716F6C1EE76A}"/>
          </ac:spMkLst>
        </pc:spChg>
        <pc:spChg chg="del">
          <ac:chgData name="木村　湊" userId="18030a92-e387-4fb8-9fb3-56230bee2947" providerId="ADAL" clId="{76446DAB-3A6D-436C-82AC-7052ACC196C4}" dt="2025-02-04T23:11:58.362" v="1456" actId="478"/>
          <ac:spMkLst>
            <pc:docMk/>
            <pc:sldMk cId="203578381" sldId="281"/>
            <ac:spMk id="29" creationId="{4B82B18D-D800-E098-D8CC-C5CD348976EE}"/>
          </ac:spMkLst>
        </pc:spChg>
        <pc:spChg chg="del">
          <ac:chgData name="木村　湊" userId="18030a92-e387-4fb8-9fb3-56230bee2947" providerId="ADAL" clId="{76446DAB-3A6D-436C-82AC-7052ACC196C4}" dt="2025-02-04T23:11:58.362" v="1456" actId="478"/>
          <ac:spMkLst>
            <pc:docMk/>
            <pc:sldMk cId="203578381" sldId="281"/>
            <ac:spMk id="30" creationId="{462CABEA-6926-3B0B-A5CC-364B5164B3FB}"/>
          </ac:spMkLst>
        </pc:spChg>
        <pc:spChg chg="del">
          <ac:chgData name="木村　湊" userId="18030a92-e387-4fb8-9fb3-56230bee2947" providerId="ADAL" clId="{76446DAB-3A6D-436C-82AC-7052ACC196C4}" dt="2025-02-04T23:11:58.362" v="1456" actId="478"/>
          <ac:spMkLst>
            <pc:docMk/>
            <pc:sldMk cId="203578381" sldId="281"/>
            <ac:spMk id="31" creationId="{74E286B1-A598-715D-AFC3-84BF05B59D12}"/>
          </ac:spMkLst>
        </pc:spChg>
        <pc:spChg chg="del">
          <ac:chgData name="木村　湊" userId="18030a92-e387-4fb8-9fb3-56230bee2947" providerId="ADAL" clId="{76446DAB-3A6D-436C-82AC-7052ACC196C4}" dt="2025-02-04T23:11:58.362" v="1456" actId="478"/>
          <ac:spMkLst>
            <pc:docMk/>
            <pc:sldMk cId="203578381" sldId="281"/>
            <ac:spMk id="32" creationId="{E3D2D734-16F4-94EE-91CD-EEEB05A1F565}"/>
          </ac:spMkLst>
        </pc:spChg>
        <pc:spChg chg="add mod">
          <ac:chgData name="木村　湊" userId="18030a92-e387-4fb8-9fb3-56230bee2947" providerId="ADAL" clId="{76446DAB-3A6D-436C-82AC-7052ACC196C4}" dt="2025-02-05T00:35:46.142" v="2417" actId="14100"/>
          <ac:spMkLst>
            <pc:docMk/>
            <pc:sldMk cId="203578381" sldId="281"/>
            <ac:spMk id="33" creationId="{87EFEE97-D2F9-1976-87EB-D65AB2F19100}"/>
          </ac:spMkLst>
        </pc:spChg>
        <pc:spChg chg="add mod">
          <ac:chgData name="木村　湊" userId="18030a92-e387-4fb8-9fb3-56230bee2947" providerId="ADAL" clId="{76446DAB-3A6D-436C-82AC-7052ACC196C4}" dt="2025-02-05T00:35:32.285" v="2415" actId="14100"/>
          <ac:spMkLst>
            <pc:docMk/>
            <pc:sldMk cId="203578381" sldId="281"/>
            <ac:spMk id="34" creationId="{2F92DF89-C67B-8080-59FF-97EBCAED84FD}"/>
          </ac:spMkLst>
        </pc:spChg>
        <pc:spChg chg="add mod">
          <ac:chgData name="木村　湊" userId="18030a92-e387-4fb8-9fb3-56230bee2947" providerId="ADAL" clId="{76446DAB-3A6D-436C-82AC-7052ACC196C4}" dt="2025-02-05T00:35:54.351" v="2418" actId="1076"/>
          <ac:spMkLst>
            <pc:docMk/>
            <pc:sldMk cId="203578381" sldId="281"/>
            <ac:spMk id="35" creationId="{EEF2A485-4552-ADE6-16A1-2FD14EA6E183}"/>
          </ac:spMkLst>
        </pc:spChg>
        <pc:cxnChg chg="add del">
          <ac:chgData name="木村　湊" userId="18030a92-e387-4fb8-9fb3-56230bee2947" providerId="ADAL" clId="{76446DAB-3A6D-436C-82AC-7052ACC196C4}" dt="2025-02-04T23:11:52.294" v="1455" actId="478"/>
          <ac:cxnSpMkLst>
            <pc:docMk/>
            <pc:sldMk cId="203578381" sldId="281"/>
            <ac:cxnSpMk id="15" creationId="{937E83B3-6E19-2A8B-2B0C-CDC5DC756A8B}"/>
          </ac:cxnSpMkLst>
        </pc:cxnChg>
        <pc:cxnChg chg="add del">
          <ac:chgData name="木村　湊" userId="18030a92-e387-4fb8-9fb3-56230bee2947" providerId="ADAL" clId="{76446DAB-3A6D-436C-82AC-7052ACC196C4}" dt="2025-02-04T23:11:52.294" v="1455" actId="478"/>
          <ac:cxnSpMkLst>
            <pc:docMk/>
            <pc:sldMk cId="203578381" sldId="281"/>
            <ac:cxnSpMk id="21" creationId="{09CE8E1F-903E-5340-82F9-E13F791DF277}"/>
          </ac:cxnSpMkLst>
        </pc:cxnChg>
      </pc:sldChg>
      <pc:sldChg chg="del modTransition">
        <pc:chgData name="木村　湊" userId="18030a92-e387-4fb8-9fb3-56230bee2947" providerId="ADAL" clId="{76446DAB-3A6D-436C-82AC-7052ACC196C4}" dt="2025-02-05T00:40:02.973" v="2423" actId="47"/>
        <pc:sldMkLst>
          <pc:docMk/>
          <pc:sldMk cId="2087500597" sldId="282"/>
        </pc:sldMkLst>
      </pc:sldChg>
      <pc:sldChg chg="addSp delSp modSp del mod modTransition">
        <pc:chgData name="木村　湊" userId="18030a92-e387-4fb8-9fb3-56230bee2947" providerId="ADAL" clId="{76446DAB-3A6D-436C-82AC-7052ACC196C4}" dt="2025-02-05T04:35:14.980" v="3996" actId="47"/>
        <pc:sldMkLst>
          <pc:docMk/>
          <pc:sldMk cId="1481654492" sldId="283"/>
        </pc:sldMkLst>
        <pc:spChg chg="add del mod">
          <ac:chgData name="木村　湊" userId="18030a92-e387-4fb8-9fb3-56230bee2947" providerId="ADAL" clId="{76446DAB-3A6D-436C-82AC-7052ACC196C4}" dt="2025-02-05T03:53:59.306" v="3441"/>
          <ac:spMkLst>
            <pc:docMk/>
            <pc:sldMk cId="1481654492" sldId="283"/>
            <ac:spMk id="2" creationId="{C0BBCA42-819A-0765-592B-79159A5187CC}"/>
          </ac:spMkLst>
        </pc:spChg>
        <pc:spChg chg="add del mod">
          <ac:chgData name="木村　湊" userId="18030a92-e387-4fb8-9fb3-56230bee2947" providerId="ADAL" clId="{76446DAB-3A6D-436C-82AC-7052ACC196C4}" dt="2025-02-05T03:54:16.464" v="3443"/>
          <ac:spMkLst>
            <pc:docMk/>
            <pc:sldMk cId="1481654492" sldId="283"/>
            <ac:spMk id="3" creationId="{FA9080A2-1F3D-7343-523E-6364A79E4B64}"/>
          </ac:spMkLst>
        </pc:spChg>
        <pc:spChg chg="add del mod">
          <ac:chgData name="木村　湊" userId="18030a92-e387-4fb8-9fb3-56230bee2947" providerId="ADAL" clId="{76446DAB-3A6D-436C-82AC-7052ACC196C4}" dt="2025-02-05T03:54:29.201" v="3444"/>
          <ac:spMkLst>
            <pc:docMk/>
            <pc:sldMk cId="1481654492" sldId="283"/>
            <ac:spMk id="4" creationId="{76DFF216-4265-2B8F-086A-C05D56C6F08F}"/>
          </ac:spMkLst>
        </pc:spChg>
        <pc:spChg chg="add del mod">
          <ac:chgData name="木村　湊" userId="18030a92-e387-4fb8-9fb3-56230bee2947" providerId="ADAL" clId="{76446DAB-3A6D-436C-82AC-7052ACC196C4}" dt="2025-02-05T03:59:48.931" v="3507"/>
          <ac:spMkLst>
            <pc:docMk/>
            <pc:sldMk cId="1481654492" sldId="283"/>
            <ac:spMk id="5" creationId="{5F5B4CAA-7815-2D3E-4A6B-60F88AA81194}"/>
          </ac:spMkLst>
        </pc:spChg>
        <pc:spChg chg="add del mod">
          <ac:chgData name="木村　湊" userId="18030a92-e387-4fb8-9fb3-56230bee2947" providerId="ADAL" clId="{76446DAB-3A6D-436C-82AC-7052ACC196C4}" dt="2025-02-05T04:00:31.037" v="3513"/>
          <ac:spMkLst>
            <pc:docMk/>
            <pc:sldMk cId="1481654492" sldId="283"/>
            <ac:spMk id="6" creationId="{A54FC9A0-E3FB-A7B6-CE6E-D94A4BFEEFB5}"/>
          </ac:spMkLst>
        </pc:spChg>
        <pc:spChg chg="add del mod">
          <ac:chgData name="木村　湊" userId="18030a92-e387-4fb8-9fb3-56230bee2947" providerId="ADAL" clId="{76446DAB-3A6D-436C-82AC-7052ACC196C4}" dt="2025-02-05T03:59:55.487" v="3508"/>
          <ac:spMkLst>
            <pc:docMk/>
            <pc:sldMk cId="1481654492" sldId="283"/>
            <ac:spMk id="7" creationId="{7AF35722-5A97-FD02-71EE-9AD5A4E48F08}"/>
          </ac:spMkLst>
        </pc:spChg>
        <pc:spChg chg="add del mod">
          <ac:chgData name="木村　湊" userId="18030a92-e387-4fb8-9fb3-56230bee2947" providerId="ADAL" clId="{76446DAB-3A6D-436C-82AC-7052ACC196C4}" dt="2025-02-05T04:00:35.106" v="3514"/>
          <ac:spMkLst>
            <pc:docMk/>
            <pc:sldMk cId="1481654492" sldId="283"/>
            <ac:spMk id="8" creationId="{D41F625F-AFAF-872D-9C36-56704BD6DD8E}"/>
          </ac:spMkLst>
        </pc:spChg>
        <pc:spChg chg="add del mod">
          <ac:chgData name="木村　湊" userId="18030a92-e387-4fb8-9fb3-56230bee2947" providerId="ADAL" clId="{76446DAB-3A6D-436C-82AC-7052ACC196C4}" dt="2025-02-05T04:00:15.814" v="3509"/>
          <ac:spMkLst>
            <pc:docMk/>
            <pc:sldMk cId="1481654492" sldId="283"/>
            <ac:spMk id="9" creationId="{BC125585-FA50-6881-D674-623F26BAAF79}"/>
          </ac:spMkLst>
        </pc:spChg>
        <pc:spChg chg="add del mod">
          <ac:chgData name="木村　湊" userId="18030a92-e387-4fb8-9fb3-56230bee2947" providerId="ADAL" clId="{76446DAB-3A6D-436C-82AC-7052ACC196C4}" dt="2025-02-05T04:00:50.636" v="3515"/>
          <ac:spMkLst>
            <pc:docMk/>
            <pc:sldMk cId="1481654492" sldId="283"/>
            <ac:spMk id="10" creationId="{355FDAA2-BB3A-24C1-4503-BC0ADFC4CA16}"/>
          </ac:spMkLst>
        </pc:spChg>
        <pc:spChg chg="add del mod">
          <ac:chgData name="木村　湊" userId="18030a92-e387-4fb8-9fb3-56230bee2947" providerId="ADAL" clId="{76446DAB-3A6D-436C-82AC-7052ACC196C4}" dt="2025-02-05T04:00:20.202" v="3510"/>
          <ac:spMkLst>
            <pc:docMk/>
            <pc:sldMk cId="1481654492" sldId="283"/>
            <ac:spMk id="11" creationId="{BB7FC805-826F-8052-DF43-28E20577C1D8}"/>
          </ac:spMkLst>
        </pc:spChg>
        <pc:spChg chg="add del mod">
          <ac:chgData name="木村　湊" userId="18030a92-e387-4fb8-9fb3-56230bee2947" providerId="ADAL" clId="{76446DAB-3A6D-436C-82AC-7052ACC196C4}" dt="2025-02-05T04:00:54.926" v="3516"/>
          <ac:spMkLst>
            <pc:docMk/>
            <pc:sldMk cId="1481654492" sldId="283"/>
            <ac:spMk id="12" creationId="{F78EEE93-F84D-964E-F4DD-39B5E58E1362}"/>
          </ac:spMkLst>
        </pc:spChg>
        <pc:spChg chg="add del mod">
          <ac:chgData name="木村　湊" userId="18030a92-e387-4fb8-9fb3-56230bee2947" providerId="ADAL" clId="{76446DAB-3A6D-436C-82AC-7052ACC196C4}" dt="2025-02-05T04:00:23.296" v="3511"/>
          <ac:spMkLst>
            <pc:docMk/>
            <pc:sldMk cId="1481654492" sldId="283"/>
            <ac:spMk id="13" creationId="{E4BD86EF-546E-7851-3E05-6ECCF3E46196}"/>
          </ac:spMkLst>
        </pc:spChg>
        <pc:spChg chg="add del mod">
          <ac:chgData name="木村　湊" userId="18030a92-e387-4fb8-9fb3-56230bee2947" providerId="ADAL" clId="{76446DAB-3A6D-436C-82AC-7052ACC196C4}" dt="2025-02-05T04:01:00.135" v="3517"/>
          <ac:spMkLst>
            <pc:docMk/>
            <pc:sldMk cId="1481654492" sldId="283"/>
            <ac:spMk id="14" creationId="{7A032645-15BC-AF61-65CE-486BEB7CAC43}"/>
          </ac:spMkLst>
        </pc:spChg>
        <pc:spChg chg="add del mod">
          <ac:chgData name="木村　湊" userId="18030a92-e387-4fb8-9fb3-56230bee2947" providerId="ADAL" clId="{76446DAB-3A6D-436C-82AC-7052ACC196C4}" dt="2025-02-05T04:00:26.582" v="3512"/>
          <ac:spMkLst>
            <pc:docMk/>
            <pc:sldMk cId="1481654492" sldId="283"/>
            <ac:spMk id="15" creationId="{8A58CF11-2B25-108F-7A1B-6A7765A8AADD}"/>
          </ac:spMkLst>
        </pc:spChg>
        <pc:spChg chg="add del mod ord">
          <ac:chgData name="木村　湊" userId="18030a92-e387-4fb8-9fb3-56230bee2947" providerId="ADAL" clId="{76446DAB-3A6D-436C-82AC-7052ACC196C4}" dt="2025-02-05T03:53:59.306" v="3441"/>
          <ac:spMkLst>
            <pc:docMk/>
            <pc:sldMk cId="1481654492" sldId="283"/>
            <ac:spMk id="16" creationId="{CB81318B-0A8D-6292-7DCA-6E14DBF2A34A}"/>
          </ac:spMkLst>
        </pc:spChg>
        <pc:spChg chg="add mod">
          <ac:chgData name="木村　湊" userId="18030a92-e387-4fb8-9fb3-56230bee2947" providerId="ADAL" clId="{76446DAB-3A6D-436C-82AC-7052ACC196C4}" dt="2025-02-05T03:52:13.183" v="3426"/>
          <ac:spMkLst>
            <pc:docMk/>
            <pc:sldMk cId="1481654492" sldId="283"/>
            <ac:spMk id="17" creationId="{0EF42A58-2583-C070-D47B-677C5CDC8912}"/>
          </ac:spMkLst>
        </pc:spChg>
        <pc:spChg chg="add del mod ord">
          <ac:chgData name="木村　湊" userId="18030a92-e387-4fb8-9fb3-56230bee2947" providerId="ADAL" clId="{76446DAB-3A6D-436C-82AC-7052ACC196C4}" dt="2025-02-05T03:54:16.464" v="3443"/>
          <ac:spMkLst>
            <pc:docMk/>
            <pc:sldMk cId="1481654492" sldId="283"/>
            <ac:spMk id="18" creationId="{E325D651-11C7-EA6A-4159-D46C90F6F7FA}"/>
          </ac:spMkLst>
        </pc:spChg>
        <pc:spChg chg="add del mod ord">
          <ac:chgData name="木村　湊" userId="18030a92-e387-4fb8-9fb3-56230bee2947" providerId="ADAL" clId="{76446DAB-3A6D-436C-82AC-7052ACC196C4}" dt="2025-02-05T03:54:29.201" v="3444"/>
          <ac:spMkLst>
            <pc:docMk/>
            <pc:sldMk cId="1481654492" sldId="283"/>
            <ac:spMk id="19" creationId="{C242AAEC-FB62-1D4E-531E-C4ADB3E9F991}"/>
          </ac:spMkLst>
        </pc:spChg>
        <pc:spChg chg="mod">
          <ac:chgData name="木村　湊" userId="18030a92-e387-4fb8-9fb3-56230bee2947" providerId="ADAL" clId="{76446DAB-3A6D-436C-82AC-7052ACC196C4}" dt="2025-02-05T03:53:50.712" v="3439"/>
          <ac:spMkLst>
            <pc:docMk/>
            <pc:sldMk cId="1481654492" sldId="283"/>
            <ac:spMk id="20" creationId="{F6A4FF5D-678E-E878-4085-4750B5EDEF92}"/>
          </ac:spMkLst>
        </pc:spChg>
        <pc:spChg chg="del mo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21" creationId="{022CC915-15FA-B0A5-D497-256BD3B4A21C}"/>
          </ac:spMkLst>
        </pc:spChg>
        <pc:spChg chg="del mo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22" creationId="{3D401770-B494-93CE-E07C-22D4E1DE5C98}"/>
          </ac:spMkLst>
        </pc:spChg>
        <pc:spChg chg="del mo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23" creationId="{29705911-2817-A55E-30F3-EE9C0EF3E5E6}"/>
          </ac:spMkLst>
        </pc:spChg>
        <pc:spChg chg="add del mod">
          <ac:chgData name="木村　湊" userId="18030a92-e387-4fb8-9fb3-56230bee2947" providerId="ADAL" clId="{76446DAB-3A6D-436C-82AC-7052ACC196C4}" dt="2025-02-05T03:55:52.595" v="3457" actId="478"/>
          <ac:spMkLst>
            <pc:docMk/>
            <pc:sldMk cId="1481654492" sldId="283"/>
            <ac:spMk id="24" creationId="{CA8633BC-A07A-A2BF-03EB-33A8E5894B74}"/>
          </ac:spMkLst>
        </pc:spChg>
        <pc:spChg chg="add del mod ord">
          <ac:chgData name="木村　湊" userId="18030a92-e387-4fb8-9fb3-56230bee2947" providerId="ADAL" clId="{76446DAB-3A6D-436C-82AC-7052ACC196C4}" dt="2025-02-05T03:59:48.931" v="3507"/>
          <ac:spMkLst>
            <pc:docMk/>
            <pc:sldMk cId="1481654492" sldId="283"/>
            <ac:spMk id="25" creationId="{675431C8-C200-498C-0572-80E9B344116D}"/>
          </ac:spMkLst>
        </pc:spChg>
        <pc:spChg chg="add del mod ord">
          <ac:chgData name="木村　湊" userId="18030a92-e387-4fb8-9fb3-56230bee2947" providerId="ADAL" clId="{76446DAB-3A6D-436C-82AC-7052ACC196C4}" dt="2025-02-05T03:59:55.487" v="3508"/>
          <ac:spMkLst>
            <pc:docMk/>
            <pc:sldMk cId="1481654492" sldId="283"/>
            <ac:spMk id="26" creationId="{916359D4-37B1-9AD2-8BD4-79C1D81BB84F}"/>
          </ac:spMkLst>
        </pc:spChg>
        <pc:spChg chg="add del mod ord">
          <ac:chgData name="木村　湊" userId="18030a92-e387-4fb8-9fb3-56230bee2947" providerId="ADAL" clId="{76446DAB-3A6D-436C-82AC-7052ACC196C4}" dt="2025-02-05T04:00:15.814" v="3509"/>
          <ac:spMkLst>
            <pc:docMk/>
            <pc:sldMk cId="1481654492" sldId="283"/>
            <ac:spMk id="27" creationId="{F260A0CE-33A3-573D-89B5-243DDA67BCA4}"/>
          </ac:spMkLst>
        </pc:spChg>
        <pc:spChg chg="add del mod ord">
          <ac:chgData name="木村　湊" userId="18030a92-e387-4fb8-9fb3-56230bee2947" providerId="ADAL" clId="{76446DAB-3A6D-436C-82AC-7052ACC196C4}" dt="2025-02-05T04:00:20.202" v="3510"/>
          <ac:spMkLst>
            <pc:docMk/>
            <pc:sldMk cId="1481654492" sldId="283"/>
            <ac:spMk id="28" creationId="{CF0F821D-3A34-CA00-FD66-99ED1586FA0A}"/>
          </ac:spMkLst>
        </pc:spChg>
        <pc:spChg chg="add del mod ord">
          <ac:chgData name="木村　湊" userId="18030a92-e387-4fb8-9fb3-56230bee2947" providerId="ADAL" clId="{76446DAB-3A6D-436C-82AC-7052ACC196C4}" dt="2025-02-05T04:00:23.296" v="3511"/>
          <ac:spMkLst>
            <pc:docMk/>
            <pc:sldMk cId="1481654492" sldId="283"/>
            <ac:spMk id="29" creationId="{0586DDDC-DF11-B417-6114-399F52C5A9D3}"/>
          </ac:spMkLst>
        </pc:spChg>
        <pc:spChg chg="add del mod ord">
          <ac:chgData name="木村　湊" userId="18030a92-e387-4fb8-9fb3-56230bee2947" providerId="ADAL" clId="{76446DAB-3A6D-436C-82AC-7052ACC196C4}" dt="2025-02-05T04:00:26.582" v="3512"/>
          <ac:spMkLst>
            <pc:docMk/>
            <pc:sldMk cId="1481654492" sldId="283"/>
            <ac:spMk id="30" creationId="{A1D53377-A1A0-43C8-7235-D07D185FA99E}"/>
          </ac:spMkLst>
        </pc:spChg>
        <pc:spChg chg="add del mod ord">
          <ac:chgData name="木村　湊" userId="18030a92-e387-4fb8-9fb3-56230bee2947" providerId="ADAL" clId="{76446DAB-3A6D-436C-82AC-7052ACC196C4}" dt="2025-02-05T04:00:31.037" v="3513"/>
          <ac:spMkLst>
            <pc:docMk/>
            <pc:sldMk cId="1481654492" sldId="283"/>
            <ac:spMk id="31" creationId="{E88726B1-7C3A-E048-8047-9A6FD4B61BFA}"/>
          </ac:spMkLst>
        </pc:spChg>
        <pc:spChg chg="add del mod ord">
          <ac:chgData name="木村　湊" userId="18030a92-e387-4fb8-9fb3-56230bee2947" providerId="ADAL" clId="{76446DAB-3A6D-436C-82AC-7052ACC196C4}" dt="2025-02-05T04:00:35.106" v="3514"/>
          <ac:spMkLst>
            <pc:docMk/>
            <pc:sldMk cId="1481654492" sldId="283"/>
            <ac:spMk id="32" creationId="{3BD028E9-4127-28DA-38E5-00C39334AA42}"/>
          </ac:spMkLst>
        </pc:spChg>
        <pc:spChg chg="add del mod ord">
          <ac:chgData name="木村　湊" userId="18030a92-e387-4fb8-9fb3-56230bee2947" providerId="ADAL" clId="{76446DAB-3A6D-436C-82AC-7052ACC196C4}" dt="2025-02-05T04:00:50.636" v="3515"/>
          <ac:spMkLst>
            <pc:docMk/>
            <pc:sldMk cId="1481654492" sldId="283"/>
            <ac:spMk id="33" creationId="{687AB6ED-466C-8D16-AD3D-7CFC2881F449}"/>
          </ac:spMkLst>
        </pc:spChg>
        <pc:spChg chg="add del mod ord">
          <ac:chgData name="木村　湊" userId="18030a92-e387-4fb8-9fb3-56230bee2947" providerId="ADAL" clId="{76446DAB-3A6D-436C-82AC-7052ACC196C4}" dt="2025-02-05T04:00:54.926" v="3516"/>
          <ac:spMkLst>
            <pc:docMk/>
            <pc:sldMk cId="1481654492" sldId="283"/>
            <ac:spMk id="34" creationId="{5EF4BB85-C25C-E2C0-A7F1-00B09A78B48F}"/>
          </ac:spMkLst>
        </pc:spChg>
        <pc:spChg chg="add del mod ord">
          <ac:chgData name="木村　湊" userId="18030a92-e387-4fb8-9fb3-56230bee2947" providerId="ADAL" clId="{76446DAB-3A6D-436C-82AC-7052ACC196C4}" dt="2025-02-05T04:01:00.135" v="3517"/>
          <ac:spMkLst>
            <pc:docMk/>
            <pc:sldMk cId="1481654492" sldId="283"/>
            <ac:spMk id="35" creationId="{BE538630-0FA3-2E26-6CDF-47538CAB81F2}"/>
          </ac:spMkLst>
        </pc:spChg>
        <pc:spChg chg="del mod or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36" creationId="{B40F9A50-0C74-3D7F-221D-C3442998A2C0}"/>
          </ac:spMkLst>
        </pc:spChg>
        <pc:spChg chg="del mod or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37" creationId="{F4440453-C88C-9660-5C3E-01185CF44823}"/>
          </ac:spMkLst>
        </pc:spChg>
        <pc:spChg chg="del mod or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38" creationId="{A0E12465-AF11-66B3-A713-B99211A81A8C}"/>
          </ac:spMkLst>
        </pc:spChg>
        <pc:spChg chg="del mod or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39" creationId="{6668EB27-F0AC-0830-9BD0-C20B9018517B}"/>
          </ac:spMkLst>
        </pc:spChg>
        <pc:spChg chg="del mod or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40" creationId="{83B90751-CE9F-5A1E-4834-55583280EA8A}"/>
          </ac:spMkLst>
        </pc:spChg>
        <pc:spChg chg="del mod or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41" creationId="{E7848467-FBF8-A259-0D0B-C82ABA32F3FA}"/>
          </ac:spMkLst>
        </pc:spChg>
        <pc:spChg chg="del mod or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42" creationId="{A6AA5674-0E9D-FF15-70E4-D6DCE50D57AB}"/>
          </ac:spMkLst>
        </pc:spChg>
        <pc:spChg chg="del mod or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43" creationId="{D6715369-8DC9-095E-7160-5E44A5DD0C35}"/>
          </ac:spMkLst>
        </pc:spChg>
        <pc:spChg chg="del mod or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44" creationId="{5431CA0D-3098-59CF-53BB-F541291C9A5A}"/>
          </ac:spMkLst>
        </pc:spChg>
        <pc:spChg chg="del mod or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45" creationId="{8698933F-8485-10DF-ED87-90370B5966B4}"/>
          </ac:spMkLst>
        </pc:spChg>
        <pc:spChg chg="del mod ord">
          <ac:chgData name="木村　湊" userId="18030a92-e387-4fb8-9fb3-56230bee2947" providerId="ADAL" clId="{76446DAB-3A6D-436C-82AC-7052ACC196C4}" dt="2025-02-05T04:07:48.553" v="3595" actId="478"/>
          <ac:spMkLst>
            <pc:docMk/>
            <pc:sldMk cId="1481654492" sldId="283"/>
            <ac:spMk id="46" creationId="{C3A8A2DA-6ED5-BF4D-C5FB-6308EDB804C5}"/>
          </ac:spMkLst>
        </pc:spChg>
        <pc:spChg chg="add del mod">
          <ac:chgData name="木村　湊" userId="18030a92-e387-4fb8-9fb3-56230bee2947" providerId="ADAL" clId="{76446DAB-3A6D-436C-82AC-7052ACC196C4}" dt="2025-02-05T04:10:57.734" v="3655"/>
          <ac:spMkLst>
            <pc:docMk/>
            <pc:sldMk cId="1481654492" sldId="283"/>
            <ac:spMk id="47" creationId="{742F33AB-49FB-C182-9E81-44A4F963DA60}"/>
          </ac:spMkLst>
        </pc:spChg>
        <pc:spChg chg="add del mod">
          <ac:chgData name="木村　湊" userId="18030a92-e387-4fb8-9fb3-56230bee2947" providerId="ADAL" clId="{76446DAB-3A6D-436C-82AC-7052ACC196C4}" dt="2025-02-05T04:10:57.734" v="3655"/>
          <ac:spMkLst>
            <pc:docMk/>
            <pc:sldMk cId="1481654492" sldId="283"/>
            <ac:spMk id="48" creationId="{52BB6577-DEFA-1CF1-BC9F-B32D0F9770C7}"/>
          </ac:spMkLst>
        </pc:spChg>
        <pc:spChg chg="mod">
          <ac:chgData name="木村　湊" userId="18030a92-e387-4fb8-9fb3-56230bee2947" providerId="ADAL" clId="{76446DAB-3A6D-436C-82AC-7052ACC196C4}" dt="2025-02-05T04:10:44.681" v="3640"/>
          <ac:spMkLst>
            <pc:docMk/>
            <pc:sldMk cId="1481654492" sldId="283"/>
            <ac:spMk id="49" creationId="{D5886059-AEB9-542F-4F00-E1CCBC0436A5}"/>
          </ac:spMkLst>
        </pc:spChg>
        <pc:spChg chg="mod">
          <ac:chgData name="木村　湊" userId="18030a92-e387-4fb8-9fb3-56230bee2947" providerId="ADAL" clId="{76446DAB-3A6D-436C-82AC-7052ACC196C4}" dt="2025-02-05T04:31:07.053" v="3960" actId="1076"/>
          <ac:spMkLst>
            <pc:docMk/>
            <pc:sldMk cId="1481654492" sldId="283"/>
            <ac:spMk id="50" creationId="{2E5BD15C-7A8E-D3CC-8F78-26157395FD1D}"/>
          </ac:spMkLst>
        </pc:spChg>
        <pc:spChg chg="add del mod ord">
          <ac:chgData name="木村　湊" userId="18030a92-e387-4fb8-9fb3-56230bee2947" providerId="ADAL" clId="{76446DAB-3A6D-436C-82AC-7052ACC196C4}" dt="2025-02-05T04:12:39.556" v="3719"/>
          <ac:spMkLst>
            <pc:docMk/>
            <pc:sldMk cId="1481654492" sldId="283"/>
            <ac:spMk id="51" creationId="{E277676B-8985-EE15-6FC9-9DDEB6EEEC4F}"/>
          </ac:spMkLst>
        </pc:spChg>
        <pc:spChg chg="add del">
          <ac:chgData name="木村　湊" userId="18030a92-e387-4fb8-9fb3-56230bee2947" providerId="ADAL" clId="{76446DAB-3A6D-436C-82AC-7052ACC196C4}" dt="2025-02-05T04:12:39.556" v="3719"/>
          <ac:spMkLst>
            <pc:docMk/>
            <pc:sldMk cId="1481654492" sldId="283"/>
            <ac:spMk id="52" creationId="{15C8C733-E1C7-7FAB-3E66-EEBDE17061EB}"/>
          </ac:spMkLst>
        </pc:spChg>
        <pc:spChg chg="del mod">
          <ac:chgData name="木村　湊" userId="18030a92-e387-4fb8-9fb3-56230bee2947" providerId="ADAL" clId="{76446DAB-3A6D-436C-82AC-7052ACC196C4}" dt="2025-02-05T04:25:08.407" v="3925" actId="478"/>
          <ac:spMkLst>
            <pc:docMk/>
            <pc:sldMk cId="1481654492" sldId="283"/>
            <ac:spMk id="53" creationId="{DF234E2E-9F49-1B34-09AD-A3CE27D3C3BA}"/>
          </ac:spMkLst>
        </pc:spChg>
        <pc:spChg chg="add del mod">
          <ac:chgData name="木村　湊" userId="18030a92-e387-4fb8-9fb3-56230bee2947" providerId="ADAL" clId="{76446DAB-3A6D-436C-82AC-7052ACC196C4}" dt="2025-02-05T04:20:45.695" v="3828"/>
          <ac:spMkLst>
            <pc:docMk/>
            <pc:sldMk cId="1481654492" sldId="283"/>
            <ac:spMk id="54" creationId="{1A7ACBF4-40DF-9167-4D37-8710B8642689}"/>
          </ac:spMkLst>
        </pc:spChg>
        <pc:spChg chg="add del">
          <ac:chgData name="木村　湊" userId="18030a92-e387-4fb8-9fb3-56230bee2947" providerId="ADAL" clId="{76446DAB-3A6D-436C-82AC-7052ACC196C4}" dt="2025-02-05T04:18:31.736" v="3727" actId="11529"/>
          <ac:spMkLst>
            <pc:docMk/>
            <pc:sldMk cId="1481654492" sldId="283"/>
            <ac:spMk id="55" creationId="{0C2CADF1-3527-F26B-A1D1-07B1E6D776D6}"/>
          </ac:spMkLst>
        </pc:spChg>
        <pc:spChg chg="add del mod">
          <ac:chgData name="木村　湊" userId="18030a92-e387-4fb8-9fb3-56230bee2947" providerId="ADAL" clId="{76446DAB-3A6D-436C-82AC-7052ACC196C4}" dt="2025-02-05T04:20:45.695" v="3828"/>
          <ac:spMkLst>
            <pc:docMk/>
            <pc:sldMk cId="1481654492" sldId="283"/>
            <ac:spMk id="56" creationId="{E0C01460-463E-85D8-18EC-345DEF3A4F44}"/>
          </ac:spMkLst>
        </pc:spChg>
        <pc:spChg chg="add mod">
          <ac:chgData name="木村　湊" userId="18030a92-e387-4fb8-9fb3-56230bee2947" providerId="ADAL" clId="{76446DAB-3A6D-436C-82AC-7052ACC196C4}" dt="2025-02-05T04:19:33.372" v="3807"/>
          <ac:spMkLst>
            <pc:docMk/>
            <pc:sldMk cId="1481654492" sldId="283"/>
            <ac:spMk id="57" creationId="{26D8EC9E-255E-07B6-12D4-CBF7759697C1}"/>
          </ac:spMkLst>
        </pc:spChg>
        <pc:spChg chg="add mod">
          <ac:chgData name="木村　湊" userId="18030a92-e387-4fb8-9fb3-56230bee2947" providerId="ADAL" clId="{76446DAB-3A6D-436C-82AC-7052ACC196C4}" dt="2025-02-05T04:19:33.913" v="3808"/>
          <ac:spMkLst>
            <pc:docMk/>
            <pc:sldMk cId="1481654492" sldId="283"/>
            <ac:spMk id="58" creationId="{462A9112-B927-64D3-D9FA-EA0CB45A2AFD}"/>
          </ac:spMkLst>
        </pc:spChg>
        <pc:spChg chg="add del mod">
          <ac:chgData name="木村　湊" userId="18030a92-e387-4fb8-9fb3-56230bee2947" providerId="ADAL" clId="{76446DAB-3A6D-436C-82AC-7052ACC196C4}" dt="2025-02-05T04:20:52.336" v="3829"/>
          <ac:spMkLst>
            <pc:docMk/>
            <pc:sldMk cId="1481654492" sldId="283"/>
            <ac:spMk id="59" creationId="{21CD9AD0-FC47-6DFD-AD73-066DEAB21248}"/>
          </ac:spMkLst>
        </pc:spChg>
        <pc:spChg chg="add del mod">
          <ac:chgData name="木村　湊" userId="18030a92-e387-4fb8-9fb3-56230bee2947" providerId="ADAL" clId="{76446DAB-3A6D-436C-82AC-7052ACC196C4}" dt="2025-02-05T04:20:52.336" v="3829"/>
          <ac:spMkLst>
            <pc:docMk/>
            <pc:sldMk cId="1481654492" sldId="283"/>
            <ac:spMk id="60" creationId="{32D56DF3-65B5-2A0F-65C4-E38CB7DFBC95}"/>
          </ac:spMkLst>
        </pc:spChg>
        <pc:spChg chg="add del mod">
          <ac:chgData name="木村　湊" userId="18030a92-e387-4fb8-9fb3-56230bee2947" providerId="ADAL" clId="{76446DAB-3A6D-436C-82AC-7052ACC196C4}" dt="2025-02-05T04:20:55.738" v="3830"/>
          <ac:spMkLst>
            <pc:docMk/>
            <pc:sldMk cId="1481654492" sldId="283"/>
            <ac:spMk id="61" creationId="{6E5503FD-8957-E24C-8850-F1D6317B927A}"/>
          </ac:spMkLst>
        </pc:spChg>
        <pc:spChg chg="add del mod">
          <ac:chgData name="木村　湊" userId="18030a92-e387-4fb8-9fb3-56230bee2947" providerId="ADAL" clId="{76446DAB-3A6D-436C-82AC-7052ACC196C4}" dt="2025-02-05T04:20:55.738" v="3830"/>
          <ac:spMkLst>
            <pc:docMk/>
            <pc:sldMk cId="1481654492" sldId="283"/>
            <ac:spMk id="62" creationId="{F166DCF3-C4B7-E61D-2B19-FA506FC791B0}"/>
          </ac:spMkLst>
        </pc:spChg>
        <pc:spChg chg="mod">
          <ac:chgData name="木村　湊" userId="18030a92-e387-4fb8-9fb3-56230bee2947" providerId="ADAL" clId="{76446DAB-3A6D-436C-82AC-7052ACC196C4}" dt="2025-02-05T04:31:07.053" v="3960" actId="1076"/>
          <ac:spMkLst>
            <pc:docMk/>
            <pc:sldMk cId="1481654492" sldId="283"/>
            <ac:spMk id="63" creationId="{F6F324B1-DA77-BB11-D3BF-F676925E0E6D}"/>
          </ac:spMkLst>
        </pc:spChg>
        <pc:spChg chg="mod">
          <ac:chgData name="木村　湊" userId="18030a92-e387-4fb8-9fb3-56230bee2947" providerId="ADAL" clId="{76446DAB-3A6D-436C-82AC-7052ACC196C4}" dt="2025-02-05T04:31:07.053" v="3960" actId="1076"/>
          <ac:spMkLst>
            <pc:docMk/>
            <pc:sldMk cId="1481654492" sldId="283"/>
            <ac:spMk id="64" creationId="{2F47D59D-9D1B-8C9E-9E4E-4D35B34CBB7E}"/>
          </ac:spMkLst>
        </pc:spChg>
        <pc:spChg chg="mod">
          <ac:chgData name="木村　湊" userId="18030a92-e387-4fb8-9fb3-56230bee2947" providerId="ADAL" clId="{76446DAB-3A6D-436C-82AC-7052ACC196C4}" dt="2025-02-05T04:31:07.053" v="3960" actId="1076"/>
          <ac:spMkLst>
            <pc:docMk/>
            <pc:sldMk cId="1481654492" sldId="283"/>
            <ac:spMk id="65" creationId="{D93F6287-B12E-D799-66BD-38880D71B795}"/>
          </ac:spMkLst>
        </pc:spChg>
        <pc:spChg chg="add del mod">
          <ac:chgData name="木村　湊" userId="18030a92-e387-4fb8-9fb3-56230bee2947" providerId="ADAL" clId="{76446DAB-3A6D-436C-82AC-7052ACC196C4}" dt="2025-02-05T04:25:25.968" v="3928"/>
          <ac:spMkLst>
            <pc:docMk/>
            <pc:sldMk cId="1481654492" sldId="283"/>
            <ac:spMk id="66" creationId="{ECD8E139-7ABE-E79E-AD0F-C176A1D6C8FA}"/>
          </ac:spMkLst>
        </pc:spChg>
        <pc:spChg chg="add del mod">
          <ac:chgData name="木村　湊" userId="18030a92-e387-4fb8-9fb3-56230bee2947" providerId="ADAL" clId="{76446DAB-3A6D-436C-82AC-7052ACC196C4}" dt="2025-02-05T04:25:25.968" v="3928"/>
          <ac:spMkLst>
            <pc:docMk/>
            <pc:sldMk cId="1481654492" sldId="283"/>
            <ac:spMk id="67" creationId="{454D7B5C-AB68-32B7-6D30-0E93E5548A55}"/>
          </ac:spMkLst>
        </pc:spChg>
        <pc:spChg chg="add del mod">
          <ac:chgData name="木村　湊" userId="18030a92-e387-4fb8-9fb3-56230bee2947" providerId="ADAL" clId="{76446DAB-3A6D-436C-82AC-7052ACC196C4}" dt="2025-02-05T04:25:29.086" v="3929"/>
          <ac:spMkLst>
            <pc:docMk/>
            <pc:sldMk cId="1481654492" sldId="283"/>
            <ac:spMk id="68" creationId="{CA183323-8FC3-1C47-2AD7-E7A32EFDA6DE}"/>
          </ac:spMkLst>
        </pc:spChg>
        <pc:spChg chg="add del mod">
          <ac:chgData name="木村　湊" userId="18030a92-e387-4fb8-9fb3-56230bee2947" providerId="ADAL" clId="{76446DAB-3A6D-436C-82AC-7052ACC196C4}" dt="2025-02-05T04:25:29.086" v="3929"/>
          <ac:spMkLst>
            <pc:docMk/>
            <pc:sldMk cId="1481654492" sldId="283"/>
            <ac:spMk id="69" creationId="{44874865-3B76-A287-F6F8-B794D4522B99}"/>
          </ac:spMkLst>
        </pc:spChg>
        <pc:spChg chg="add del mod">
          <ac:chgData name="木村　湊" userId="18030a92-e387-4fb8-9fb3-56230bee2947" providerId="ADAL" clId="{76446DAB-3A6D-436C-82AC-7052ACC196C4}" dt="2025-02-05T04:25:41.369" v="3930"/>
          <ac:spMkLst>
            <pc:docMk/>
            <pc:sldMk cId="1481654492" sldId="283"/>
            <ac:spMk id="70" creationId="{BC93FEC5-35FA-0911-F397-399922CBF3F4}"/>
          </ac:spMkLst>
        </pc:spChg>
        <pc:spChg chg="add del mod">
          <ac:chgData name="木村　湊" userId="18030a92-e387-4fb8-9fb3-56230bee2947" providerId="ADAL" clId="{76446DAB-3A6D-436C-82AC-7052ACC196C4}" dt="2025-02-05T04:25:41.369" v="3930"/>
          <ac:spMkLst>
            <pc:docMk/>
            <pc:sldMk cId="1481654492" sldId="283"/>
            <ac:spMk id="71" creationId="{3A887D88-E4AB-EEE0-BDFA-E67232234544}"/>
          </ac:spMkLst>
        </pc:spChg>
        <pc:spChg chg="add del mod">
          <ac:chgData name="木村　湊" userId="18030a92-e387-4fb8-9fb3-56230bee2947" providerId="ADAL" clId="{76446DAB-3A6D-436C-82AC-7052ACC196C4}" dt="2025-02-05T04:25:50.490" v="3931"/>
          <ac:spMkLst>
            <pc:docMk/>
            <pc:sldMk cId="1481654492" sldId="283"/>
            <ac:spMk id="72" creationId="{BD04F07A-224D-13B4-F650-EDA09EA9F675}"/>
          </ac:spMkLst>
        </pc:spChg>
        <pc:spChg chg="add del mod">
          <ac:chgData name="木村　湊" userId="18030a92-e387-4fb8-9fb3-56230bee2947" providerId="ADAL" clId="{76446DAB-3A6D-436C-82AC-7052ACC196C4}" dt="2025-02-05T04:25:50.490" v="3931"/>
          <ac:spMkLst>
            <pc:docMk/>
            <pc:sldMk cId="1481654492" sldId="283"/>
            <ac:spMk id="73" creationId="{9D5CE783-398A-64E7-5DB5-DA468227B5BD}"/>
          </ac:spMkLst>
        </pc:spChg>
        <pc:spChg chg="add del mod">
          <ac:chgData name="木村　湊" userId="18030a92-e387-4fb8-9fb3-56230bee2947" providerId="ADAL" clId="{76446DAB-3A6D-436C-82AC-7052ACC196C4}" dt="2025-02-05T04:25:55.075" v="3932"/>
          <ac:spMkLst>
            <pc:docMk/>
            <pc:sldMk cId="1481654492" sldId="283"/>
            <ac:spMk id="74" creationId="{3C672A1D-096C-F3B3-8E99-1125DF8773FA}"/>
          </ac:spMkLst>
        </pc:spChg>
        <pc:spChg chg="add del mod">
          <ac:chgData name="木村　湊" userId="18030a92-e387-4fb8-9fb3-56230bee2947" providerId="ADAL" clId="{76446DAB-3A6D-436C-82AC-7052ACC196C4}" dt="2025-02-05T04:25:55.075" v="3932"/>
          <ac:spMkLst>
            <pc:docMk/>
            <pc:sldMk cId="1481654492" sldId="283"/>
            <ac:spMk id="75" creationId="{661B059F-8291-828D-D7FF-D2FED6C36A2F}"/>
          </ac:spMkLst>
        </pc:spChg>
        <pc:spChg chg="add del mod">
          <ac:chgData name="木村　湊" userId="18030a92-e387-4fb8-9fb3-56230bee2947" providerId="ADAL" clId="{76446DAB-3A6D-436C-82AC-7052ACC196C4}" dt="2025-02-05T04:26:03.708" v="3933"/>
          <ac:spMkLst>
            <pc:docMk/>
            <pc:sldMk cId="1481654492" sldId="283"/>
            <ac:spMk id="76" creationId="{2D611FA0-BE93-633F-8155-11D1E4A53D3B}"/>
          </ac:spMkLst>
        </pc:spChg>
        <pc:spChg chg="add del mod">
          <ac:chgData name="木村　湊" userId="18030a92-e387-4fb8-9fb3-56230bee2947" providerId="ADAL" clId="{76446DAB-3A6D-436C-82AC-7052ACC196C4}" dt="2025-02-05T04:26:03.708" v="3933"/>
          <ac:spMkLst>
            <pc:docMk/>
            <pc:sldMk cId="1481654492" sldId="283"/>
            <ac:spMk id="77" creationId="{F77A8587-33CB-44E1-95B0-CF4778CF74D6}"/>
          </ac:spMkLst>
        </pc:spChg>
        <pc:spChg chg="add del mod">
          <ac:chgData name="木村　湊" userId="18030a92-e387-4fb8-9fb3-56230bee2947" providerId="ADAL" clId="{76446DAB-3A6D-436C-82AC-7052ACC196C4}" dt="2025-02-05T04:26:09.448" v="3934"/>
          <ac:spMkLst>
            <pc:docMk/>
            <pc:sldMk cId="1481654492" sldId="283"/>
            <ac:spMk id="78" creationId="{A0C9647F-9793-F604-1D08-C8660DAB836D}"/>
          </ac:spMkLst>
        </pc:spChg>
        <pc:spChg chg="add del mod">
          <ac:chgData name="木村　湊" userId="18030a92-e387-4fb8-9fb3-56230bee2947" providerId="ADAL" clId="{76446DAB-3A6D-436C-82AC-7052ACC196C4}" dt="2025-02-05T04:26:09.448" v="3934"/>
          <ac:spMkLst>
            <pc:docMk/>
            <pc:sldMk cId="1481654492" sldId="283"/>
            <ac:spMk id="79" creationId="{0DAEE469-F438-0CB9-4FB9-122847680633}"/>
          </ac:spMkLst>
        </pc:spChg>
        <pc:spChg chg="add del mod">
          <ac:chgData name="木村　湊" userId="18030a92-e387-4fb8-9fb3-56230bee2947" providerId="ADAL" clId="{76446DAB-3A6D-436C-82AC-7052ACC196C4}" dt="2025-02-05T04:26:13.741" v="3935"/>
          <ac:spMkLst>
            <pc:docMk/>
            <pc:sldMk cId="1481654492" sldId="283"/>
            <ac:spMk id="80" creationId="{15D7D912-32DD-EDDC-049F-C1CF800C74B6}"/>
          </ac:spMkLst>
        </pc:spChg>
        <pc:spChg chg="add del mod">
          <ac:chgData name="木村　湊" userId="18030a92-e387-4fb8-9fb3-56230bee2947" providerId="ADAL" clId="{76446DAB-3A6D-436C-82AC-7052ACC196C4}" dt="2025-02-05T04:26:13.741" v="3935"/>
          <ac:spMkLst>
            <pc:docMk/>
            <pc:sldMk cId="1481654492" sldId="283"/>
            <ac:spMk id="81" creationId="{95233384-E359-CD0A-FFA5-A02325E2E9B1}"/>
          </ac:spMkLst>
        </pc:spChg>
        <pc:spChg chg="add mod">
          <ac:chgData name="木村　湊" userId="18030a92-e387-4fb8-9fb3-56230bee2947" providerId="ADAL" clId="{76446DAB-3A6D-436C-82AC-7052ACC196C4}" dt="2025-02-05T04:23:19.249" v="3892"/>
          <ac:spMkLst>
            <pc:docMk/>
            <pc:sldMk cId="1481654492" sldId="283"/>
            <ac:spMk id="82" creationId="{530766FA-393B-C17A-87CB-AB58A2B16F58}"/>
          </ac:spMkLst>
        </pc:spChg>
        <pc:spChg chg="add mod">
          <ac:chgData name="木村　湊" userId="18030a92-e387-4fb8-9fb3-56230bee2947" providerId="ADAL" clId="{76446DAB-3A6D-436C-82AC-7052ACC196C4}" dt="2025-02-05T04:23:19.249" v="3892"/>
          <ac:spMkLst>
            <pc:docMk/>
            <pc:sldMk cId="1481654492" sldId="283"/>
            <ac:spMk id="83" creationId="{DAB03FEB-CDD6-0808-60B0-4696B0578E05}"/>
          </ac:spMkLst>
        </pc:spChg>
        <pc:spChg chg="add del mod">
          <ac:chgData name="木村　湊" userId="18030a92-e387-4fb8-9fb3-56230bee2947" providerId="ADAL" clId="{76446DAB-3A6D-436C-82AC-7052ACC196C4}" dt="2025-02-05T04:26:17.446" v="3936"/>
          <ac:spMkLst>
            <pc:docMk/>
            <pc:sldMk cId="1481654492" sldId="283"/>
            <ac:spMk id="84" creationId="{58FC4B41-BBB0-FC8D-4C38-6701A03B9FE7}"/>
          </ac:spMkLst>
        </pc:spChg>
        <pc:spChg chg="add del mod">
          <ac:chgData name="木村　湊" userId="18030a92-e387-4fb8-9fb3-56230bee2947" providerId="ADAL" clId="{76446DAB-3A6D-436C-82AC-7052ACC196C4}" dt="2025-02-05T04:26:17.446" v="3936"/>
          <ac:spMkLst>
            <pc:docMk/>
            <pc:sldMk cId="1481654492" sldId="283"/>
            <ac:spMk id="85" creationId="{16DA3BFE-4651-3BEE-0F99-0AE569F0D8AB}"/>
          </ac:spMkLst>
        </pc:spChg>
        <pc:spChg chg="add del mod">
          <ac:chgData name="木村　湊" userId="18030a92-e387-4fb8-9fb3-56230bee2947" providerId="ADAL" clId="{76446DAB-3A6D-436C-82AC-7052ACC196C4}" dt="2025-02-05T04:26:22.140" v="3937"/>
          <ac:spMkLst>
            <pc:docMk/>
            <pc:sldMk cId="1481654492" sldId="283"/>
            <ac:spMk id="86" creationId="{8FAA457A-2714-78B3-2E5F-429ADBC4F902}"/>
          </ac:spMkLst>
        </pc:spChg>
        <pc:spChg chg="add del mod">
          <ac:chgData name="木村　湊" userId="18030a92-e387-4fb8-9fb3-56230bee2947" providerId="ADAL" clId="{76446DAB-3A6D-436C-82AC-7052ACC196C4}" dt="2025-02-05T04:26:22.140" v="3937"/>
          <ac:spMkLst>
            <pc:docMk/>
            <pc:sldMk cId="1481654492" sldId="283"/>
            <ac:spMk id="87" creationId="{1B9707D7-11B7-DCD0-815D-41CBF749533A}"/>
          </ac:spMkLst>
        </pc:spChg>
        <pc:spChg chg="add del mod">
          <ac:chgData name="木村　湊" userId="18030a92-e387-4fb8-9fb3-56230bee2947" providerId="ADAL" clId="{76446DAB-3A6D-436C-82AC-7052ACC196C4}" dt="2025-02-05T04:26:26.351" v="3938"/>
          <ac:spMkLst>
            <pc:docMk/>
            <pc:sldMk cId="1481654492" sldId="283"/>
            <ac:spMk id="88" creationId="{5B7BEB0D-C5C9-314B-74AA-737F74471BD4}"/>
          </ac:spMkLst>
        </pc:spChg>
        <pc:spChg chg="add del mod">
          <ac:chgData name="木村　湊" userId="18030a92-e387-4fb8-9fb3-56230bee2947" providerId="ADAL" clId="{76446DAB-3A6D-436C-82AC-7052ACC196C4}" dt="2025-02-05T04:26:26.351" v="3938"/>
          <ac:spMkLst>
            <pc:docMk/>
            <pc:sldMk cId="1481654492" sldId="283"/>
            <ac:spMk id="89" creationId="{0EA8A9BD-35D9-901B-BBAE-D3C9D2B33441}"/>
          </ac:spMkLst>
        </pc:spChg>
        <pc:spChg chg="add del mod">
          <ac:chgData name="木村　湊" userId="18030a92-e387-4fb8-9fb3-56230bee2947" providerId="ADAL" clId="{76446DAB-3A6D-436C-82AC-7052ACC196C4}" dt="2025-02-05T04:25:17.028" v="3926"/>
          <ac:spMkLst>
            <pc:docMk/>
            <pc:sldMk cId="1481654492" sldId="283"/>
            <ac:spMk id="90" creationId="{579E9510-3A3F-AC0F-C2A4-4D2494F9E8E5}"/>
          </ac:spMkLst>
        </pc:spChg>
        <pc:spChg chg="add del mod">
          <ac:chgData name="木村　湊" userId="18030a92-e387-4fb8-9fb3-56230bee2947" providerId="ADAL" clId="{76446DAB-3A6D-436C-82AC-7052ACC196C4}" dt="2025-02-05T04:25:17.028" v="3926"/>
          <ac:spMkLst>
            <pc:docMk/>
            <pc:sldMk cId="1481654492" sldId="283"/>
            <ac:spMk id="91" creationId="{4D7A6DD9-186F-EA19-A1EA-D009C607455C}"/>
          </ac:spMkLst>
        </pc:spChg>
        <pc:spChg chg="add del mod">
          <ac:chgData name="木村　湊" userId="18030a92-e387-4fb8-9fb3-56230bee2947" providerId="ADAL" clId="{76446DAB-3A6D-436C-82AC-7052ACC196C4}" dt="2025-02-05T04:25:21.753" v="3927"/>
          <ac:spMkLst>
            <pc:docMk/>
            <pc:sldMk cId="1481654492" sldId="283"/>
            <ac:spMk id="92" creationId="{33732E9A-9838-0404-5D00-DFECDA95EB51}"/>
          </ac:spMkLst>
        </pc:spChg>
        <pc:spChg chg="add del mod">
          <ac:chgData name="木村　湊" userId="18030a92-e387-4fb8-9fb3-56230bee2947" providerId="ADAL" clId="{76446DAB-3A6D-436C-82AC-7052ACC196C4}" dt="2025-02-05T04:25:21.753" v="3927"/>
          <ac:spMkLst>
            <pc:docMk/>
            <pc:sldMk cId="1481654492" sldId="283"/>
            <ac:spMk id="93" creationId="{B69674C4-10B4-CDF5-9E8A-CE9ADE097563}"/>
          </ac:spMkLst>
        </pc:spChg>
        <pc:spChg chg="mod">
          <ac:chgData name="木村　湊" userId="18030a92-e387-4fb8-9fb3-56230bee2947" providerId="ADAL" clId="{76446DAB-3A6D-436C-82AC-7052ACC196C4}" dt="2025-02-05T04:31:07.053" v="3960" actId="1076"/>
          <ac:spMkLst>
            <pc:docMk/>
            <pc:sldMk cId="1481654492" sldId="283"/>
            <ac:spMk id="94" creationId="{DEADD937-DE7A-584C-054A-DF9EF2F1C6D8}"/>
          </ac:spMkLst>
        </pc:spChg>
        <pc:spChg chg="mod">
          <ac:chgData name="木村　湊" userId="18030a92-e387-4fb8-9fb3-56230bee2947" providerId="ADAL" clId="{76446DAB-3A6D-436C-82AC-7052ACC196C4}" dt="2025-02-05T04:31:07.053" v="3960" actId="1076"/>
          <ac:spMkLst>
            <pc:docMk/>
            <pc:sldMk cId="1481654492" sldId="283"/>
            <ac:spMk id="95" creationId="{06906C02-0FA6-6729-5598-0F76F8CD752F}"/>
          </ac:spMkLst>
        </pc:spChg>
        <pc:spChg chg="mod">
          <ac:chgData name="木村　湊" userId="18030a92-e387-4fb8-9fb3-56230bee2947" providerId="ADAL" clId="{76446DAB-3A6D-436C-82AC-7052ACC196C4}" dt="2025-02-05T04:31:17.833" v="3961" actId="1076"/>
          <ac:spMkLst>
            <pc:docMk/>
            <pc:sldMk cId="1481654492" sldId="283"/>
            <ac:spMk id="96" creationId="{453FEC47-BD14-D857-05C9-F51D3DE3A02B}"/>
          </ac:spMkLst>
        </pc:spChg>
        <pc:spChg chg="mod">
          <ac:chgData name="木村　湊" userId="18030a92-e387-4fb8-9fb3-56230bee2947" providerId="ADAL" clId="{76446DAB-3A6D-436C-82AC-7052ACC196C4}" dt="2025-02-05T04:33:39.744" v="3978" actId="1076"/>
          <ac:spMkLst>
            <pc:docMk/>
            <pc:sldMk cId="1481654492" sldId="283"/>
            <ac:spMk id="97" creationId="{9A8B150D-08C0-546D-9C61-E97AF026818A}"/>
          </ac:spMkLst>
        </pc:spChg>
        <pc:spChg chg="mod">
          <ac:chgData name="木村　湊" userId="18030a92-e387-4fb8-9fb3-56230bee2947" providerId="ADAL" clId="{76446DAB-3A6D-436C-82AC-7052ACC196C4}" dt="2025-02-05T04:33:51.680" v="3981" actId="1076"/>
          <ac:spMkLst>
            <pc:docMk/>
            <pc:sldMk cId="1481654492" sldId="283"/>
            <ac:spMk id="98" creationId="{AAED6BD3-9BA6-7A4C-2777-274CA66721AD}"/>
          </ac:spMkLst>
        </pc:spChg>
        <pc:spChg chg="mod">
          <ac:chgData name="木村　湊" userId="18030a92-e387-4fb8-9fb3-56230bee2947" providerId="ADAL" clId="{76446DAB-3A6D-436C-82AC-7052ACC196C4}" dt="2025-02-05T04:33:58.346" v="3982" actId="1076"/>
          <ac:spMkLst>
            <pc:docMk/>
            <pc:sldMk cId="1481654492" sldId="283"/>
            <ac:spMk id="99" creationId="{665E337B-7BCD-2336-E503-F0F725BB3C32}"/>
          </ac:spMkLst>
        </pc:spChg>
        <pc:spChg chg="mod">
          <ac:chgData name="木村　湊" userId="18030a92-e387-4fb8-9fb3-56230bee2947" providerId="ADAL" clId="{76446DAB-3A6D-436C-82AC-7052ACC196C4}" dt="2025-02-05T04:34:09.659" v="3985" actId="1076"/>
          <ac:spMkLst>
            <pc:docMk/>
            <pc:sldMk cId="1481654492" sldId="283"/>
            <ac:spMk id="100" creationId="{DCBBB0C1-1C04-5B28-0AB0-0FBD6C6343C4}"/>
          </ac:spMkLst>
        </pc:spChg>
        <pc:spChg chg="mod">
          <ac:chgData name="木村　湊" userId="18030a92-e387-4fb8-9fb3-56230bee2947" providerId="ADAL" clId="{76446DAB-3A6D-436C-82AC-7052ACC196C4}" dt="2025-02-05T04:34:24.101" v="3987" actId="1076"/>
          <ac:spMkLst>
            <pc:docMk/>
            <pc:sldMk cId="1481654492" sldId="283"/>
            <ac:spMk id="101" creationId="{1B580DA4-FE29-D6F0-B6C5-E178A28E932D}"/>
          </ac:spMkLst>
        </pc:spChg>
        <pc:spChg chg="mod">
          <ac:chgData name="木村　湊" userId="18030a92-e387-4fb8-9fb3-56230bee2947" providerId="ADAL" clId="{76446DAB-3A6D-436C-82AC-7052ACC196C4}" dt="2025-02-05T04:34:28.923" v="3988" actId="1076"/>
          <ac:spMkLst>
            <pc:docMk/>
            <pc:sldMk cId="1481654492" sldId="283"/>
            <ac:spMk id="102" creationId="{1378BDE6-437B-1628-EF39-E7039EDA6279}"/>
          </ac:spMkLst>
        </pc:spChg>
        <pc:spChg chg="mod">
          <ac:chgData name="木村　湊" userId="18030a92-e387-4fb8-9fb3-56230bee2947" providerId="ADAL" clId="{76446DAB-3A6D-436C-82AC-7052ACC196C4}" dt="2025-02-05T04:34:53.909" v="3992" actId="1076"/>
          <ac:spMkLst>
            <pc:docMk/>
            <pc:sldMk cId="1481654492" sldId="283"/>
            <ac:spMk id="103" creationId="{67DAB9DE-CDA4-C1CB-F31D-B86105A8A0D8}"/>
          </ac:spMkLst>
        </pc:spChg>
        <pc:spChg chg="mod">
          <ac:chgData name="木村　湊" userId="18030a92-e387-4fb8-9fb3-56230bee2947" providerId="ADAL" clId="{76446DAB-3A6D-436C-82AC-7052ACC196C4}" dt="2025-02-05T04:34:56.778" v="3993" actId="1076"/>
          <ac:spMkLst>
            <pc:docMk/>
            <pc:sldMk cId="1481654492" sldId="283"/>
            <ac:spMk id="104" creationId="{0649A674-66C3-E773-8476-D6B8A4C943D7}"/>
          </ac:spMkLst>
        </pc:spChg>
        <pc:spChg chg="mod">
          <ac:chgData name="木村　湊" userId="18030a92-e387-4fb8-9fb3-56230bee2947" providerId="ADAL" clId="{76446DAB-3A6D-436C-82AC-7052ACC196C4}" dt="2025-02-05T04:35:00.975" v="3994" actId="1076"/>
          <ac:spMkLst>
            <pc:docMk/>
            <pc:sldMk cId="1481654492" sldId="283"/>
            <ac:spMk id="105" creationId="{02A2F7A3-50A3-19BA-0C98-58CAFD550589}"/>
          </ac:spMkLst>
        </pc:spChg>
        <pc:spChg chg="mod">
          <ac:chgData name="木村　湊" userId="18030a92-e387-4fb8-9fb3-56230bee2947" providerId="ADAL" clId="{76446DAB-3A6D-436C-82AC-7052ACC196C4}" dt="2025-02-05T04:35:08.632" v="3995" actId="1076"/>
          <ac:spMkLst>
            <pc:docMk/>
            <pc:sldMk cId="1481654492" sldId="283"/>
            <ac:spMk id="106" creationId="{1FEBF7DD-C20B-C6C4-A7CD-6852D313D975}"/>
          </ac:spMkLst>
        </pc:spChg>
      </pc:sldChg>
      <pc:sldChg chg="delSp modSp add del mod modAnim">
        <pc:chgData name="木村　湊" userId="18030a92-e387-4fb8-9fb3-56230bee2947" providerId="ADAL" clId="{76446DAB-3A6D-436C-82AC-7052ACC196C4}" dt="2025-02-12T03:52:11.922" v="4839" actId="47"/>
        <pc:sldMkLst>
          <pc:docMk/>
          <pc:sldMk cId="2251778757" sldId="284"/>
        </pc:sldMkLst>
        <pc:spChg chg="mod">
          <ac:chgData name="木村　湊" userId="18030a92-e387-4fb8-9fb3-56230bee2947" providerId="ADAL" clId="{76446DAB-3A6D-436C-82AC-7052ACC196C4}" dt="2025-02-04T00:54:26.737" v="31" actId="1076"/>
          <ac:spMkLst>
            <pc:docMk/>
            <pc:sldMk cId="2251778757" sldId="284"/>
            <ac:spMk id="17" creationId="{304F1B30-FE94-0F6E-2128-0669D73C6559}"/>
          </ac:spMkLst>
        </pc:spChg>
        <pc:spChg chg="mod">
          <ac:chgData name="木村　湊" userId="18030a92-e387-4fb8-9fb3-56230bee2947" providerId="ADAL" clId="{76446DAB-3A6D-436C-82AC-7052ACC196C4}" dt="2025-02-04T00:54:21.191" v="30" actId="1076"/>
          <ac:spMkLst>
            <pc:docMk/>
            <pc:sldMk cId="2251778757" sldId="284"/>
            <ac:spMk id="36" creationId="{CDDFC6BC-A8A0-2622-AFE6-B56067FA5E9D}"/>
          </ac:spMkLst>
        </pc:spChg>
        <pc:spChg chg="del mod">
          <ac:chgData name="木村　湊" userId="18030a92-e387-4fb8-9fb3-56230bee2947" providerId="ADAL" clId="{76446DAB-3A6D-436C-82AC-7052ACC196C4}" dt="2025-02-05T04:55:34.967" v="4564" actId="478"/>
          <ac:spMkLst>
            <pc:docMk/>
            <pc:sldMk cId="2251778757" sldId="284"/>
            <ac:spMk id="37" creationId="{73AA8112-90A1-B8DA-DDE6-CC75190522FA}"/>
          </ac:spMkLst>
        </pc:spChg>
        <pc:spChg chg="del">
          <ac:chgData name="木村　湊" userId="18030a92-e387-4fb8-9fb3-56230bee2947" providerId="ADAL" clId="{76446DAB-3A6D-436C-82AC-7052ACC196C4}" dt="2025-02-04T01:30:14.515" v="345" actId="478"/>
          <ac:spMkLst>
            <pc:docMk/>
            <pc:sldMk cId="2251778757" sldId="284"/>
            <ac:spMk id="39" creationId="{73D6C13D-6A98-4359-E43A-8A7B34561B2E}"/>
          </ac:spMkLst>
        </pc:spChg>
        <pc:spChg chg="del">
          <ac:chgData name="木村　湊" userId="18030a92-e387-4fb8-9fb3-56230bee2947" providerId="ADAL" clId="{76446DAB-3A6D-436C-82AC-7052ACC196C4}" dt="2025-02-04T01:30:14.515" v="345" actId="478"/>
          <ac:spMkLst>
            <pc:docMk/>
            <pc:sldMk cId="2251778757" sldId="284"/>
            <ac:spMk id="41" creationId="{9A118D9B-1446-FA62-132D-BAFD545731DB}"/>
          </ac:spMkLst>
        </pc:spChg>
        <pc:spChg chg="del mod">
          <ac:chgData name="木村　湊" userId="18030a92-e387-4fb8-9fb3-56230bee2947" providerId="ADAL" clId="{76446DAB-3A6D-436C-82AC-7052ACC196C4}" dt="2025-02-04T01:30:14.515" v="345" actId="478"/>
          <ac:spMkLst>
            <pc:docMk/>
            <pc:sldMk cId="2251778757" sldId="284"/>
            <ac:spMk id="43" creationId="{2516533F-B706-70D9-D768-5BEF3AF8656F}"/>
          </ac:spMkLst>
        </pc:spChg>
        <pc:spChg chg="del mod">
          <ac:chgData name="木村　湊" userId="18030a92-e387-4fb8-9fb3-56230bee2947" providerId="ADAL" clId="{76446DAB-3A6D-436C-82AC-7052ACC196C4}" dt="2025-02-04T01:30:14.515" v="345" actId="478"/>
          <ac:spMkLst>
            <pc:docMk/>
            <pc:sldMk cId="2251778757" sldId="284"/>
            <ac:spMk id="44" creationId="{D227ABF6-1D05-271A-F46F-FE2A3B105BA0}"/>
          </ac:spMkLst>
        </pc:spChg>
        <pc:spChg chg="del">
          <ac:chgData name="木村　湊" userId="18030a92-e387-4fb8-9fb3-56230bee2947" providerId="ADAL" clId="{76446DAB-3A6D-436C-82AC-7052ACC196C4}" dt="2025-02-04T01:30:14.515" v="345" actId="478"/>
          <ac:spMkLst>
            <pc:docMk/>
            <pc:sldMk cId="2251778757" sldId="284"/>
            <ac:spMk id="45" creationId="{1E9AACBB-A496-F116-240D-0E9F358AE71A}"/>
          </ac:spMkLst>
        </pc:spChg>
        <pc:spChg chg="del">
          <ac:chgData name="木村　湊" userId="18030a92-e387-4fb8-9fb3-56230bee2947" providerId="ADAL" clId="{76446DAB-3A6D-436C-82AC-7052ACC196C4}" dt="2025-02-04T01:30:14.515" v="345" actId="478"/>
          <ac:spMkLst>
            <pc:docMk/>
            <pc:sldMk cId="2251778757" sldId="284"/>
            <ac:spMk id="47" creationId="{A6C7DEE2-1E7D-90A3-F54A-8B690BBE6032}"/>
          </ac:spMkLst>
        </pc:spChg>
        <pc:picChg chg="mod">
          <ac:chgData name="木村　湊" userId="18030a92-e387-4fb8-9fb3-56230bee2947" providerId="ADAL" clId="{76446DAB-3A6D-436C-82AC-7052ACC196C4}" dt="2025-02-04T00:54:03.230" v="26" actId="14100"/>
          <ac:picMkLst>
            <pc:docMk/>
            <pc:sldMk cId="2251778757" sldId="284"/>
            <ac:picMk id="12" creationId="{598485C5-D472-379A-0DE5-8F8DA34C4B18}"/>
          </ac:picMkLst>
        </pc:picChg>
        <pc:picChg chg="mod">
          <ac:chgData name="木村　湊" userId="18030a92-e387-4fb8-9fb3-56230bee2947" providerId="ADAL" clId="{76446DAB-3A6D-436C-82AC-7052ACC196C4}" dt="2025-02-04T00:54:11.807" v="28" actId="1076"/>
          <ac:picMkLst>
            <pc:docMk/>
            <pc:sldMk cId="2251778757" sldId="284"/>
            <ac:picMk id="29" creationId="{41616C33-F1AC-7562-3523-5D065209B0FD}"/>
          </ac:picMkLst>
        </pc:picChg>
      </pc:sldChg>
      <pc:sldChg chg="delSp modSp add mod modTransition">
        <pc:chgData name="木村　湊" userId="18030a92-e387-4fb8-9fb3-56230bee2947" providerId="ADAL" clId="{76446DAB-3A6D-436C-82AC-7052ACC196C4}" dt="2025-02-12T03:59:12.571" v="4942"/>
        <pc:sldMkLst>
          <pc:docMk/>
          <pc:sldMk cId="1946304545" sldId="285"/>
        </pc:sldMkLst>
        <pc:spChg chg="mod">
          <ac:chgData name="木村　湊" userId="18030a92-e387-4fb8-9fb3-56230bee2947" providerId="ADAL" clId="{76446DAB-3A6D-436C-82AC-7052ACC196C4}" dt="2025-02-04T00:55:16.008" v="41" actId="113"/>
          <ac:spMkLst>
            <pc:docMk/>
            <pc:sldMk cId="1946304545" sldId="285"/>
            <ac:spMk id="37" creationId="{73AA8112-90A1-B8DA-DDE6-CC75190522FA}"/>
          </ac:spMkLst>
        </pc:spChg>
        <pc:spChg chg="mod">
          <ac:chgData name="木村　湊" userId="18030a92-e387-4fb8-9fb3-56230bee2947" providerId="ADAL" clId="{76446DAB-3A6D-436C-82AC-7052ACC196C4}" dt="2025-02-04T01:06:29.791" v="182" actId="113"/>
          <ac:spMkLst>
            <pc:docMk/>
            <pc:sldMk cId="1946304545" sldId="285"/>
            <ac:spMk id="39" creationId="{73D6C13D-6A98-4359-E43A-8A7B34561B2E}"/>
          </ac:spMkLst>
        </pc:spChg>
        <pc:spChg chg="del">
          <ac:chgData name="木村　湊" userId="18030a92-e387-4fb8-9fb3-56230bee2947" providerId="ADAL" clId="{76446DAB-3A6D-436C-82AC-7052ACC196C4}" dt="2025-02-04T01:30:43.164" v="350" actId="478"/>
          <ac:spMkLst>
            <pc:docMk/>
            <pc:sldMk cId="1946304545" sldId="285"/>
            <ac:spMk id="41" creationId="{9A118D9B-1446-FA62-132D-BAFD545731DB}"/>
          </ac:spMkLst>
        </pc:spChg>
        <pc:spChg chg="del">
          <ac:chgData name="木村　湊" userId="18030a92-e387-4fb8-9fb3-56230bee2947" providerId="ADAL" clId="{76446DAB-3A6D-436C-82AC-7052ACC196C4}" dt="2025-02-04T01:30:43.164" v="350" actId="478"/>
          <ac:spMkLst>
            <pc:docMk/>
            <pc:sldMk cId="1946304545" sldId="285"/>
            <ac:spMk id="43" creationId="{2516533F-B706-70D9-D768-5BEF3AF8656F}"/>
          </ac:spMkLst>
        </pc:spChg>
        <pc:spChg chg="del">
          <ac:chgData name="木村　湊" userId="18030a92-e387-4fb8-9fb3-56230bee2947" providerId="ADAL" clId="{76446DAB-3A6D-436C-82AC-7052ACC196C4}" dt="2025-02-04T01:30:43.164" v="350" actId="478"/>
          <ac:spMkLst>
            <pc:docMk/>
            <pc:sldMk cId="1946304545" sldId="285"/>
            <ac:spMk id="44" creationId="{D227ABF6-1D05-271A-F46F-FE2A3B105BA0}"/>
          </ac:spMkLst>
        </pc:spChg>
        <pc:spChg chg="del">
          <ac:chgData name="木村　湊" userId="18030a92-e387-4fb8-9fb3-56230bee2947" providerId="ADAL" clId="{76446DAB-3A6D-436C-82AC-7052ACC196C4}" dt="2025-02-04T01:30:43.164" v="350" actId="478"/>
          <ac:spMkLst>
            <pc:docMk/>
            <pc:sldMk cId="1946304545" sldId="285"/>
            <ac:spMk id="45" creationId="{1E9AACBB-A496-F116-240D-0E9F358AE71A}"/>
          </ac:spMkLst>
        </pc:spChg>
        <pc:spChg chg="del">
          <ac:chgData name="木村　湊" userId="18030a92-e387-4fb8-9fb3-56230bee2947" providerId="ADAL" clId="{76446DAB-3A6D-436C-82AC-7052ACC196C4}" dt="2025-02-04T01:30:43.164" v="350" actId="478"/>
          <ac:spMkLst>
            <pc:docMk/>
            <pc:sldMk cId="1946304545" sldId="285"/>
            <ac:spMk id="47" creationId="{A6C7DEE2-1E7D-90A3-F54A-8B690BBE6032}"/>
          </ac:spMkLst>
        </pc:spChg>
      </pc:sldChg>
      <pc:sldChg chg="delSp modSp add mod modTransition">
        <pc:chgData name="木村　湊" userId="18030a92-e387-4fb8-9fb3-56230bee2947" providerId="ADAL" clId="{76446DAB-3A6D-436C-82AC-7052ACC196C4}" dt="2025-02-12T03:59:14.087" v="4943"/>
        <pc:sldMkLst>
          <pc:docMk/>
          <pc:sldMk cId="3586887354" sldId="286"/>
        </pc:sldMkLst>
        <pc:spChg chg="mod">
          <ac:chgData name="木村　湊" userId="18030a92-e387-4fb8-9fb3-56230bee2947" providerId="ADAL" clId="{76446DAB-3A6D-436C-82AC-7052ACC196C4}" dt="2025-02-04T00:55:52.229" v="58" actId="404"/>
          <ac:spMkLst>
            <pc:docMk/>
            <pc:sldMk cId="3586887354" sldId="286"/>
            <ac:spMk id="39" creationId="{73D6C13D-6A98-4359-E43A-8A7B34561B2E}"/>
          </ac:spMkLst>
        </pc:spChg>
        <pc:spChg chg="mod">
          <ac:chgData name="木村　湊" userId="18030a92-e387-4fb8-9fb3-56230bee2947" providerId="ADAL" clId="{76446DAB-3A6D-436C-82AC-7052ACC196C4}" dt="2025-02-04T01:06:34.394" v="183" actId="113"/>
          <ac:spMkLst>
            <pc:docMk/>
            <pc:sldMk cId="3586887354" sldId="286"/>
            <ac:spMk id="41" creationId="{9A118D9B-1446-FA62-132D-BAFD545731DB}"/>
          </ac:spMkLst>
        </pc:spChg>
        <pc:spChg chg="del">
          <ac:chgData name="木村　湊" userId="18030a92-e387-4fb8-9fb3-56230bee2947" providerId="ADAL" clId="{76446DAB-3A6D-436C-82AC-7052ACC196C4}" dt="2025-02-04T01:32:50.879" v="364" actId="478"/>
          <ac:spMkLst>
            <pc:docMk/>
            <pc:sldMk cId="3586887354" sldId="286"/>
            <ac:spMk id="43" creationId="{2516533F-B706-70D9-D768-5BEF3AF8656F}"/>
          </ac:spMkLst>
        </pc:spChg>
        <pc:spChg chg="del">
          <ac:chgData name="木村　湊" userId="18030a92-e387-4fb8-9fb3-56230bee2947" providerId="ADAL" clId="{76446DAB-3A6D-436C-82AC-7052ACC196C4}" dt="2025-02-04T01:32:50.879" v="364" actId="478"/>
          <ac:spMkLst>
            <pc:docMk/>
            <pc:sldMk cId="3586887354" sldId="286"/>
            <ac:spMk id="44" creationId="{D227ABF6-1D05-271A-F46F-FE2A3B105BA0}"/>
          </ac:spMkLst>
        </pc:spChg>
        <pc:spChg chg="del">
          <ac:chgData name="木村　湊" userId="18030a92-e387-4fb8-9fb3-56230bee2947" providerId="ADAL" clId="{76446DAB-3A6D-436C-82AC-7052ACC196C4}" dt="2025-02-04T01:32:50.879" v="364" actId="478"/>
          <ac:spMkLst>
            <pc:docMk/>
            <pc:sldMk cId="3586887354" sldId="286"/>
            <ac:spMk id="45" creationId="{1E9AACBB-A496-F116-240D-0E9F358AE71A}"/>
          </ac:spMkLst>
        </pc:spChg>
        <pc:spChg chg="del">
          <ac:chgData name="木村　湊" userId="18030a92-e387-4fb8-9fb3-56230bee2947" providerId="ADAL" clId="{76446DAB-3A6D-436C-82AC-7052ACC196C4}" dt="2025-02-04T01:32:50.879" v="364" actId="478"/>
          <ac:spMkLst>
            <pc:docMk/>
            <pc:sldMk cId="3586887354" sldId="286"/>
            <ac:spMk id="47" creationId="{A6C7DEE2-1E7D-90A3-F54A-8B690BBE6032}"/>
          </ac:spMkLst>
        </pc:spChg>
      </pc:sldChg>
      <pc:sldChg chg="modSp add mod modTransition">
        <pc:chgData name="木村　湊" userId="18030a92-e387-4fb8-9fb3-56230bee2947" providerId="ADAL" clId="{76446DAB-3A6D-436C-82AC-7052ACC196C4}" dt="2025-02-12T03:57:14.024" v="4937"/>
        <pc:sldMkLst>
          <pc:docMk/>
          <pc:sldMk cId="2280586267" sldId="287"/>
        </pc:sldMkLst>
        <pc:spChg chg="mod">
          <ac:chgData name="木村　湊" userId="18030a92-e387-4fb8-9fb3-56230bee2947" providerId="ADAL" clId="{76446DAB-3A6D-436C-82AC-7052ACC196C4}" dt="2025-02-04T00:56:34.331" v="66" actId="404"/>
          <ac:spMkLst>
            <pc:docMk/>
            <pc:sldMk cId="2280586267" sldId="287"/>
            <ac:spMk id="41" creationId="{9A118D9B-1446-FA62-132D-BAFD545731DB}"/>
          </ac:spMkLst>
        </pc:spChg>
        <pc:spChg chg="mod">
          <ac:chgData name="木村　湊" userId="18030a92-e387-4fb8-9fb3-56230bee2947" providerId="ADAL" clId="{76446DAB-3A6D-436C-82AC-7052ACC196C4}" dt="2025-02-04T00:58:17.663" v="91" actId="1076"/>
          <ac:spMkLst>
            <pc:docMk/>
            <pc:sldMk cId="2280586267" sldId="287"/>
            <ac:spMk id="43" creationId="{2516533F-B706-70D9-D768-5BEF3AF8656F}"/>
          </ac:spMkLst>
        </pc:spChg>
        <pc:spChg chg="mod">
          <ac:chgData name="木村　湊" userId="18030a92-e387-4fb8-9fb3-56230bee2947" providerId="ADAL" clId="{76446DAB-3A6D-436C-82AC-7052ACC196C4}" dt="2025-02-04T00:58:23.761" v="92" actId="1076"/>
          <ac:spMkLst>
            <pc:docMk/>
            <pc:sldMk cId="2280586267" sldId="287"/>
            <ac:spMk id="44" creationId="{D227ABF6-1D05-271A-F46F-FE2A3B105BA0}"/>
          </ac:spMkLst>
        </pc:spChg>
      </pc:sldChg>
      <pc:sldChg chg="addSp delSp modSp add mod modTransition">
        <pc:chgData name="木村　湊" userId="18030a92-e387-4fb8-9fb3-56230bee2947" providerId="ADAL" clId="{76446DAB-3A6D-436C-82AC-7052ACC196C4}" dt="2025-02-12T03:57:16.025" v="4938"/>
        <pc:sldMkLst>
          <pc:docMk/>
          <pc:sldMk cId="680088776" sldId="288"/>
        </pc:sldMkLst>
        <pc:spChg chg="add del mod">
          <ac:chgData name="木村　湊" userId="18030a92-e387-4fb8-9fb3-56230bee2947" providerId="ADAL" clId="{76446DAB-3A6D-436C-82AC-7052ACC196C4}" dt="2025-02-12T03:52:38.960" v="4908" actId="1036"/>
          <ac:spMkLst>
            <pc:docMk/>
            <pc:sldMk cId="680088776" sldId="288"/>
            <ac:spMk id="17" creationId="{304F1B30-FE94-0F6E-2128-0669D73C6559}"/>
          </ac:spMkLst>
        </pc:spChg>
        <pc:spChg chg="add del mod">
          <ac:chgData name="木村　湊" userId="18030a92-e387-4fb8-9fb3-56230bee2947" providerId="ADAL" clId="{76446DAB-3A6D-436C-82AC-7052ACC196C4}" dt="2025-02-12T03:52:38.960" v="4908" actId="1036"/>
          <ac:spMkLst>
            <pc:docMk/>
            <pc:sldMk cId="680088776" sldId="288"/>
            <ac:spMk id="36" creationId="{CDDFC6BC-A8A0-2622-AFE6-B56067FA5E9D}"/>
          </ac:spMkLst>
        </pc:spChg>
        <pc:spChg chg="add del mod">
          <ac:chgData name="木村　湊" userId="18030a92-e387-4fb8-9fb3-56230bee2947" providerId="ADAL" clId="{76446DAB-3A6D-436C-82AC-7052ACC196C4}" dt="2025-02-12T03:52:38.960" v="4908" actId="1036"/>
          <ac:spMkLst>
            <pc:docMk/>
            <pc:sldMk cId="680088776" sldId="288"/>
            <ac:spMk id="37" creationId="{73AA8112-90A1-B8DA-DDE6-CC75190522FA}"/>
          </ac:spMkLst>
        </pc:spChg>
        <pc:spChg chg="add del mod">
          <ac:chgData name="木村　湊" userId="18030a92-e387-4fb8-9fb3-56230bee2947" providerId="ADAL" clId="{76446DAB-3A6D-436C-82AC-7052ACC196C4}" dt="2025-02-12T03:52:38.960" v="4908" actId="1036"/>
          <ac:spMkLst>
            <pc:docMk/>
            <pc:sldMk cId="680088776" sldId="288"/>
            <ac:spMk id="39" creationId="{73D6C13D-6A98-4359-E43A-8A7B34561B2E}"/>
          </ac:spMkLst>
        </pc:spChg>
        <pc:spChg chg="add del mod">
          <ac:chgData name="木村　湊" userId="18030a92-e387-4fb8-9fb3-56230bee2947" providerId="ADAL" clId="{76446DAB-3A6D-436C-82AC-7052ACC196C4}" dt="2025-02-12T03:52:38.960" v="4908" actId="1036"/>
          <ac:spMkLst>
            <pc:docMk/>
            <pc:sldMk cId="680088776" sldId="288"/>
            <ac:spMk id="41" creationId="{9A118D9B-1446-FA62-132D-BAFD545731DB}"/>
          </ac:spMkLst>
        </pc:spChg>
        <pc:spChg chg="add del mod">
          <ac:chgData name="木村　湊" userId="18030a92-e387-4fb8-9fb3-56230bee2947" providerId="ADAL" clId="{76446DAB-3A6D-436C-82AC-7052ACC196C4}" dt="2025-02-12T03:52:38.960" v="4908" actId="1036"/>
          <ac:spMkLst>
            <pc:docMk/>
            <pc:sldMk cId="680088776" sldId="288"/>
            <ac:spMk id="43" creationId="{2516533F-B706-70D9-D768-5BEF3AF8656F}"/>
          </ac:spMkLst>
        </pc:spChg>
        <pc:spChg chg="add del mod">
          <ac:chgData name="木村　湊" userId="18030a92-e387-4fb8-9fb3-56230bee2947" providerId="ADAL" clId="{76446DAB-3A6D-436C-82AC-7052ACC196C4}" dt="2025-02-12T03:52:38.960" v="4908" actId="1036"/>
          <ac:spMkLst>
            <pc:docMk/>
            <pc:sldMk cId="680088776" sldId="288"/>
            <ac:spMk id="44" creationId="{D227ABF6-1D05-271A-F46F-FE2A3B105BA0}"/>
          </ac:spMkLst>
        </pc:spChg>
        <pc:spChg chg="mod">
          <ac:chgData name="木村　湊" userId="18030a92-e387-4fb8-9fb3-56230bee2947" providerId="ADAL" clId="{76446DAB-3A6D-436C-82AC-7052ACC196C4}" dt="2025-02-12T03:53:07.345" v="4912" actId="1076"/>
          <ac:spMkLst>
            <pc:docMk/>
            <pc:sldMk cId="680088776" sldId="288"/>
            <ac:spMk id="45" creationId="{1E9AACBB-A496-F116-240D-0E9F358AE71A}"/>
          </ac:spMkLst>
        </pc:spChg>
        <pc:spChg chg="mod">
          <ac:chgData name="木村　湊" userId="18030a92-e387-4fb8-9fb3-56230bee2947" providerId="ADAL" clId="{76446DAB-3A6D-436C-82AC-7052ACC196C4}" dt="2025-02-12T03:53:03.143" v="4911" actId="1076"/>
          <ac:spMkLst>
            <pc:docMk/>
            <pc:sldMk cId="680088776" sldId="288"/>
            <ac:spMk id="47" creationId="{A6C7DEE2-1E7D-90A3-F54A-8B690BBE6032}"/>
          </ac:spMkLst>
        </pc:spChg>
        <pc:picChg chg="add del mod">
          <ac:chgData name="木村　湊" userId="18030a92-e387-4fb8-9fb3-56230bee2947" providerId="ADAL" clId="{76446DAB-3A6D-436C-82AC-7052ACC196C4}" dt="2025-02-12T03:52:38.960" v="4908" actId="1036"/>
          <ac:picMkLst>
            <pc:docMk/>
            <pc:sldMk cId="680088776" sldId="288"/>
            <ac:picMk id="12" creationId="{598485C5-D472-379A-0DE5-8F8DA34C4B18}"/>
          </ac:picMkLst>
        </pc:picChg>
        <pc:picChg chg="add del mod">
          <ac:chgData name="木村　湊" userId="18030a92-e387-4fb8-9fb3-56230bee2947" providerId="ADAL" clId="{76446DAB-3A6D-436C-82AC-7052ACC196C4}" dt="2025-02-12T03:52:38.960" v="4908" actId="1036"/>
          <ac:picMkLst>
            <pc:docMk/>
            <pc:sldMk cId="680088776" sldId="288"/>
            <ac:picMk id="29" creationId="{41616C33-F1AC-7562-3523-5D065209B0FD}"/>
          </ac:picMkLst>
        </pc:picChg>
      </pc:sldChg>
      <pc:sldChg chg="addSp delSp modSp add del mod ord modTransition modAnim">
        <pc:chgData name="木村　湊" userId="18030a92-e387-4fb8-9fb3-56230bee2947" providerId="ADAL" clId="{76446DAB-3A6D-436C-82AC-7052ACC196C4}" dt="2025-02-04T01:32:13.682" v="362" actId="47"/>
        <pc:sldMkLst>
          <pc:docMk/>
          <pc:sldMk cId="1399305538" sldId="289"/>
        </pc:sldMkLst>
        <pc:spChg chg="add mod ord">
          <ac:chgData name="木村　湊" userId="18030a92-e387-4fb8-9fb3-56230bee2947" providerId="ADAL" clId="{76446DAB-3A6D-436C-82AC-7052ACC196C4}" dt="2025-02-04T01:18:56.296" v="259" actId="170"/>
          <ac:spMkLst>
            <pc:docMk/>
            <pc:sldMk cId="1399305538" sldId="289"/>
            <ac:spMk id="4" creationId="{BD38D521-A30A-C59C-63BE-9216ADCB3D8C}"/>
          </ac:spMkLst>
        </pc:spChg>
        <pc:spChg chg="add del mod">
          <ac:chgData name="木村　湊" userId="18030a92-e387-4fb8-9fb3-56230bee2947" providerId="ADAL" clId="{76446DAB-3A6D-436C-82AC-7052ACC196C4}" dt="2025-02-04T01:25:00.434" v="323" actId="478"/>
          <ac:spMkLst>
            <pc:docMk/>
            <pc:sldMk cId="1399305538" sldId="289"/>
            <ac:spMk id="5" creationId="{7388708B-4BBA-158B-A70D-FEC1CF85DE2A}"/>
          </ac:spMkLst>
        </pc:spChg>
        <pc:spChg chg="add mod ord">
          <ac:chgData name="木村　湊" userId="18030a92-e387-4fb8-9fb3-56230bee2947" providerId="ADAL" clId="{76446DAB-3A6D-436C-82AC-7052ACC196C4}" dt="2025-02-04T01:25:18.725" v="325" actId="166"/>
          <ac:spMkLst>
            <pc:docMk/>
            <pc:sldMk cId="1399305538" sldId="289"/>
            <ac:spMk id="6" creationId="{F43680A7-C6DD-05F3-9520-8DBAD672D9BF}"/>
          </ac:spMkLst>
        </pc:spChg>
        <pc:spChg chg="add mod ord">
          <ac:chgData name="木村　湊" userId="18030a92-e387-4fb8-9fb3-56230bee2947" providerId="ADAL" clId="{76446DAB-3A6D-436C-82AC-7052ACC196C4}" dt="2025-02-04T01:25:37.596" v="327" actId="1076"/>
          <ac:spMkLst>
            <pc:docMk/>
            <pc:sldMk cId="1399305538" sldId="289"/>
            <ac:spMk id="7" creationId="{E3643596-3E52-3BED-69F9-AE2281501E11}"/>
          </ac:spMkLst>
        </pc:spChg>
        <pc:spChg chg="add mod ord">
          <ac:chgData name="木村　湊" userId="18030a92-e387-4fb8-9fb3-56230bee2947" providerId="ADAL" clId="{76446DAB-3A6D-436C-82AC-7052ACC196C4}" dt="2025-02-04T01:25:18.725" v="325" actId="166"/>
          <ac:spMkLst>
            <pc:docMk/>
            <pc:sldMk cId="1399305538" sldId="289"/>
            <ac:spMk id="8" creationId="{AA7B9EED-70A2-7641-AE32-9FC2D4E8BF74}"/>
          </ac:spMkLst>
        </pc:spChg>
        <pc:spChg chg="add mod ord">
          <ac:chgData name="木村　湊" userId="18030a92-e387-4fb8-9fb3-56230bee2947" providerId="ADAL" clId="{76446DAB-3A6D-436C-82AC-7052ACC196C4}" dt="2025-02-04T01:25:18.725" v="325" actId="166"/>
          <ac:spMkLst>
            <pc:docMk/>
            <pc:sldMk cId="1399305538" sldId="289"/>
            <ac:spMk id="10" creationId="{15F09021-9A0C-81CF-C022-0999B0E722F1}"/>
          </ac:spMkLst>
        </pc:spChg>
        <pc:spChg chg="mod">
          <ac:chgData name="木村　湊" userId="18030a92-e387-4fb8-9fb3-56230bee2947" providerId="ADAL" clId="{76446DAB-3A6D-436C-82AC-7052ACC196C4}" dt="2025-02-04T01:25:43.287" v="329" actId="1076"/>
          <ac:spMkLst>
            <pc:docMk/>
            <pc:sldMk cId="1399305538" sldId="289"/>
            <ac:spMk id="17" creationId="{304F1B30-FE94-0F6E-2128-0669D73C6559}"/>
          </ac:spMkLst>
        </pc:spChg>
        <pc:spChg chg="mod">
          <ac:chgData name="木村　湊" userId="18030a92-e387-4fb8-9fb3-56230bee2947" providerId="ADAL" clId="{76446DAB-3A6D-436C-82AC-7052ACC196C4}" dt="2025-02-04T01:19:10.139" v="266" actId="1036"/>
          <ac:spMkLst>
            <pc:docMk/>
            <pc:sldMk cId="1399305538" sldId="289"/>
            <ac:spMk id="36" creationId="{CDDFC6BC-A8A0-2622-AFE6-B56067FA5E9D}"/>
          </ac:spMkLst>
        </pc:spChg>
        <pc:spChg chg="del">
          <ac:chgData name="木村　湊" userId="18030a92-e387-4fb8-9fb3-56230bee2947" providerId="ADAL" clId="{76446DAB-3A6D-436C-82AC-7052ACC196C4}" dt="2025-02-04T01:29:22.252" v="339" actId="478"/>
          <ac:spMkLst>
            <pc:docMk/>
            <pc:sldMk cId="1399305538" sldId="289"/>
            <ac:spMk id="39" creationId="{73D6C13D-6A98-4359-E43A-8A7B34561B2E}"/>
          </ac:spMkLst>
        </pc:spChg>
        <pc:spChg chg="del">
          <ac:chgData name="木村　湊" userId="18030a92-e387-4fb8-9fb3-56230bee2947" providerId="ADAL" clId="{76446DAB-3A6D-436C-82AC-7052ACC196C4}" dt="2025-02-04T01:29:22.252" v="339" actId="478"/>
          <ac:spMkLst>
            <pc:docMk/>
            <pc:sldMk cId="1399305538" sldId="289"/>
            <ac:spMk id="41" creationId="{9A118D9B-1446-FA62-132D-BAFD545731DB}"/>
          </ac:spMkLst>
        </pc:spChg>
        <pc:spChg chg="del">
          <ac:chgData name="木村　湊" userId="18030a92-e387-4fb8-9fb3-56230bee2947" providerId="ADAL" clId="{76446DAB-3A6D-436C-82AC-7052ACC196C4}" dt="2025-02-04T01:29:22.252" v="339" actId="478"/>
          <ac:spMkLst>
            <pc:docMk/>
            <pc:sldMk cId="1399305538" sldId="289"/>
            <ac:spMk id="43" creationId="{2516533F-B706-70D9-D768-5BEF3AF8656F}"/>
          </ac:spMkLst>
        </pc:spChg>
        <pc:spChg chg="del">
          <ac:chgData name="木村　湊" userId="18030a92-e387-4fb8-9fb3-56230bee2947" providerId="ADAL" clId="{76446DAB-3A6D-436C-82AC-7052ACC196C4}" dt="2025-02-04T01:29:22.252" v="339" actId="478"/>
          <ac:spMkLst>
            <pc:docMk/>
            <pc:sldMk cId="1399305538" sldId="289"/>
            <ac:spMk id="44" creationId="{D227ABF6-1D05-271A-F46F-FE2A3B105BA0}"/>
          </ac:spMkLst>
        </pc:spChg>
        <pc:spChg chg="del">
          <ac:chgData name="木村　湊" userId="18030a92-e387-4fb8-9fb3-56230bee2947" providerId="ADAL" clId="{76446DAB-3A6D-436C-82AC-7052ACC196C4}" dt="2025-02-04T01:29:22.252" v="339" actId="478"/>
          <ac:spMkLst>
            <pc:docMk/>
            <pc:sldMk cId="1399305538" sldId="289"/>
            <ac:spMk id="45" creationId="{1E9AACBB-A496-F116-240D-0E9F358AE71A}"/>
          </ac:spMkLst>
        </pc:spChg>
        <pc:spChg chg="del">
          <ac:chgData name="木村　湊" userId="18030a92-e387-4fb8-9fb3-56230bee2947" providerId="ADAL" clId="{76446DAB-3A6D-436C-82AC-7052ACC196C4}" dt="2025-02-04T01:29:22.252" v="339" actId="478"/>
          <ac:spMkLst>
            <pc:docMk/>
            <pc:sldMk cId="1399305538" sldId="289"/>
            <ac:spMk id="47" creationId="{A6C7DEE2-1E7D-90A3-F54A-8B690BBE6032}"/>
          </ac:spMkLst>
        </pc:spChg>
      </pc:sldChg>
      <pc:sldChg chg="delSp modSp add mod modTransition">
        <pc:chgData name="木村　湊" userId="18030a92-e387-4fb8-9fb3-56230bee2947" providerId="ADAL" clId="{76446DAB-3A6D-436C-82AC-7052ACC196C4}" dt="2025-02-12T03:57:05.296" v="4933"/>
        <pc:sldMkLst>
          <pc:docMk/>
          <pc:sldMk cId="1097802259" sldId="290"/>
        </pc:sldMkLst>
        <pc:spChg chg="del">
          <ac:chgData name="木村　湊" userId="18030a92-e387-4fb8-9fb3-56230bee2947" providerId="ADAL" clId="{76446DAB-3A6D-436C-82AC-7052ACC196C4}" dt="2025-02-04T01:27:01.680" v="333" actId="478"/>
          <ac:spMkLst>
            <pc:docMk/>
            <pc:sldMk cId="1097802259" sldId="290"/>
            <ac:spMk id="37" creationId="{73AA8112-90A1-B8DA-DDE6-CC75190522FA}"/>
          </ac:spMkLst>
        </pc:spChg>
        <pc:spChg chg="del">
          <ac:chgData name="木村　湊" userId="18030a92-e387-4fb8-9fb3-56230bee2947" providerId="ADAL" clId="{76446DAB-3A6D-436C-82AC-7052ACC196C4}" dt="2025-02-04T01:27:01.680" v="333" actId="478"/>
          <ac:spMkLst>
            <pc:docMk/>
            <pc:sldMk cId="1097802259" sldId="290"/>
            <ac:spMk id="39" creationId="{73D6C13D-6A98-4359-E43A-8A7B34561B2E}"/>
          </ac:spMkLst>
        </pc:spChg>
        <pc:spChg chg="del">
          <ac:chgData name="木村　湊" userId="18030a92-e387-4fb8-9fb3-56230bee2947" providerId="ADAL" clId="{76446DAB-3A6D-436C-82AC-7052ACC196C4}" dt="2025-02-04T01:27:01.680" v="333" actId="478"/>
          <ac:spMkLst>
            <pc:docMk/>
            <pc:sldMk cId="1097802259" sldId="290"/>
            <ac:spMk id="41" creationId="{9A118D9B-1446-FA62-132D-BAFD545731DB}"/>
          </ac:spMkLst>
        </pc:spChg>
        <pc:spChg chg="del">
          <ac:chgData name="木村　湊" userId="18030a92-e387-4fb8-9fb3-56230bee2947" providerId="ADAL" clId="{76446DAB-3A6D-436C-82AC-7052ACC196C4}" dt="2025-02-04T01:27:01.680" v="333" actId="478"/>
          <ac:spMkLst>
            <pc:docMk/>
            <pc:sldMk cId="1097802259" sldId="290"/>
            <ac:spMk id="43" creationId="{2516533F-B706-70D9-D768-5BEF3AF8656F}"/>
          </ac:spMkLst>
        </pc:spChg>
        <pc:spChg chg="del">
          <ac:chgData name="木村　湊" userId="18030a92-e387-4fb8-9fb3-56230bee2947" providerId="ADAL" clId="{76446DAB-3A6D-436C-82AC-7052ACC196C4}" dt="2025-02-04T01:27:01.680" v="333" actId="478"/>
          <ac:spMkLst>
            <pc:docMk/>
            <pc:sldMk cId="1097802259" sldId="290"/>
            <ac:spMk id="44" creationId="{D227ABF6-1D05-271A-F46F-FE2A3B105BA0}"/>
          </ac:spMkLst>
        </pc:spChg>
        <pc:spChg chg="del">
          <ac:chgData name="木村　湊" userId="18030a92-e387-4fb8-9fb3-56230bee2947" providerId="ADAL" clId="{76446DAB-3A6D-436C-82AC-7052ACC196C4}" dt="2025-02-04T01:27:01.680" v="333" actId="478"/>
          <ac:spMkLst>
            <pc:docMk/>
            <pc:sldMk cId="1097802259" sldId="290"/>
            <ac:spMk id="45" creationId="{1E9AACBB-A496-F116-240D-0E9F358AE71A}"/>
          </ac:spMkLst>
        </pc:spChg>
        <pc:spChg chg="del">
          <ac:chgData name="木村　湊" userId="18030a92-e387-4fb8-9fb3-56230bee2947" providerId="ADAL" clId="{76446DAB-3A6D-436C-82AC-7052ACC196C4}" dt="2025-02-04T01:27:01.680" v="333" actId="478"/>
          <ac:spMkLst>
            <pc:docMk/>
            <pc:sldMk cId="1097802259" sldId="290"/>
            <ac:spMk id="47" creationId="{A6C7DEE2-1E7D-90A3-F54A-8B690BBE6032}"/>
          </ac:spMkLst>
        </pc:spChg>
        <pc:picChg chg="mod">
          <ac:chgData name="木村　湊" userId="18030a92-e387-4fb8-9fb3-56230bee2947" providerId="ADAL" clId="{76446DAB-3A6D-436C-82AC-7052ACC196C4}" dt="2025-02-04T01:27:12.450" v="336" actId="1076"/>
          <ac:picMkLst>
            <pc:docMk/>
            <pc:sldMk cId="1097802259" sldId="290"/>
            <ac:picMk id="29" creationId="{41616C33-F1AC-7562-3523-5D065209B0FD}"/>
          </ac:picMkLst>
        </pc:picChg>
      </pc:sldChg>
      <pc:sldChg chg="delSp add del mod">
        <pc:chgData name="木村　湊" userId="18030a92-e387-4fb8-9fb3-56230bee2947" providerId="ADAL" clId="{76446DAB-3A6D-436C-82AC-7052ACC196C4}" dt="2025-02-04T01:31:47.883" v="361" actId="47"/>
        <pc:sldMkLst>
          <pc:docMk/>
          <pc:sldMk cId="1957587503" sldId="291"/>
        </pc:sldMkLst>
        <pc:spChg chg="del">
          <ac:chgData name="木村　湊" userId="18030a92-e387-4fb8-9fb3-56230bee2947" providerId="ADAL" clId="{76446DAB-3A6D-436C-82AC-7052ACC196C4}" dt="2025-02-04T01:30:31.419" v="348" actId="478"/>
          <ac:spMkLst>
            <pc:docMk/>
            <pc:sldMk cId="1957587503" sldId="291"/>
            <ac:spMk id="41" creationId="{9A118D9B-1446-FA62-132D-BAFD545731DB}"/>
          </ac:spMkLst>
        </pc:spChg>
        <pc:spChg chg="del">
          <ac:chgData name="木村　湊" userId="18030a92-e387-4fb8-9fb3-56230bee2947" providerId="ADAL" clId="{76446DAB-3A6D-436C-82AC-7052ACC196C4}" dt="2025-02-04T01:30:31.419" v="348" actId="478"/>
          <ac:spMkLst>
            <pc:docMk/>
            <pc:sldMk cId="1957587503" sldId="291"/>
            <ac:spMk id="43" creationId="{2516533F-B706-70D9-D768-5BEF3AF8656F}"/>
          </ac:spMkLst>
        </pc:spChg>
        <pc:spChg chg="del">
          <ac:chgData name="木村　湊" userId="18030a92-e387-4fb8-9fb3-56230bee2947" providerId="ADAL" clId="{76446DAB-3A6D-436C-82AC-7052ACC196C4}" dt="2025-02-04T01:30:31.419" v="348" actId="478"/>
          <ac:spMkLst>
            <pc:docMk/>
            <pc:sldMk cId="1957587503" sldId="291"/>
            <ac:spMk id="44" creationId="{D227ABF6-1D05-271A-F46F-FE2A3B105BA0}"/>
          </ac:spMkLst>
        </pc:spChg>
        <pc:spChg chg="del">
          <ac:chgData name="木村　湊" userId="18030a92-e387-4fb8-9fb3-56230bee2947" providerId="ADAL" clId="{76446DAB-3A6D-436C-82AC-7052ACC196C4}" dt="2025-02-04T01:30:31.419" v="348" actId="478"/>
          <ac:spMkLst>
            <pc:docMk/>
            <pc:sldMk cId="1957587503" sldId="291"/>
            <ac:spMk id="45" creationId="{1E9AACBB-A496-F116-240D-0E9F358AE71A}"/>
          </ac:spMkLst>
        </pc:spChg>
        <pc:spChg chg="del">
          <ac:chgData name="木村　湊" userId="18030a92-e387-4fb8-9fb3-56230bee2947" providerId="ADAL" clId="{76446DAB-3A6D-436C-82AC-7052ACC196C4}" dt="2025-02-04T01:30:31.419" v="348" actId="478"/>
          <ac:spMkLst>
            <pc:docMk/>
            <pc:sldMk cId="1957587503" sldId="291"/>
            <ac:spMk id="47" creationId="{A6C7DEE2-1E7D-90A3-F54A-8B690BBE6032}"/>
          </ac:spMkLst>
        </pc:spChg>
      </pc:sldChg>
      <pc:sldChg chg="delSp add del mod ord">
        <pc:chgData name="木村　湊" userId="18030a92-e387-4fb8-9fb3-56230bee2947" providerId="ADAL" clId="{76446DAB-3A6D-436C-82AC-7052ACC196C4}" dt="2025-02-05T04:55:37.784" v="4565" actId="47"/>
        <pc:sldMkLst>
          <pc:docMk/>
          <pc:sldMk cId="2617271081" sldId="292"/>
        </pc:sldMkLst>
        <pc:spChg chg="del">
          <ac:chgData name="木村　湊" userId="18030a92-e387-4fb8-9fb3-56230bee2947" providerId="ADAL" clId="{76446DAB-3A6D-436C-82AC-7052ACC196C4}" dt="2025-02-04T01:29:47.186" v="342" actId="478"/>
          <ac:spMkLst>
            <pc:docMk/>
            <pc:sldMk cId="2617271081" sldId="292"/>
            <ac:spMk id="37" creationId="{73AA8112-90A1-B8DA-DDE6-CC75190522FA}"/>
          </ac:spMkLst>
        </pc:spChg>
      </pc:sldChg>
      <pc:sldChg chg="addSp delSp modSp add mod ord modTransition addAnim delAnim modAnim">
        <pc:chgData name="木村　湊" userId="18030a92-e387-4fb8-9fb3-56230bee2947" providerId="ADAL" clId="{76446DAB-3A6D-436C-82AC-7052ACC196C4}" dt="2025-02-12T04:02:29.023" v="4952" actId="207"/>
        <pc:sldMkLst>
          <pc:docMk/>
          <pc:sldMk cId="3776788485" sldId="293"/>
        </pc:sldMkLst>
        <pc:spChg chg="add del mod">
          <ac:chgData name="木村　湊" userId="18030a92-e387-4fb8-9fb3-56230bee2947" providerId="ADAL" clId="{76446DAB-3A6D-436C-82AC-7052ACC196C4}" dt="2025-02-04T22:02:49.006" v="441" actId="478"/>
          <ac:spMkLst>
            <pc:docMk/>
            <pc:sldMk cId="3776788485" sldId="293"/>
            <ac:spMk id="2" creationId="{C93A6275-712F-6A56-8820-8EB4CB80968E}"/>
          </ac:spMkLst>
        </pc:spChg>
        <pc:spChg chg="add del mod">
          <ac:chgData name="木村　湊" userId="18030a92-e387-4fb8-9fb3-56230bee2947" providerId="ADAL" clId="{76446DAB-3A6D-436C-82AC-7052ACC196C4}" dt="2025-02-12T04:02:29.023" v="4952" actId="207"/>
          <ac:spMkLst>
            <pc:docMk/>
            <pc:sldMk cId="3776788485" sldId="293"/>
            <ac:spMk id="5" creationId="{5BA89DC4-DEAC-1967-9C91-76B4119D3BE7}"/>
          </ac:spMkLst>
        </pc:spChg>
        <pc:spChg chg="add mod">
          <ac:chgData name="木村　湊" userId="18030a92-e387-4fb8-9fb3-56230bee2947" providerId="ADAL" clId="{76446DAB-3A6D-436C-82AC-7052ACC196C4}" dt="2025-02-12T04:01:15.998" v="4949" actId="1076"/>
          <ac:spMkLst>
            <pc:docMk/>
            <pc:sldMk cId="3776788485" sldId="293"/>
            <ac:spMk id="6" creationId="{EEEFBD09-0768-1226-6E32-2CE2979DCA71}"/>
          </ac:spMkLst>
        </pc:spChg>
        <pc:spChg chg="add del mod">
          <ac:chgData name="木村　湊" userId="18030a92-e387-4fb8-9fb3-56230bee2947" providerId="ADAL" clId="{76446DAB-3A6D-436C-82AC-7052ACC196C4}" dt="2025-02-04T22:02:49.006" v="441" actId="478"/>
          <ac:spMkLst>
            <pc:docMk/>
            <pc:sldMk cId="3776788485" sldId="293"/>
            <ac:spMk id="7" creationId="{55FC0E54-25AE-F67B-E8D8-FA30A54AF105}"/>
          </ac:spMkLst>
        </pc:spChg>
        <pc:spChg chg="add mod">
          <ac:chgData name="木村　湊" userId="18030a92-e387-4fb8-9fb3-56230bee2947" providerId="ADAL" clId="{76446DAB-3A6D-436C-82AC-7052ACC196C4}" dt="2025-02-04T22:07:49.308" v="489" actId="1076"/>
          <ac:spMkLst>
            <pc:docMk/>
            <pc:sldMk cId="3776788485" sldId="293"/>
            <ac:spMk id="8" creationId="{7C4BA1D1-6395-470C-63E9-07856E357C72}"/>
          </ac:spMkLst>
        </pc:spChg>
        <pc:spChg chg="del">
          <ac:chgData name="木村　湊" userId="18030a92-e387-4fb8-9fb3-56230bee2947" providerId="ADAL" clId="{76446DAB-3A6D-436C-82AC-7052ACC196C4}" dt="2025-02-04T21:58:18.556" v="403" actId="478"/>
          <ac:spMkLst>
            <pc:docMk/>
            <pc:sldMk cId="3776788485" sldId="293"/>
            <ac:spMk id="14" creationId="{05D3E06C-845C-D4BD-4AD7-6417C73D4CE0}"/>
          </ac:spMkLst>
        </pc:spChg>
        <pc:spChg chg="del mod">
          <ac:chgData name="木村　湊" userId="18030a92-e387-4fb8-9fb3-56230bee2947" providerId="ADAL" clId="{76446DAB-3A6D-436C-82AC-7052ACC196C4}" dt="2025-02-04T21:58:15.406" v="401" actId="478"/>
          <ac:spMkLst>
            <pc:docMk/>
            <pc:sldMk cId="3776788485" sldId="293"/>
            <ac:spMk id="15" creationId="{E29177C4-674B-D302-38C9-A916C7095162}"/>
          </ac:spMkLst>
        </pc:spChg>
        <pc:spChg chg="del">
          <ac:chgData name="木村　湊" userId="18030a92-e387-4fb8-9fb3-56230bee2947" providerId="ADAL" clId="{76446DAB-3A6D-436C-82AC-7052ACC196C4}" dt="2025-02-04T21:58:17.119" v="402" actId="478"/>
          <ac:spMkLst>
            <pc:docMk/>
            <pc:sldMk cId="3776788485" sldId="293"/>
            <ac:spMk id="16" creationId="{E7276EB3-815A-DED5-2D5C-38035397F222}"/>
          </ac:spMkLst>
        </pc:spChg>
        <pc:spChg chg="del">
          <ac:chgData name="木村　湊" userId="18030a92-e387-4fb8-9fb3-56230bee2947" providerId="ADAL" clId="{76446DAB-3A6D-436C-82AC-7052ACC196C4}" dt="2025-02-04T21:58:28.385" v="407" actId="478"/>
          <ac:spMkLst>
            <pc:docMk/>
            <pc:sldMk cId="3776788485" sldId="293"/>
            <ac:spMk id="17" creationId="{94683494-24CE-04BA-545E-0AB45CF0AE79}"/>
          </ac:spMkLst>
        </pc:spChg>
        <pc:spChg chg="del">
          <ac:chgData name="木村　湊" userId="18030a92-e387-4fb8-9fb3-56230bee2947" providerId="ADAL" clId="{76446DAB-3A6D-436C-82AC-7052ACC196C4}" dt="2025-02-04T21:58:28.385" v="407" actId="478"/>
          <ac:spMkLst>
            <pc:docMk/>
            <pc:sldMk cId="3776788485" sldId="293"/>
            <ac:spMk id="18" creationId="{59607E68-A609-F941-1C25-22EF013822FC}"/>
          </ac:spMkLst>
        </pc:spChg>
        <pc:spChg chg="del">
          <ac:chgData name="木村　湊" userId="18030a92-e387-4fb8-9fb3-56230bee2947" providerId="ADAL" clId="{76446DAB-3A6D-436C-82AC-7052ACC196C4}" dt="2025-02-04T21:58:28.385" v="407" actId="478"/>
          <ac:spMkLst>
            <pc:docMk/>
            <pc:sldMk cId="3776788485" sldId="293"/>
            <ac:spMk id="19" creationId="{4C79ECF5-C5F7-7593-3805-0FC05C7822E0}"/>
          </ac:spMkLst>
        </pc:spChg>
        <pc:spChg chg="add mod">
          <ac:chgData name="木村　湊" userId="18030a92-e387-4fb8-9fb3-56230bee2947" providerId="ADAL" clId="{76446DAB-3A6D-436C-82AC-7052ACC196C4}" dt="2025-02-04T22:07:49.308" v="489" actId="1076"/>
          <ac:spMkLst>
            <pc:docMk/>
            <pc:sldMk cId="3776788485" sldId="293"/>
            <ac:spMk id="20" creationId="{9CED053D-EE45-5B2C-D9F7-5B346D71ABAE}"/>
          </ac:spMkLst>
        </pc:spChg>
        <pc:spChg chg="del">
          <ac:chgData name="木村　湊" userId="18030a92-e387-4fb8-9fb3-56230bee2947" providerId="ADAL" clId="{76446DAB-3A6D-436C-82AC-7052ACC196C4}" dt="2025-02-04T21:58:28.385" v="407" actId="478"/>
          <ac:spMkLst>
            <pc:docMk/>
            <pc:sldMk cId="3776788485" sldId="293"/>
            <ac:spMk id="25" creationId="{C93A6275-712F-6A56-8820-8EB4CB80968E}"/>
          </ac:spMkLst>
        </pc:spChg>
        <pc:spChg chg="del">
          <ac:chgData name="木村　湊" userId="18030a92-e387-4fb8-9fb3-56230bee2947" providerId="ADAL" clId="{76446DAB-3A6D-436C-82AC-7052ACC196C4}" dt="2025-02-04T21:58:28.385" v="407" actId="478"/>
          <ac:spMkLst>
            <pc:docMk/>
            <pc:sldMk cId="3776788485" sldId="293"/>
            <ac:spMk id="26" creationId="{55FC0E54-25AE-F67B-E8D8-FA30A54AF105}"/>
          </ac:spMkLst>
        </pc:spChg>
        <pc:spChg chg="del">
          <ac:chgData name="木村　湊" userId="18030a92-e387-4fb8-9fb3-56230bee2947" providerId="ADAL" clId="{76446DAB-3A6D-436C-82AC-7052ACC196C4}" dt="2025-02-04T21:58:24.350" v="406" actId="478"/>
          <ac:spMkLst>
            <pc:docMk/>
            <pc:sldMk cId="3776788485" sldId="293"/>
            <ac:spMk id="27" creationId="{5BA89DC4-DEAC-1967-9C91-76B4119D3BE7}"/>
          </ac:spMkLst>
        </pc:spChg>
        <pc:spChg chg="del">
          <ac:chgData name="木村　湊" userId="18030a92-e387-4fb8-9fb3-56230bee2947" providerId="ADAL" clId="{76446DAB-3A6D-436C-82AC-7052ACC196C4}" dt="2025-02-04T21:58:22.072" v="405" actId="478"/>
          <ac:spMkLst>
            <pc:docMk/>
            <pc:sldMk cId="3776788485" sldId="293"/>
            <ac:spMk id="28" creationId="{EEEFBD09-0768-1226-6E32-2CE2979DCA71}"/>
          </ac:spMkLst>
        </pc:spChg>
        <pc:spChg chg="del">
          <ac:chgData name="木村　湊" userId="18030a92-e387-4fb8-9fb3-56230bee2947" providerId="ADAL" clId="{76446DAB-3A6D-436C-82AC-7052ACC196C4}" dt="2025-02-04T21:58:28.385" v="407" actId="478"/>
          <ac:spMkLst>
            <pc:docMk/>
            <pc:sldMk cId="3776788485" sldId="293"/>
            <ac:spMk id="29" creationId="{3EBEBB0D-0484-991C-CC2F-AA73B5A2ADF6}"/>
          </ac:spMkLst>
        </pc:spChg>
        <pc:picChg chg="add mod ord">
          <ac:chgData name="木村　湊" userId="18030a92-e387-4fb8-9fb3-56230bee2947" providerId="ADAL" clId="{76446DAB-3A6D-436C-82AC-7052ACC196C4}" dt="2025-02-04T22:00:18.585" v="427" actId="1076"/>
          <ac:picMkLst>
            <pc:docMk/>
            <pc:sldMk cId="3776788485" sldId="293"/>
            <ac:picMk id="3" creationId="{D2634AC2-43F9-1446-D42E-3DC306D9D610}"/>
          </ac:picMkLst>
        </pc:picChg>
        <pc:picChg chg="add mod">
          <ac:chgData name="木村　湊" userId="18030a92-e387-4fb8-9fb3-56230bee2947" providerId="ADAL" clId="{76446DAB-3A6D-436C-82AC-7052ACC196C4}" dt="2025-02-04T22:01:45.585" v="438" actId="1076"/>
          <ac:picMkLst>
            <pc:docMk/>
            <pc:sldMk cId="3776788485" sldId="293"/>
            <ac:picMk id="4" creationId="{A3F07F27-D822-DF5E-D681-0E6958D5A134}"/>
          </ac:picMkLst>
        </pc:picChg>
        <pc:picChg chg="del">
          <ac:chgData name="木村　湊" userId="18030a92-e387-4fb8-9fb3-56230bee2947" providerId="ADAL" clId="{76446DAB-3A6D-436C-82AC-7052ACC196C4}" dt="2025-02-04T21:58:20.376" v="404" actId="478"/>
          <ac:picMkLst>
            <pc:docMk/>
            <pc:sldMk cId="3776788485" sldId="293"/>
            <ac:picMk id="9" creationId="{9946CA7D-79EB-7998-AE41-BBD98BC5C40C}"/>
          </ac:picMkLst>
        </pc:picChg>
        <pc:picChg chg="del">
          <ac:chgData name="木村　湊" userId="18030a92-e387-4fb8-9fb3-56230bee2947" providerId="ADAL" clId="{76446DAB-3A6D-436C-82AC-7052ACC196C4}" dt="2025-02-04T21:58:10.049" v="398" actId="478"/>
          <ac:picMkLst>
            <pc:docMk/>
            <pc:sldMk cId="3776788485" sldId="293"/>
            <ac:picMk id="21" creationId="{D2634AC2-43F9-1446-D42E-3DC306D9D610}"/>
          </ac:picMkLst>
        </pc:picChg>
        <pc:picChg chg="del">
          <ac:chgData name="木村　湊" userId="18030a92-e387-4fb8-9fb3-56230bee2947" providerId="ADAL" clId="{76446DAB-3A6D-436C-82AC-7052ACC196C4}" dt="2025-02-04T21:58:11.358" v="399" actId="478"/>
          <ac:picMkLst>
            <pc:docMk/>
            <pc:sldMk cId="3776788485" sldId="293"/>
            <ac:picMk id="23" creationId="{A3F07F27-D822-DF5E-D681-0E6958D5A134}"/>
          </ac:picMkLst>
        </pc:picChg>
      </pc:sldChg>
      <pc:sldChg chg="delSp add del mod">
        <pc:chgData name="木村　湊" userId="18030a92-e387-4fb8-9fb3-56230bee2947" providerId="ADAL" clId="{76446DAB-3A6D-436C-82AC-7052ACC196C4}" dt="2025-02-04T01:32:44.720" v="363" actId="47"/>
        <pc:sldMkLst>
          <pc:docMk/>
          <pc:sldMk cId="4271317411" sldId="293"/>
        </pc:sldMkLst>
        <pc:spChg chg="del">
          <ac:chgData name="木村　湊" userId="18030a92-e387-4fb8-9fb3-56230bee2947" providerId="ADAL" clId="{76446DAB-3A6D-436C-82AC-7052ACC196C4}" dt="2025-02-04T01:30:50.896" v="351" actId="478"/>
          <ac:spMkLst>
            <pc:docMk/>
            <pc:sldMk cId="4271317411" sldId="293"/>
            <ac:spMk id="43" creationId="{2516533F-B706-70D9-D768-5BEF3AF8656F}"/>
          </ac:spMkLst>
        </pc:spChg>
        <pc:spChg chg="del">
          <ac:chgData name="木村　湊" userId="18030a92-e387-4fb8-9fb3-56230bee2947" providerId="ADAL" clId="{76446DAB-3A6D-436C-82AC-7052ACC196C4}" dt="2025-02-04T01:30:50.896" v="351" actId="478"/>
          <ac:spMkLst>
            <pc:docMk/>
            <pc:sldMk cId="4271317411" sldId="293"/>
            <ac:spMk id="44" creationId="{D227ABF6-1D05-271A-F46F-FE2A3B105BA0}"/>
          </ac:spMkLst>
        </pc:spChg>
        <pc:spChg chg="del">
          <ac:chgData name="木村　湊" userId="18030a92-e387-4fb8-9fb3-56230bee2947" providerId="ADAL" clId="{76446DAB-3A6D-436C-82AC-7052ACC196C4}" dt="2025-02-04T01:30:50.896" v="351" actId="478"/>
          <ac:spMkLst>
            <pc:docMk/>
            <pc:sldMk cId="4271317411" sldId="293"/>
            <ac:spMk id="45" creationId="{1E9AACBB-A496-F116-240D-0E9F358AE71A}"/>
          </ac:spMkLst>
        </pc:spChg>
        <pc:spChg chg="del">
          <ac:chgData name="木村　湊" userId="18030a92-e387-4fb8-9fb3-56230bee2947" providerId="ADAL" clId="{76446DAB-3A6D-436C-82AC-7052ACC196C4}" dt="2025-02-04T01:30:50.896" v="351" actId="478"/>
          <ac:spMkLst>
            <pc:docMk/>
            <pc:sldMk cId="4271317411" sldId="293"/>
            <ac:spMk id="47" creationId="{A6C7DEE2-1E7D-90A3-F54A-8B690BBE6032}"/>
          </ac:spMkLst>
        </pc:spChg>
      </pc:sldChg>
      <pc:sldChg chg="delSp modSp add del mod ord">
        <pc:chgData name="木村　湊" userId="18030a92-e387-4fb8-9fb3-56230bee2947" providerId="ADAL" clId="{76446DAB-3A6D-436C-82AC-7052ACC196C4}" dt="2025-02-04T01:34:21.137" v="365" actId="47"/>
        <pc:sldMkLst>
          <pc:docMk/>
          <pc:sldMk cId="1147416013" sldId="294"/>
        </pc:sldMkLst>
        <pc:spChg chg="mod">
          <ac:chgData name="木村　湊" userId="18030a92-e387-4fb8-9fb3-56230bee2947" providerId="ADAL" clId="{76446DAB-3A6D-436C-82AC-7052ACC196C4}" dt="2025-02-04T01:31:09.116" v="356" actId="404"/>
          <ac:spMkLst>
            <pc:docMk/>
            <pc:sldMk cId="1147416013" sldId="294"/>
            <ac:spMk id="37" creationId="{73AA8112-90A1-B8DA-DDE6-CC75190522FA}"/>
          </ac:spMkLst>
        </pc:spChg>
        <pc:spChg chg="del mod">
          <ac:chgData name="木村　湊" userId="18030a92-e387-4fb8-9fb3-56230bee2947" providerId="ADAL" clId="{76446DAB-3A6D-436C-82AC-7052ACC196C4}" dt="2025-02-04T01:31:39.937" v="360" actId="478"/>
          <ac:spMkLst>
            <pc:docMk/>
            <pc:sldMk cId="1147416013" sldId="294"/>
            <ac:spMk id="39" creationId="{73D6C13D-6A98-4359-E43A-8A7B34561B2E}"/>
          </ac:spMkLst>
        </pc:spChg>
      </pc:sldChg>
      <pc:sldChg chg="addSp delSp modSp add mod modTransition">
        <pc:chgData name="木村　湊" userId="18030a92-e387-4fb8-9fb3-56230bee2947" providerId="ADAL" clId="{76446DAB-3A6D-436C-82AC-7052ACC196C4}" dt="2025-02-12T03:46:39.847" v="4753" actId="1038"/>
        <pc:sldMkLst>
          <pc:docMk/>
          <pc:sldMk cId="3834939958" sldId="294"/>
        </pc:sldMkLst>
        <pc:spChg chg="mod">
          <ac:chgData name="木村　湊" userId="18030a92-e387-4fb8-9fb3-56230bee2947" providerId="ADAL" clId="{76446DAB-3A6D-436C-82AC-7052ACC196C4}" dt="2025-02-04T22:04:53.585" v="471" actId="255"/>
          <ac:spMkLst>
            <pc:docMk/>
            <pc:sldMk cId="3834939958" sldId="294"/>
            <ac:spMk id="2" creationId="{C93A6275-712F-6A56-8820-8EB4CB80968E}"/>
          </ac:spMkLst>
        </pc:spChg>
        <pc:spChg chg="mod">
          <ac:chgData name="木村　湊" userId="18030a92-e387-4fb8-9fb3-56230bee2947" providerId="ADAL" clId="{76446DAB-3A6D-436C-82AC-7052ACC196C4}" dt="2025-02-04T22:08:11.449" v="499" actId="14100"/>
          <ac:spMkLst>
            <pc:docMk/>
            <pc:sldMk cId="3834939958" sldId="294"/>
            <ac:spMk id="5" creationId="{5BA89DC4-DEAC-1967-9C91-76B4119D3BE7}"/>
          </ac:spMkLst>
        </pc:spChg>
        <pc:spChg chg="mod">
          <ac:chgData name="木村　湊" userId="18030a92-e387-4fb8-9fb3-56230bee2947" providerId="ADAL" clId="{76446DAB-3A6D-436C-82AC-7052ACC196C4}" dt="2025-02-12T03:46:39.847" v="4753" actId="1038"/>
          <ac:spMkLst>
            <pc:docMk/>
            <pc:sldMk cId="3834939958" sldId="294"/>
            <ac:spMk id="6" creationId="{EEEFBD09-0768-1226-6E32-2CE2979DCA71}"/>
          </ac:spMkLst>
        </pc:spChg>
        <pc:spChg chg="mod">
          <ac:chgData name="木村　湊" userId="18030a92-e387-4fb8-9fb3-56230bee2947" providerId="ADAL" clId="{76446DAB-3A6D-436C-82AC-7052ACC196C4}" dt="2025-02-04T22:05:05.996" v="472" actId="1076"/>
          <ac:spMkLst>
            <pc:docMk/>
            <pc:sldMk cId="3834939958" sldId="294"/>
            <ac:spMk id="7" creationId="{55FC0E54-25AE-F67B-E8D8-FA30A54AF105}"/>
          </ac:spMkLst>
        </pc:spChg>
        <pc:spChg chg="add del mod">
          <ac:chgData name="木村　湊" userId="18030a92-e387-4fb8-9fb3-56230bee2947" providerId="ADAL" clId="{76446DAB-3A6D-436C-82AC-7052ACC196C4}" dt="2025-02-04T22:07:51.420" v="494" actId="11529"/>
          <ac:spMkLst>
            <pc:docMk/>
            <pc:sldMk cId="3834939958" sldId="294"/>
            <ac:spMk id="8" creationId="{9B145E7A-6D05-0B75-BC6C-D5B090E9443A}"/>
          </ac:spMkLst>
        </pc:spChg>
        <pc:picChg chg="mod">
          <ac:chgData name="木村　湊" userId="18030a92-e387-4fb8-9fb3-56230bee2947" providerId="ADAL" clId="{76446DAB-3A6D-436C-82AC-7052ACC196C4}" dt="2025-02-04T22:05:14.429" v="473" actId="14100"/>
          <ac:picMkLst>
            <pc:docMk/>
            <pc:sldMk cId="3834939958" sldId="294"/>
            <ac:picMk id="3" creationId="{D2634AC2-43F9-1446-D42E-3DC306D9D610}"/>
          </ac:picMkLst>
        </pc:picChg>
        <pc:picChg chg="mod">
          <ac:chgData name="木村　湊" userId="18030a92-e387-4fb8-9fb3-56230bee2947" providerId="ADAL" clId="{76446DAB-3A6D-436C-82AC-7052ACC196C4}" dt="2025-02-04T22:05:21.049" v="474" actId="14100"/>
          <ac:picMkLst>
            <pc:docMk/>
            <pc:sldMk cId="3834939958" sldId="294"/>
            <ac:picMk id="4" creationId="{A3F07F27-D822-DF5E-D681-0E6958D5A134}"/>
          </ac:picMkLst>
        </pc:picChg>
      </pc:sldChg>
      <pc:sldChg chg="addSp delSp modSp add mod modTransition addAnim delAnim modAnim">
        <pc:chgData name="木村　湊" userId="18030a92-e387-4fb8-9fb3-56230bee2947" providerId="ADAL" clId="{76446DAB-3A6D-436C-82AC-7052ACC196C4}" dt="2025-02-12T03:48:06.313" v="4796" actId="1076"/>
        <pc:sldMkLst>
          <pc:docMk/>
          <pc:sldMk cId="4019402019" sldId="295"/>
        </pc:sldMkLst>
        <pc:spChg chg="mod">
          <ac:chgData name="木村　湊" userId="18030a92-e387-4fb8-9fb3-56230bee2947" providerId="ADAL" clId="{76446DAB-3A6D-436C-82AC-7052ACC196C4}" dt="2025-02-04T22:08:46.167" v="510" actId="1076"/>
          <ac:spMkLst>
            <pc:docMk/>
            <pc:sldMk cId="4019402019" sldId="295"/>
            <ac:spMk id="2" creationId="{C93A6275-712F-6A56-8820-8EB4CB80968E}"/>
          </ac:spMkLst>
        </pc:spChg>
        <pc:spChg chg="del mod">
          <ac:chgData name="木村　湊" userId="18030a92-e387-4fb8-9fb3-56230bee2947" providerId="ADAL" clId="{76446DAB-3A6D-436C-82AC-7052ACC196C4}" dt="2025-02-05T05:03:05.743" v="4597" actId="478"/>
          <ac:spMkLst>
            <pc:docMk/>
            <pc:sldMk cId="4019402019" sldId="295"/>
            <ac:spMk id="6" creationId="{EEEFBD09-0768-1226-6E32-2CE2979DCA71}"/>
          </ac:spMkLst>
        </pc:spChg>
        <pc:spChg chg="mod">
          <ac:chgData name="木村　湊" userId="18030a92-e387-4fb8-9fb3-56230bee2947" providerId="ADAL" clId="{76446DAB-3A6D-436C-82AC-7052ACC196C4}" dt="2025-02-04T22:08:53.560" v="514" actId="1076"/>
          <ac:spMkLst>
            <pc:docMk/>
            <pc:sldMk cId="4019402019" sldId="295"/>
            <ac:spMk id="7" creationId="{55FC0E54-25AE-F67B-E8D8-FA30A54AF105}"/>
          </ac:spMkLst>
        </pc:spChg>
        <pc:spChg chg="add mod">
          <ac:chgData name="木村　湊" userId="18030a92-e387-4fb8-9fb3-56230bee2947" providerId="ADAL" clId="{76446DAB-3A6D-436C-82AC-7052ACC196C4}" dt="2025-02-04T22:13:14.886" v="822" actId="113"/>
          <ac:spMkLst>
            <pc:docMk/>
            <pc:sldMk cId="4019402019" sldId="295"/>
            <ac:spMk id="8" creationId="{5971CB9F-590C-3111-1203-C70EAC9040F5}"/>
          </ac:spMkLst>
        </pc:spChg>
        <pc:spChg chg="add del mod">
          <ac:chgData name="木村　湊" userId="18030a92-e387-4fb8-9fb3-56230bee2947" providerId="ADAL" clId="{76446DAB-3A6D-436C-82AC-7052ACC196C4}" dt="2025-02-04T22:14:21.804" v="832" actId="21"/>
          <ac:spMkLst>
            <pc:docMk/>
            <pc:sldMk cId="4019402019" sldId="295"/>
            <ac:spMk id="9" creationId="{27B67F6A-6F6A-D5F5-CC75-47B6586DAA79}"/>
          </ac:spMkLst>
        </pc:spChg>
        <pc:spChg chg="add mod">
          <ac:chgData name="木村　湊" userId="18030a92-e387-4fb8-9fb3-56230bee2947" providerId="ADAL" clId="{76446DAB-3A6D-436C-82AC-7052ACC196C4}" dt="2025-02-12T03:46:48.067" v="4772" actId="1038"/>
          <ac:spMkLst>
            <pc:docMk/>
            <pc:sldMk cId="4019402019" sldId="295"/>
            <ac:spMk id="9" creationId="{E365A2AD-3EC6-7BF1-B1F8-7E2EFAFA5D09}"/>
          </ac:spMkLst>
        </pc:spChg>
        <pc:spChg chg="add del">
          <ac:chgData name="木村　湊" userId="18030a92-e387-4fb8-9fb3-56230bee2947" providerId="ADAL" clId="{76446DAB-3A6D-436C-82AC-7052ACC196C4}" dt="2025-02-04T22:14:20.679" v="830" actId="22"/>
          <ac:spMkLst>
            <pc:docMk/>
            <pc:sldMk cId="4019402019" sldId="295"/>
            <ac:spMk id="15" creationId="{D5735C1A-101D-E6B1-E28E-682C1ABFFFB6}"/>
          </ac:spMkLst>
        </pc:spChg>
        <pc:spChg chg="add mod">
          <ac:chgData name="木村　湊" userId="18030a92-e387-4fb8-9fb3-56230bee2947" providerId="ADAL" clId="{76446DAB-3A6D-436C-82AC-7052ACC196C4}" dt="2025-02-12T03:47:51.617" v="4795" actId="1076"/>
          <ac:spMkLst>
            <pc:docMk/>
            <pc:sldMk cId="4019402019" sldId="295"/>
            <ac:spMk id="16" creationId="{27B67F6A-6F6A-D5F5-CC75-47B6586DAA79}"/>
          </ac:spMkLst>
        </pc:spChg>
        <pc:spChg chg="add mod">
          <ac:chgData name="木村　湊" userId="18030a92-e387-4fb8-9fb3-56230bee2947" providerId="ADAL" clId="{76446DAB-3A6D-436C-82AC-7052ACC196C4}" dt="2025-02-12T03:48:06.313" v="4796" actId="1076"/>
          <ac:spMkLst>
            <pc:docMk/>
            <pc:sldMk cId="4019402019" sldId="295"/>
            <ac:spMk id="17" creationId="{F9A761EE-674A-B840-520A-E57B8BB20914}"/>
          </ac:spMkLst>
        </pc:spChg>
      </pc:sldChg>
      <pc:sldChg chg="addSp delSp modSp add mod modTransition modAnim">
        <pc:chgData name="木村　湊" userId="18030a92-e387-4fb8-9fb3-56230bee2947" providerId="ADAL" clId="{76446DAB-3A6D-436C-82AC-7052ACC196C4}" dt="2025-02-12T03:48:13.576" v="4798"/>
        <pc:sldMkLst>
          <pc:docMk/>
          <pc:sldMk cId="3759313833" sldId="296"/>
        </pc:sldMkLst>
        <pc:spChg chg="del">
          <ac:chgData name="木村　湊" userId="18030a92-e387-4fb8-9fb3-56230bee2947" providerId="ADAL" clId="{76446DAB-3A6D-436C-82AC-7052ACC196C4}" dt="2025-02-05T05:04:11.857" v="4600" actId="478"/>
          <ac:spMkLst>
            <pc:docMk/>
            <pc:sldMk cId="3759313833" sldId="296"/>
            <ac:spMk id="6" creationId="{EEEFBD09-0768-1226-6E32-2CE2979DCA71}"/>
          </ac:spMkLst>
        </pc:spChg>
        <pc:spChg chg="add mod">
          <ac:chgData name="木村　湊" userId="18030a92-e387-4fb8-9fb3-56230bee2947" providerId="ADAL" clId="{76446DAB-3A6D-436C-82AC-7052ACC196C4}" dt="2025-02-05T05:04:06.519" v="4599"/>
          <ac:spMkLst>
            <pc:docMk/>
            <pc:sldMk cId="3759313833" sldId="296"/>
            <ac:spMk id="9" creationId="{C94E7C9F-271A-92DB-D4EC-C8CF8CE021DF}"/>
          </ac:spMkLst>
        </pc:spChg>
        <pc:spChg chg="add mod">
          <ac:chgData name="木村　湊" userId="18030a92-e387-4fb8-9fb3-56230bee2947" providerId="ADAL" clId="{76446DAB-3A6D-436C-82AC-7052ACC196C4}" dt="2025-02-12T03:46:55.574" v="4790" actId="1038"/>
          <ac:spMkLst>
            <pc:docMk/>
            <pc:sldMk cId="3759313833" sldId="296"/>
            <ac:spMk id="14" creationId="{41159A1B-F30D-24F7-AC59-612FFFAADF39}"/>
          </ac:spMkLst>
        </pc:spChg>
      </pc:sldChg>
      <pc:sldChg chg="delSp modSp add mod ord modTransition delAnim modAnim">
        <pc:chgData name="木村　湊" userId="18030a92-e387-4fb8-9fb3-56230bee2947" providerId="ADAL" clId="{76446DAB-3A6D-436C-82AC-7052ACC196C4}" dt="2025-02-04T23:00:51.780" v="1329"/>
        <pc:sldMkLst>
          <pc:docMk/>
          <pc:sldMk cId="1220243620" sldId="297"/>
        </pc:sldMkLst>
        <pc:spChg chg="mod">
          <ac:chgData name="木村　湊" userId="18030a92-e387-4fb8-9fb3-56230bee2947" providerId="ADAL" clId="{76446DAB-3A6D-436C-82AC-7052ACC196C4}" dt="2025-02-04T22:16:11.089" v="846" actId="14100"/>
          <ac:spMkLst>
            <pc:docMk/>
            <pc:sldMk cId="1220243620" sldId="297"/>
            <ac:spMk id="16" creationId="{E7276EB3-815A-DED5-2D5C-38035397F222}"/>
          </ac:spMkLst>
        </pc:spChg>
        <pc:spChg chg="del mod">
          <ac:chgData name="木村　湊" userId="18030a92-e387-4fb8-9fb3-56230bee2947" providerId="ADAL" clId="{76446DAB-3A6D-436C-82AC-7052ACC196C4}" dt="2025-02-04T22:17:19.841" v="855" actId="478"/>
          <ac:spMkLst>
            <pc:docMk/>
            <pc:sldMk cId="1220243620" sldId="297"/>
            <ac:spMk id="17" creationId="{94683494-24CE-04BA-545E-0AB45CF0AE79}"/>
          </ac:spMkLst>
        </pc:spChg>
        <pc:spChg chg="del mod">
          <ac:chgData name="木村　湊" userId="18030a92-e387-4fb8-9fb3-56230bee2947" providerId="ADAL" clId="{76446DAB-3A6D-436C-82AC-7052ACC196C4}" dt="2025-02-04T22:17:26.138" v="856" actId="478"/>
          <ac:spMkLst>
            <pc:docMk/>
            <pc:sldMk cId="1220243620" sldId="297"/>
            <ac:spMk id="18" creationId="{59607E68-A609-F941-1C25-22EF013822FC}"/>
          </ac:spMkLst>
        </pc:spChg>
        <pc:spChg chg="del mod">
          <ac:chgData name="木村　湊" userId="18030a92-e387-4fb8-9fb3-56230bee2947" providerId="ADAL" clId="{76446DAB-3A6D-436C-82AC-7052ACC196C4}" dt="2025-02-04T22:17:19.841" v="855" actId="478"/>
          <ac:spMkLst>
            <pc:docMk/>
            <pc:sldMk cId="1220243620" sldId="297"/>
            <ac:spMk id="19" creationId="{4C79ECF5-C5F7-7593-3805-0FC05C7822E0}"/>
          </ac:spMkLst>
        </pc:spChg>
        <pc:spChg chg="del">
          <ac:chgData name="木村　湊" userId="18030a92-e387-4fb8-9fb3-56230bee2947" providerId="ADAL" clId="{76446DAB-3A6D-436C-82AC-7052ACC196C4}" dt="2025-02-04T22:15:52.312" v="844" actId="478"/>
          <ac:spMkLst>
            <pc:docMk/>
            <pc:sldMk cId="1220243620" sldId="297"/>
            <ac:spMk id="29" creationId="{3EBEBB0D-0484-991C-CC2F-AA73B5A2ADF6}"/>
          </ac:spMkLst>
        </pc:spChg>
        <pc:picChg chg="mod">
          <ac:chgData name="木村　湊" userId="18030a92-e387-4fb8-9fb3-56230bee2947" providerId="ADAL" clId="{76446DAB-3A6D-436C-82AC-7052ACC196C4}" dt="2025-02-04T22:16:00.114" v="845" actId="14100"/>
          <ac:picMkLst>
            <pc:docMk/>
            <pc:sldMk cId="1220243620" sldId="297"/>
            <ac:picMk id="9" creationId="{9946CA7D-79EB-7998-AE41-BBD98BC5C40C}"/>
          </ac:picMkLst>
        </pc:picChg>
      </pc:sldChg>
      <pc:sldChg chg="addSp delSp modSp add mod modTransition modAnim">
        <pc:chgData name="木村　湊" userId="18030a92-e387-4fb8-9fb3-56230bee2947" providerId="ADAL" clId="{76446DAB-3A6D-436C-82AC-7052ACC196C4}" dt="2025-02-12T04:03:25.225" v="5032" actId="1037"/>
        <pc:sldMkLst>
          <pc:docMk/>
          <pc:sldMk cId="2920853005" sldId="298"/>
        </pc:sldMkLst>
        <pc:spChg chg="add mod">
          <ac:chgData name="木村　湊" userId="18030a92-e387-4fb8-9fb3-56230bee2947" providerId="ADAL" clId="{76446DAB-3A6D-436C-82AC-7052ACC196C4}" dt="2025-02-12T04:03:25.225" v="5032" actId="1037"/>
          <ac:spMkLst>
            <pc:docMk/>
            <pc:sldMk cId="2920853005" sldId="298"/>
            <ac:spMk id="2" creationId="{EA0F2ED7-5D71-81DF-B286-6AEA8FB0226C}"/>
          </ac:spMkLst>
        </pc:spChg>
        <pc:spChg chg="add mod">
          <ac:chgData name="木村　湊" userId="18030a92-e387-4fb8-9fb3-56230bee2947" providerId="ADAL" clId="{76446DAB-3A6D-436C-82AC-7052ACC196C4}" dt="2025-02-12T04:03:25.225" v="5032" actId="1037"/>
          <ac:spMkLst>
            <pc:docMk/>
            <pc:sldMk cId="2920853005" sldId="298"/>
            <ac:spMk id="3" creationId="{177AD357-29C7-F876-DE65-0AF8D4F8A4E4}"/>
          </ac:spMkLst>
        </pc:spChg>
        <pc:spChg chg="add mod">
          <ac:chgData name="木村　湊" userId="18030a92-e387-4fb8-9fb3-56230bee2947" providerId="ADAL" clId="{76446DAB-3A6D-436C-82AC-7052ACC196C4}" dt="2025-02-12T04:03:25.225" v="5032" actId="1037"/>
          <ac:spMkLst>
            <pc:docMk/>
            <pc:sldMk cId="2920853005" sldId="298"/>
            <ac:spMk id="4" creationId="{6C6A4ABE-10E0-8AD2-12E1-1EC0FC0BF257}"/>
          </ac:spMkLst>
        </pc:spChg>
        <pc:spChg chg="del">
          <ac:chgData name="木村　湊" userId="18030a92-e387-4fb8-9fb3-56230bee2947" providerId="ADAL" clId="{76446DAB-3A6D-436C-82AC-7052ACC196C4}" dt="2025-02-04T22:23:46.179" v="905" actId="478"/>
          <ac:spMkLst>
            <pc:docMk/>
            <pc:sldMk cId="2920853005" sldId="298"/>
            <ac:spMk id="17" creationId="{94683494-24CE-04BA-545E-0AB45CF0AE79}"/>
          </ac:spMkLst>
        </pc:spChg>
        <pc:spChg chg="del">
          <ac:chgData name="木村　湊" userId="18030a92-e387-4fb8-9fb3-56230bee2947" providerId="ADAL" clId="{76446DAB-3A6D-436C-82AC-7052ACC196C4}" dt="2025-02-04T22:23:46.179" v="905" actId="478"/>
          <ac:spMkLst>
            <pc:docMk/>
            <pc:sldMk cId="2920853005" sldId="298"/>
            <ac:spMk id="18" creationId="{59607E68-A609-F941-1C25-22EF013822FC}"/>
          </ac:spMkLst>
        </pc:spChg>
        <pc:spChg chg="del">
          <ac:chgData name="木村　湊" userId="18030a92-e387-4fb8-9fb3-56230bee2947" providerId="ADAL" clId="{76446DAB-3A6D-436C-82AC-7052ACC196C4}" dt="2025-02-04T22:23:46.179" v="905" actId="478"/>
          <ac:spMkLst>
            <pc:docMk/>
            <pc:sldMk cId="2920853005" sldId="298"/>
            <ac:spMk id="19" creationId="{4C79ECF5-C5F7-7593-3805-0FC05C7822E0}"/>
          </ac:spMkLst>
        </pc:spChg>
        <pc:spChg chg="mod ord">
          <ac:chgData name="木村　湊" userId="18030a92-e387-4fb8-9fb3-56230bee2947" providerId="ADAL" clId="{76446DAB-3A6D-436C-82AC-7052ACC196C4}" dt="2025-02-04T23:00:09.572" v="1314" actId="14100"/>
          <ac:spMkLst>
            <pc:docMk/>
            <pc:sldMk cId="2920853005" sldId="298"/>
            <ac:spMk id="29" creationId="{3EBEBB0D-0484-991C-CC2F-AA73B5A2ADF6}"/>
          </ac:spMkLst>
        </pc:spChg>
      </pc:sldChg>
      <pc:sldChg chg="addSp delSp modSp add mod modTransition modAnim">
        <pc:chgData name="木村　湊" userId="18030a92-e387-4fb8-9fb3-56230bee2947" providerId="ADAL" clId="{76446DAB-3A6D-436C-82AC-7052ACC196C4}" dt="2025-02-04T23:02:22.563" v="1375"/>
        <pc:sldMkLst>
          <pc:docMk/>
          <pc:sldMk cId="2807005355" sldId="299"/>
        </pc:sldMkLst>
        <pc:spChg chg="add del mod">
          <ac:chgData name="木村　湊" userId="18030a92-e387-4fb8-9fb3-56230bee2947" providerId="ADAL" clId="{76446DAB-3A6D-436C-82AC-7052ACC196C4}" dt="2025-02-04T22:31:06.237" v="1057" actId="478"/>
          <ac:spMkLst>
            <pc:docMk/>
            <pc:sldMk cId="2807005355" sldId="299"/>
            <ac:spMk id="2" creationId="{3AF08FA7-FAD6-18F5-B982-6A9BB55915F4}"/>
          </ac:spMkLst>
        </pc:spChg>
        <pc:spChg chg="add del mod">
          <ac:chgData name="木村　湊" userId="18030a92-e387-4fb8-9fb3-56230bee2947" providerId="ADAL" clId="{76446DAB-3A6D-436C-82AC-7052ACC196C4}" dt="2025-02-04T22:33:37.617" v="1093" actId="113"/>
          <ac:spMkLst>
            <pc:docMk/>
            <pc:sldMk cId="2807005355" sldId="299"/>
            <ac:spMk id="3" creationId="{81D655FC-2257-171D-DA80-6F7476F645AB}"/>
          </ac:spMkLst>
        </pc:spChg>
        <pc:spChg chg="add mod">
          <ac:chgData name="木村　湊" userId="18030a92-e387-4fb8-9fb3-56230bee2947" providerId="ADAL" clId="{76446DAB-3A6D-436C-82AC-7052ACC196C4}" dt="2025-02-04T22:30:10.300" v="1043" actId="1076"/>
          <ac:spMkLst>
            <pc:docMk/>
            <pc:sldMk cId="2807005355" sldId="299"/>
            <ac:spMk id="6" creationId="{AD1330D5-9931-FD56-AF18-55F9AAB10DF1}"/>
          </ac:spMkLst>
        </pc:spChg>
        <pc:spChg chg="add mod">
          <ac:chgData name="木村　湊" userId="18030a92-e387-4fb8-9fb3-56230bee2947" providerId="ADAL" clId="{76446DAB-3A6D-436C-82AC-7052ACC196C4}" dt="2025-02-04T22:31:35.336" v="1070" actId="14100"/>
          <ac:spMkLst>
            <pc:docMk/>
            <pc:sldMk cId="2807005355" sldId="299"/>
            <ac:spMk id="7" creationId="{7C1EA041-8095-B0FE-1888-7BCE218EED58}"/>
          </ac:spMkLst>
        </pc:spChg>
        <pc:spChg chg="add mod">
          <ac:chgData name="木村　湊" userId="18030a92-e387-4fb8-9fb3-56230bee2947" providerId="ADAL" clId="{76446DAB-3A6D-436C-82AC-7052ACC196C4}" dt="2025-02-04T22:31:55.431" v="1072" actId="1076"/>
          <ac:spMkLst>
            <pc:docMk/>
            <pc:sldMk cId="2807005355" sldId="299"/>
            <ac:spMk id="8" creationId="{56FB9B07-9884-DB43-DC13-2A7D0A89B222}"/>
          </ac:spMkLst>
        </pc:spChg>
        <pc:spChg chg="add mod">
          <ac:chgData name="木村　湊" userId="18030a92-e387-4fb8-9fb3-56230bee2947" providerId="ADAL" clId="{76446DAB-3A6D-436C-82AC-7052ACC196C4}" dt="2025-02-04T22:33:37.617" v="1093" actId="113"/>
          <ac:spMkLst>
            <pc:docMk/>
            <pc:sldMk cId="2807005355" sldId="299"/>
            <ac:spMk id="14" creationId="{4D167972-8582-5F6B-8B8D-E73CBE084449}"/>
          </ac:spMkLst>
        </pc:spChg>
        <pc:spChg chg="add del">
          <ac:chgData name="木村　湊" userId="18030a92-e387-4fb8-9fb3-56230bee2947" providerId="ADAL" clId="{76446DAB-3A6D-436C-82AC-7052ACC196C4}" dt="2025-02-04T22:26:46.212" v="972" actId="478"/>
          <ac:spMkLst>
            <pc:docMk/>
            <pc:sldMk cId="2807005355" sldId="299"/>
            <ac:spMk id="11308" creationId="{08D1EACC-3F69-A731-0FD5-69201EC64D07}"/>
          </ac:spMkLst>
        </pc:spChg>
        <pc:spChg chg="add del">
          <ac:chgData name="木村　湊" userId="18030a92-e387-4fb8-9fb3-56230bee2947" providerId="ADAL" clId="{76446DAB-3A6D-436C-82AC-7052ACC196C4}" dt="2025-02-04T22:26:46.212" v="972" actId="478"/>
          <ac:spMkLst>
            <pc:docMk/>
            <pc:sldMk cId="2807005355" sldId="299"/>
            <ac:spMk id="11309" creationId="{4C2231C2-3217-E3CB-3ED9-C8F7C333C41F}"/>
          </ac:spMkLst>
        </pc:spChg>
        <pc:spChg chg="add del">
          <ac:chgData name="木村　湊" userId="18030a92-e387-4fb8-9fb3-56230bee2947" providerId="ADAL" clId="{76446DAB-3A6D-436C-82AC-7052ACC196C4}" dt="2025-02-04T22:26:46.212" v="972" actId="478"/>
          <ac:spMkLst>
            <pc:docMk/>
            <pc:sldMk cId="2807005355" sldId="299"/>
            <ac:spMk id="11311" creationId="{3EC6D3D7-E8E0-F412-33F1-14592EF44413}"/>
          </ac:spMkLst>
        </pc:spChg>
        <pc:picChg chg="add mod">
          <ac:chgData name="木村　湊" userId="18030a92-e387-4fb8-9fb3-56230bee2947" providerId="ADAL" clId="{76446DAB-3A6D-436C-82AC-7052ACC196C4}" dt="2025-02-04T22:47:39.015" v="1205"/>
          <ac:picMkLst>
            <pc:docMk/>
            <pc:sldMk cId="2807005355" sldId="299"/>
            <ac:picMk id="15" creationId="{C9175A99-ADD8-58FA-E8F4-E12857A88874}"/>
          </ac:picMkLst>
        </pc:picChg>
        <pc:picChg chg="add mod">
          <ac:chgData name="木村　湊" userId="18030a92-e387-4fb8-9fb3-56230bee2947" providerId="ADAL" clId="{76446DAB-3A6D-436C-82AC-7052ACC196C4}" dt="2025-02-04T22:47:39.015" v="1205"/>
          <ac:picMkLst>
            <pc:docMk/>
            <pc:sldMk cId="2807005355" sldId="299"/>
            <ac:picMk id="16" creationId="{E4C8D85F-615F-8E4B-EB4C-0B2CE7D19C85}"/>
          </ac:picMkLst>
        </pc:picChg>
        <pc:picChg chg="add mod">
          <ac:chgData name="木村　湊" userId="18030a92-e387-4fb8-9fb3-56230bee2947" providerId="ADAL" clId="{76446DAB-3A6D-436C-82AC-7052ACC196C4}" dt="2025-02-04T22:47:39.015" v="1205"/>
          <ac:picMkLst>
            <pc:docMk/>
            <pc:sldMk cId="2807005355" sldId="299"/>
            <ac:picMk id="17" creationId="{AA09D92B-69E1-CD97-4495-9B93ABFFED0B}"/>
          </ac:picMkLst>
        </pc:picChg>
        <pc:picChg chg="add mod">
          <ac:chgData name="木村　湊" userId="18030a92-e387-4fb8-9fb3-56230bee2947" providerId="ADAL" clId="{76446DAB-3A6D-436C-82AC-7052ACC196C4}" dt="2025-02-04T22:47:39.015" v="1205"/>
          <ac:picMkLst>
            <pc:docMk/>
            <pc:sldMk cId="2807005355" sldId="299"/>
            <ac:picMk id="18" creationId="{B0C278D1-4F3B-BE2F-923E-3ABBB5B1790E}"/>
          </ac:picMkLst>
        </pc:picChg>
        <pc:picChg chg="add mod">
          <ac:chgData name="木村　湊" userId="18030a92-e387-4fb8-9fb3-56230bee2947" providerId="ADAL" clId="{76446DAB-3A6D-436C-82AC-7052ACC196C4}" dt="2025-02-04T22:47:39.015" v="1205"/>
          <ac:picMkLst>
            <pc:docMk/>
            <pc:sldMk cId="2807005355" sldId="299"/>
            <ac:picMk id="19" creationId="{7FFA6A0E-E894-BCAB-403B-C3C043481DBB}"/>
          </ac:picMkLst>
        </pc:picChg>
        <pc:picChg chg="add mod">
          <ac:chgData name="木村　湊" userId="18030a92-e387-4fb8-9fb3-56230bee2947" providerId="ADAL" clId="{76446DAB-3A6D-436C-82AC-7052ACC196C4}" dt="2025-02-04T22:47:39.015" v="1205"/>
          <ac:picMkLst>
            <pc:docMk/>
            <pc:sldMk cId="2807005355" sldId="299"/>
            <ac:picMk id="20" creationId="{80318B87-3C57-AB7E-60A6-DCAA83A26CF4}"/>
          </ac:picMkLst>
        </pc:picChg>
        <pc:picChg chg="add mod">
          <ac:chgData name="木村　湊" userId="18030a92-e387-4fb8-9fb3-56230bee2947" providerId="ADAL" clId="{76446DAB-3A6D-436C-82AC-7052ACC196C4}" dt="2025-02-04T22:47:39.015" v="1205"/>
          <ac:picMkLst>
            <pc:docMk/>
            <pc:sldMk cId="2807005355" sldId="299"/>
            <ac:picMk id="21" creationId="{10532129-D1B2-17C0-86B3-606294BAD65B}"/>
          </ac:picMkLst>
        </pc:picChg>
        <pc:picChg chg="add mod">
          <ac:chgData name="木村　湊" userId="18030a92-e387-4fb8-9fb3-56230bee2947" providerId="ADAL" clId="{76446DAB-3A6D-436C-82AC-7052ACC196C4}" dt="2025-02-04T22:47:39.015" v="1205"/>
          <ac:picMkLst>
            <pc:docMk/>
            <pc:sldMk cId="2807005355" sldId="299"/>
            <ac:picMk id="22" creationId="{94F3C766-5865-41B0-2900-AF210D8BCD39}"/>
          </ac:picMkLst>
        </pc:picChg>
        <pc:picChg chg="add mod">
          <ac:chgData name="木村　湊" userId="18030a92-e387-4fb8-9fb3-56230bee2947" providerId="ADAL" clId="{76446DAB-3A6D-436C-82AC-7052ACC196C4}" dt="2025-02-04T22:47:39.015" v="1205"/>
          <ac:picMkLst>
            <pc:docMk/>
            <pc:sldMk cId="2807005355" sldId="299"/>
            <ac:picMk id="23" creationId="{1FAD6066-4050-3355-C19B-942811A31A84}"/>
          </ac:picMkLst>
        </pc:picChg>
        <pc:picChg chg="add mod">
          <ac:chgData name="木村　湊" userId="18030a92-e387-4fb8-9fb3-56230bee2947" providerId="ADAL" clId="{76446DAB-3A6D-436C-82AC-7052ACC196C4}" dt="2025-02-04T22:47:39.015" v="1205"/>
          <ac:picMkLst>
            <pc:docMk/>
            <pc:sldMk cId="2807005355" sldId="299"/>
            <ac:picMk id="24" creationId="{12604D4A-92F0-D091-4336-ED53B2E05DBB}"/>
          </ac:picMkLst>
        </pc:picChg>
        <pc:picChg chg="add del">
          <ac:chgData name="木村　湊" userId="18030a92-e387-4fb8-9fb3-56230bee2947" providerId="ADAL" clId="{76446DAB-3A6D-436C-82AC-7052ACC196C4}" dt="2025-02-04T22:26:46.212" v="972" actId="478"/>
          <ac:picMkLst>
            <pc:docMk/>
            <pc:sldMk cId="2807005355" sldId="299"/>
            <ac:picMk id="11266" creationId="{C9175A99-ADD8-58FA-E8F4-E12857A88874}"/>
          </ac:picMkLst>
        </pc:picChg>
        <pc:picChg chg="add del">
          <ac:chgData name="木村　湊" userId="18030a92-e387-4fb8-9fb3-56230bee2947" providerId="ADAL" clId="{76446DAB-3A6D-436C-82AC-7052ACC196C4}" dt="2025-02-04T22:26:46.212" v="972" actId="478"/>
          <ac:picMkLst>
            <pc:docMk/>
            <pc:sldMk cId="2807005355" sldId="299"/>
            <ac:picMk id="11268" creationId="{E4C8D85F-615F-8E4B-EB4C-0B2CE7D19C85}"/>
          </ac:picMkLst>
        </pc:picChg>
        <pc:picChg chg="add del">
          <ac:chgData name="木村　湊" userId="18030a92-e387-4fb8-9fb3-56230bee2947" providerId="ADAL" clId="{76446DAB-3A6D-436C-82AC-7052ACC196C4}" dt="2025-02-04T22:26:46.212" v="972" actId="478"/>
          <ac:picMkLst>
            <pc:docMk/>
            <pc:sldMk cId="2807005355" sldId="299"/>
            <ac:picMk id="11270" creationId="{AA09D92B-69E1-CD97-4495-9B93ABFFED0B}"/>
          </ac:picMkLst>
        </pc:picChg>
        <pc:picChg chg="add del">
          <ac:chgData name="木村　湊" userId="18030a92-e387-4fb8-9fb3-56230bee2947" providerId="ADAL" clId="{76446DAB-3A6D-436C-82AC-7052ACC196C4}" dt="2025-02-04T22:26:46.212" v="972" actId="478"/>
          <ac:picMkLst>
            <pc:docMk/>
            <pc:sldMk cId="2807005355" sldId="299"/>
            <ac:picMk id="11274" creationId="{94F3C766-5865-41B0-2900-AF210D8BCD39}"/>
          </ac:picMkLst>
        </pc:picChg>
        <pc:picChg chg="add del">
          <ac:chgData name="木村　湊" userId="18030a92-e387-4fb8-9fb3-56230bee2947" providerId="ADAL" clId="{76446DAB-3A6D-436C-82AC-7052ACC196C4}" dt="2025-02-04T22:26:46.212" v="972" actId="478"/>
          <ac:picMkLst>
            <pc:docMk/>
            <pc:sldMk cId="2807005355" sldId="299"/>
            <ac:picMk id="11276" creationId="{B0C278D1-4F3B-BE2F-923E-3ABBB5B1790E}"/>
          </ac:picMkLst>
        </pc:picChg>
        <pc:picChg chg="add del">
          <ac:chgData name="木村　湊" userId="18030a92-e387-4fb8-9fb3-56230bee2947" providerId="ADAL" clId="{76446DAB-3A6D-436C-82AC-7052ACC196C4}" dt="2025-02-04T22:26:46.212" v="972" actId="478"/>
          <ac:picMkLst>
            <pc:docMk/>
            <pc:sldMk cId="2807005355" sldId="299"/>
            <ac:picMk id="11278" creationId="{7FFA6A0E-E894-BCAB-403B-C3C043481DBB}"/>
          </ac:picMkLst>
        </pc:picChg>
        <pc:picChg chg="add del">
          <ac:chgData name="木村　湊" userId="18030a92-e387-4fb8-9fb3-56230bee2947" providerId="ADAL" clId="{76446DAB-3A6D-436C-82AC-7052ACC196C4}" dt="2025-02-04T22:26:46.212" v="972" actId="478"/>
          <ac:picMkLst>
            <pc:docMk/>
            <pc:sldMk cId="2807005355" sldId="299"/>
            <ac:picMk id="11280" creationId="{1FAD6066-4050-3355-C19B-942811A31A84}"/>
          </ac:picMkLst>
        </pc:picChg>
        <pc:picChg chg="add del">
          <ac:chgData name="木村　湊" userId="18030a92-e387-4fb8-9fb3-56230bee2947" providerId="ADAL" clId="{76446DAB-3A6D-436C-82AC-7052ACC196C4}" dt="2025-02-04T22:26:46.212" v="972" actId="478"/>
          <ac:picMkLst>
            <pc:docMk/>
            <pc:sldMk cId="2807005355" sldId="299"/>
            <ac:picMk id="11282" creationId="{80318B87-3C57-AB7E-60A6-DCAA83A26CF4}"/>
          </ac:picMkLst>
        </pc:picChg>
        <pc:picChg chg="add del">
          <ac:chgData name="木村　湊" userId="18030a92-e387-4fb8-9fb3-56230bee2947" providerId="ADAL" clId="{76446DAB-3A6D-436C-82AC-7052ACC196C4}" dt="2025-02-04T22:26:46.212" v="972" actId="478"/>
          <ac:picMkLst>
            <pc:docMk/>
            <pc:sldMk cId="2807005355" sldId="299"/>
            <ac:picMk id="11286" creationId="{10532129-D1B2-17C0-86B3-606294BAD65B}"/>
          </ac:picMkLst>
        </pc:picChg>
        <pc:picChg chg="add del">
          <ac:chgData name="木村　湊" userId="18030a92-e387-4fb8-9fb3-56230bee2947" providerId="ADAL" clId="{76446DAB-3A6D-436C-82AC-7052ACC196C4}" dt="2025-02-04T22:26:46.212" v="972" actId="478"/>
          <ac:picMkLst>
            <pc:docMk/>
            <pc:sldMk cId="2807005355" sldId="299"/>
            <ac:picMk id="11310" creationId="{12604D4A-92F0-D091-4336-ED53B2E05DBB}"/>
          </ac:picMkLst>
        </pc:picChg>
        <pc:inkChg chg="add del">
          <ac:chgData name="木村　湊" userId="18030a92-e387-4fb8-9fb3-56230bee2947" providerId="ADAL" clId="{76446DAB-3A6D-436C-82AC-7052ACC196C4}" dt="2025-02-04T22:26:46.212" v="972" actId="478"/>
          <ac:inkMkLst>
            <pc:docMk/>
            <pc:sldMk cId="2807005355" sldId="299"/>
            <ac:inkMk id="5" creationId="{123AB49A-265D-A46E-853D-77C23C270E67}"/>
          </ac:inkMkLst>
        </pc:inkChg>
      </pc:sldChg>
      <pc:sldChg chg="add del">
        <pc:chgData name="木村　湊" userId="18030a92-e387-4fb8-9fb3-56230bee2947" providerId="ADAL" clId="{76446DAB-3A6D-436C-82AC-7052ACC196C4}" dt="2025-02-04T22:26:13.938" v="968" actId="2890"/>
        <pc:sldMkLst>
          <pc:docMk/>
          <pc:sldMk cId="2176048761" sldId="300"/>
        </pc:sldMkLst>
      </pc:sldChg>
      <pc:sldChg chg="addSp delSp modSp add mod modTransition modAnim">
        <pc:chgData name="木村　湊" userId="18030a92-e387-4fb8-9fb3-56230bee2947" providerId="ADAL" clId="{76446DAB-3A6D-436C-82AC-7052ACC196C4}" dt="2025-02-04T23:10:58.095" v="1443" actId="404"/>
        <pc:sldMkLst>
          <pc:docMk/>
          <pc:sldMk cId="2972979816" sldId="300"/>
        </pc:sldMkLst>
        <pc:spChg chg="del">
          <ac:chgData name="木村　湊" userId="18030a92-e387-4fb8-9fb3-56230bee2947" providerId="ADAL" clId="{76446DAB-3A6D-436C-82AC-7052ACC196C4}" dt="2025-02-04T22:32:58.524" v="1087" actId="478"/>
          <ac:spMkLst>
            <pc:docMk/>
            <pc:sldMk cId="2972979816" sldId="300"/>
            <ac:spMk id="2" creationId="{3AF08FA7-FAD6-18F5-B982-6A9BB55915F4}"/>
          </ac:spMkLst>
        </pc:spChg>
        <pc:spChg chg="del">
          <ac:chgData name="木村　湊" userId="18030a92-e387-4fb8-9fb3-56230bee2947" providerId="ADAL" clId="{76446DAB-3A6D-436C-82AC-7052ACC196C4}" dt="2025-02-04T22:33:01.798" v="1088" actId="478"/>
          <ac:spMkLst>
            <pc:docMk/>
            <pc:sldMk cId="2972979816" sldId="300"/>
            <ac:spMk id="3" creationId="{81D655FC-2257-171D-DA80-6F7476F645AB}"/>
          </ac:spMkLst>
        </pc:spChg>
        <pc:spChg chg="add mod">
          <ac:chgData name="木村　湊" userId="18030a92-e387-4fb8-9fb3-56230bee2947" providerId="ADAL" clId="{76446DAB-3A6D-436C-82AC-7052ACC196C4}" dt="2025-02-04T22:40:03.388" v="1172" actId="1076"/>
          <ac:spMkLst>
            <pc:docMk/>
            <pc:sldMk cId="2972979816" sldId="300"/>
            <ac:spMk id="4" creationId="{62C65B69-8795-8E60-2DA7-A3B870F18F2E}"/>
          </ac:spMkLst>
        </pc:spChg>
        <pc:spChg chg="add mod">
          <ac:chgData name="木村　湊" userId="18030a92-e387-4fb8-9fb3-56230bee2947" providerId="ADAL" clId="{76446DAB-3A6D-436C-82AC-7052ACC196C4}" dt="2025-02-04T22:40:09.872" v="1173" actId="1076"/>
          <ac:spMkLst>
            <pc:docMk/>
            <pc:sldMk cId="2972979816" sldId="300"/>
            <ac:spMk id="6" creationId="{033F0064-8BF2-27F1-3EF7-1C91967ED2DA}"/>
          </ac:spMkLst>
        </pc:spChg>
        <pc:spChg chg="add mod">
          <ac:chgData name="木村　湊" userId="18030a92-e387-4fb8-9fb3-56230bee2947" providerId="ADAL" clId="{76446DAB-3A6D-436C-82AC-7052ACC196C4}" dt="2025-02-04T22:34:23.407" v="1107" actId="1076"/>
          <ac:spMkLst>
            <pc:docMk/>
            <pc:sldMk cId="2972979816" sldId="300"/>
            <ac:spMk id="7" creationId="{3A0D6FB2-3C0A-598B-9684-BF507DA580EB}"/>
          </ac:spMkLst>
        </pc:spChg>
        <pc:spChg chg="add mod">
          <ac:chgData name="木村　湊" userId="18030a92-e387-4fb8-9fb3-56230bee2947" providerId="ADAL" clId="{76446DAB-3A6D-436C-82AC-7052ACC196C4}" dt="2025-02-04T22:34:05.102" v="1105"/>
          <ac:spMkLst>
            <pc:docMk/>
            <pc:sldMk cId="2972979816" sldId="300"/>
            <ac:spMk id="8" creationId="{32696FAF-A951-3CD0-DB83-484C262B9586}"/>
          </ac:spMkLst>
        </pc:spChg>
        <pc:spChg chg="add mod">
          <ac:chgData name="木村　湊" userId="18030a92-e387-4fb8-9fb3-56230bee2947" providerId="ADAL" clId="{76446DAB-3A6D-436C-82AC-7052ACC196C4}" dt="2025-02-04T22:40:27.272" v="1201" actId="1036"/>
          <ac:spMkLst>
            <pc:docMk/>
            <pc:sldMk cId="2972979816" sldId="300"/>
            <ac:spMk id="9" creationId="{85868C77-282B-26B8-3857-C2EE5E780235}"/>
          </ac:spMkLst>
        </pc:spChg>
        <pc:spChg chg="add mod">
          <ac:chgData name="木村　湊" userId="18030a92-e387-4fb8-9fb3-56230bee2947" providerId="ADAL" clId="{76446DAB-3A6D-436C-82AC-7052ACC196C4}" dt="2025-02-04T22:40:27.272" v="1201" actId="1036"/>
          <ac:spMkLst>
            <pc:docMk/>
            <pc:sldMk cId="2972979816" sldId="300"/>
            <ac:spMk id="14" creationId="{E241B40A-280B-BC71-9720-ED887D6421E0}"/>
          </ac:spMkLst>
        </pc:spChg>
        <pc:spChg chg="mod">
          <ac:chgData name="木村　湊" userId="18030a92-e387-4fb8-9fb3-56230bee2947" providerId="ADAL" clId="{76446DAB-3A6D-436C-82AC-7052ACC196C4}" dt="2025-02-04T23:10:17.141" v="1429" actId="1076"/>
          <ac:spMkLst>
            <pc:docMk/>
            <pc:sldMk cId="2972979816" sldId="300"/>
            <ac:spMk id="11308" creationId="{08D1EACC-3F69-A731-0FD5-69201EC64D07}"/>
          </ac:spMkLst>
        </pc:spChg>
        <pc:spChg chg="mod">
          <ac:chgData name="木村　湊" userId="18030a92-e387-4fb8-9fb3-56230bee2947" providerId="ADAL" clId="{76446DAB-3A6D-436C-82AC-7052ACC196C4}" dt="2025-02-04T23:10:58.095" v="1443" actId="404"/>
          <ac:spMkLst>
            <pc:docMk/>
            <pc:sldMk cId="2972979816" sldId="300"/>
            <ac:spMk id="11311" creationId="{3EC6D3D7-E8E0-F412-33F1-14592EF44413}"/>
          </ac:spMkLst>
        </pc:spChg>
        <pc:picChg chg="mod">
          <ac:chgData name="木村　湊" userId="18030a92-e387-4fb8-9fb3-56230bee2947" providerId="ADAL" clId="{76446DAB-3A6D-436C-82AC-7052ACC196C4}" dt="2025-02-04T22:37:07.890" v="1133" actId="1076"/>
          <ac:picMkLst>
            <pc:docMk/>
            <pc:sldMk cId="2972979816" sldId="300"/>
            <ac:picMk id="11266" creationId="{C9175A99-ADD8-58FA-E8F4-E12857A88874}"/>
          </ac:picMkLst>
        </pc:picChg>
        <pc:picChg chg="mod">
          <ac:chgData name="木村　湊" userId="18030a92-e387-4fb8-9fb3-56230bee2947" providerId="ADAL" clId="{76446DAB-3A6D-436C-82AC-7052ACC196C4}" dt="2025-02-04T22:38:29.084" v="1154" actId="14100"/>
          <ac:picMkLst>
            <pc:docMk/>
            <pc:sldMk cId="2972979816" sldId="300"/>
            <ac:picMk id="11268" creationId="{E4C8D85F-615F-8E4B-EB4C-0B2CE7D19C85}"/>
          </ac:picMkLst>
        </pc:picChg>
        <pc:picChg chg="mod">
          <ac:chgData name="木村　湊" userId="18030a92-e387-4fb8-9fb3-56230bee2947" providerId="ADAL" clId="{76446DAB-3A6D-436C-82AC-7052ACC196C4}" dt="2025-02-04T22:39:07.149" v="1164" actId="1076"/>
          <ac:picMkLst>
            <pc:docMk/>
            <pc:sldMk cId="2972979816" sldId="300"/>
            <ac:picMk id="11270" creationId="{AA09D92B-69E1-CD97-4495-9B93ABFFED0B}"/>
          </ac:picMkLst>
        </pc:picChg>
        <pc:picChg chg="mod">
          <ac:chgData name="木村　湊" userId="18030a92-e387-4fb8-9fb3-56230bee2947" providerId="ADAL" clId="{76446DAB-3A6D-436C-82AC-7052ACC196C4}" dt="2025-02-04T22:39:18.718" v="1169" actId="14100"/>
          <ac:picMkLst>
            <pc:docMk/>
            <pc:sldMk cId="2972979816" sldId="300"/>
            <ac:picMk id="11274" creationId="{94F3C766-5865-41B0-2900-AF210D8BCD39}"/>
          </ac:picMkLst>
        </pc:picChg>
        <pc:picChg chg="mod">
          <ac:chgData name="木村　湊" userId="18030a92-e387-4fb8-9fb3-56230bee2947" providerId="ADAL" clId="{76446DAB-3A6D-436C-82AC-7052ACC196C4}" dt="2025-02-04T22:38:32.348" v="1155" actId="1076"/>
          <ac:picMkLst>
            <pc:docMk/>
            <pc:sldMk cId="2972979816" sldId="300"/>
            <ac:picMk id="11276" creationId="{B0C278D1-4F3B-BE2F-923E-3ABBB5B1790E}"/>
          </ac:picMkLst>
        </pc:picChg>
        <pc:picChg chg="mod">
          <ac:chgData name="木村　湊" userId="18030a92-e387-4fb8-9fb3-56230bee2947" providerId="ADAL" clId="{76446DAB-3A6D-436C-82AC-7052ACC196C4}" dt="2025-02-04T22:37:39.988" v="1141" actId="14100"/>
          <ac:picMkLst>
            <pc:docMk/>
            <pc:sldMk cId="2972979816" sldId="300"/>
            <ac:picMk id="11278" creationId="{7FFA6A0E-E894-BCAB-403B-C3C043481DBB}"/>
          </ac:picMkLst>
        </pc:picChg>
        <pc:picChg chg="mod">
          <ac:chgData name="木村　湊" userId="18030a92-e387-4fb8-9fb3-56230bee2947" providerId="ADAL" clId="{76446DAB-3A6D-436C-82AC-7052ACC196C4}" dt="2025-02-04T22:39:11.087" v="1167" actId="1076"/>
          <ac:picMkLst>
            <pc:docMk/>
            <pc:sldMk cId="2972979816" sldId="300"/>
            <ac:picMk id="11280" creationId="{1FAD6066-4050-3355-C19B-942811A31A84}"/>
          </ac:picMkLst>
        </pc:picChg>
        <pc:picChg chg="mod">
          <ac:chgData name="木村　湊" userId="18030a92-e387-4fb8-9fb3-56230bee2947" providerId="ADAL" clId="{76446DAB-3A6D-436C-82AC-7052ACC196C4}" dt="2025-02-04T22:37:05.409" v="1132" actId="1076"/>
          <ac:picMkLst>
            <pc:docMk/>
            <pc:sldMk cId="2972979816" sldId="300"/>
            <ac:picMk id="11286" creationId="{10532129-D1B2-17C0-86B3-606294BAD65B}"/>
          </ac:picMkLst>
        </pc:picChg>
        <pc:picChg chg="mod">
          <ac:chgData name="木村　湊" userId="18030a92-e387-4fb8-9fb3-56230bee2947" providerId="ADAL" clId="{76446DAB-3A6D-436C-82AC-7052ACC196C4}" dt="2025-02-04T22:37:42.104" v="1142" actId="1076"/>
          <ac:picMkLst>
            <pc:docMk/>
            <pc:sldMk cId="2972979816" sldId="300"/>
            <ac:picMk id="11310" creationId="{12604D4A-92F0-D091-4336-ED53B2E05DBB}"/>
          </ac:picMkLst>
        </pc:picChg>
        <pc:inkChg chg="mod">
          <ac:chgData name="木村　湊" userId="18030a92-e387-4fb8-9fb3-56230bee2947" providerId="ADAL" clId="{76446DAB-3A6D-436C-82AC-7052ACC196C4}" dt="2025-02-04T22:48:14.195" v="1208" actId="1076"/>
          <ac:inkMkLst>
            <pc:docMk/>
            <pc:sldMk cId="2972979816" sldId="300"/>
            <ac:inkMk id="5" creationId="{123AB49A-265D-A46E-853D-77C23C270E67}"/>
          </ac:inkMkLst>
        </pc:inkChg>
      </pc:sldChg>
      <pc:sldChg chg="addSp delSp modSp add del mod ord delAnim modAnim">
        <pc:chgData name="木村　湊" userId="18030a92-e387-4fb8-9fb3-56230bee2947" providerId="ADAL" clId="{76446DAB-3A6D-436C-82AC-7052ACC196C4}" dt="2025-02-04T22:47:47.987" v="1206" actId="47"/>
        <pc:sldMkLst>
          <pc:docMk/>
          <pc:sldMk cId="272957315" sldId="301"/>
        </pc:sldMkLst>
        <pc:spChg chg="add mod">
          <ac:chgData name="木村　湊" userId="18030a92-e387-4fb8-9fb3-56230bee2947" providerId="ADAL" clId="{76446DAB-3A6D-436C-82AC-7052ACC196C4}" dt="2025-02-04T22:40:32.741" v="1202"/>
          <ac:spMkLst>
            <pc:docMk/>
            <pc:sldMk cId="272957315" sldId="301"/>
            <ac:spMk id="2" creationId="{74D078A0-0662-ABD4-576B-E06D2DE96D41}"/>
          </ac:spMkLst>
        </pc:spChg>
        <pc:spChg chg="add mod">
          <ac:chgData name="木村　湊" userId="18030a92-e387-4fb8-9fb3-56230bee2947" providerId="ADAL" clId="{76446DAB-3A6D-436C-82AC-7052ACC196C4}" dt="2025-02-04T22:40:32.741" v="1202"/>
          <ac:spMkLst>
            <pc:docMk/>
            <pc:sldMk cId="272957315" sldId="301"/>
            <ac:spMk id="3" creationId="{79B659BD-2099-A703-FDA2-5AC435D0C29B}"/>
          </ac:spMkLst>
        </pc:spChg>
        <pc:spChg chg="del">
          <ac:chgData name="木村　湊" userId="18030a92-e387-4fb8-9fb3-56230bee2947" providerId="ADAL" clId="{76446DAB-3A6D-436C-82AC-7052ACC196C4}" dt="2025-02-04T22:39:39.294" v="1170" actId="478"/>
          <ac:spMkLst>
            <pc:docMk/>
            <pc:sldMk cId="272957315" sldId="301"/>
            <ac:spMk id="11308" creationId="{08D1EACC-3F69-A731-0FD5-69201EC64D07}"/>
          </ac:spMkLst>
        </pc:spChg>
        <pc:spChg chg="del">
          <ac:chgData name="木村　湊" userId="18030a92-e387-4fb8-9fb3-56230bee2947" providerId="ADAL" clId="{76446DAB-3A6D-436C-82AC-7052ACC196C4}" dt="2025-02-04T22:40:40.776" v="1203" actId="478"/>
          <ac:spMkLst>
            <pc:docMk/>
            <pc:sldMk cId="272957315" sldId="301"/>
            <ac:spMk id="11309" creationId="{4C2231C2-3217-E3CB-3ED9-C8F7C333C41F}"/>
          </ac:spMkLst>
        </pc:spChg>
        <pc:spChg chg="del">
          <ac:chgData name="木村　湊" userId="18030a92-e387-4fb8-9fb3-56230bee2947" providerId="ADAL" clId="{76446DAB-3A6D-436C-82AC-7052ACC196C4}" dt="2025-02-04T22:39:39.294" v="1170" actId="478"/>
          <ac:spMkLst>
            <pc:docMk/>
            <pc:sldMk cId="272957315" sldId="301"/>
            <ac:spMk id="11311" creationId="{3EC6D3D7-E8E0-F412-33F1-14592EF44413}"/>
          </ac:spMkLst>
        </pc:spChg>
        <pc:picChg chg="del mod">
          <ac:chgData name="木村　湊" userId="18030a92-e387-4fb8-9fb3-56230bee2947" providerId="ADAL" clId="{76446DAB-3A6D-436C-82AC-7052ACC196C4}" dt="2025-02-04T22:47:36.860" v="1204" actId="21"/>
          <ac:picMkLst>
            <pc:docMk/>
            <pc:sldMk cId="272957315" sldId="301"/>
            <ac:picMk id="11266" creationId="{C9175A99-ADD8-58FA-E8F4-E12857A88874}"/>
          </ac:picMkLst>
        </pc:picChg>
        <pc:picChg chg="del mod">
          <ac:chgData name="木村　湊" userId="18030a92-e387-4fb8-9fb3-56230bee2947" providerId="ADAL" clId="{76446DAB-3A6D-436C-82AC-7052ACC196C4}" dt="2025-02-04T22:47:36.860" v="1204" actId="21"/>
          <ac:picMkLst>
            <pc:docMk/>
            <pc:sldMk cId="272957315" sldId="301"/>
            <ac:picMk id="11268" creationId="{E4C8D85F-615F-8E4B-EB4C-0B2CE7D19C85}"/>
          </ac:picMkLst>
        </pc:picChg>
        <pc:picChg chg="del mod">
          <ac:chgData name="木村　湊" userId="18030a92-e387-4fb8-9fb3-56230bee2947" providerId="ADAL" clId="{76446DAB-3A6D-436C-82AC-7052ACC196C4}" dt="2025-02-04T22:47:36.860" v="1204" actId="21"/>
          <ac:picMkLst>
            <pc:docMk/>
            <pc:sldMk cId="272957315" sldId="301"/>
            <ac:picMk id="11270" creationId="{AA09D92B-69E1-CD97-4495-9B93ABFFED0B}"/>
          </ac:picMkLst>
        </pc:picChg>
        <pc:picChg chg="del mod">
          <ac:chgData name="木村　湊" userId="18030a92-e387-4fb8-9fb3-56230bee2947" providerId="ADAL" clId="{76446DAB-3A6D-436C-82AC-7052ACC196C4}" dt="2025-02-04T22:47:36.860" v="1204" actId="21"/>
          <ac:picMkLst>
            <pc:docMk/>
            <pc:sldMk cId="272957315" sldId="301"/>
            <ac:picMk id="11274" creationId="{94F3C766-5865-41B0-2900-AF210D8BCD39}"/>
          </ac:picMkLst>
        </pc:picChg>
        <pc:picChg chg="del mod">
          <ac:chgData name="木村　湊" userId="18030a92-e387-4fb8-9fb3-56230bee2947" providerId="ADAL" clId="{76446DAB-3A6D-436C-82AC-7052ACC196C4}" dt="2025-02-04T22:47:36.860" v="1204" actId="21"/>
          <ac:picMkLst>
            <pc:docMk/>
            <pc:sldMk cId="272957315" sldId="301"/>
            <ac:picMk id="11276" creationId="{B0C278D1-4F3B-BE2F-923E-3ABBB5B1790E}"/>
          </ac:picMkLst>
        </pc:picChg>
        <pc:picChg chg="del mod">
          <ac:chgData name="木村　湊" userId="18030a92-e387-4fb8-9fb3-56230bee2947" providerId="ADAL" clId="{76446DAB-3A6D-436C-82AC-7052ACC196C4}" dt="2025-02-04T22:47:36.860" v="1204" actId="21"/>
          <ac:picMkLst>
            <pc:docMk/>
            <pc:sldMk cId="272957315" sldId="301"/>
            <ac:picMk id="11278" creationId="{7FFA6A0E-E894-BCAB-403B-C3C043481DBB}"/>
          </ac:picMkLst>
        </pc:picChg>
        <pc:picChg chg="del mod">
          <ac:chgData name="木村　湊" userId="18030a92-e387-4fb8-9fb3-56230bee2947" providerId="ADAL" clId="{76446DAB-3A6D-436C-82AC-7052ACC196C4}" dt="2025-02-04T22:47:36.860" v="1204" actId="21"/>
          <ac:picMkLst>
            <pc:docMk/>
            <pc:sldMk cId="272957315" sldId="301"/>
            <ac:picMk id="11280" creationId="{1FAD6066-4050-3355-C19B-942811A31A84}"/>
          </ac:picMkLst>
        </pc:picChg>
        <pc:picChg chg="del mod">
          <ac:chgData name="木村　湊" userId="18030a92-e387-4fb8-9fb3-56230bee2947" providerId="ADAL" clId="{76446DAB-3A6D-436C-82AC-7052ACC196C4}" dt="2025-02-04T22:47:36.860" v="1204" actId="21"/>
          <ac:picMkLst>
            <pc:docMk/>
            <pc:sldMk cId="272957315" sldId="301"/>
            <ac:picMk id="11282" creationId="{80318B87-3C57-AB7E-60A6-DCAA83A26CF4}"/>
          </ac:picMkLst>
        </pc:picChg>
        <pc:picChg chg="del mod">
          <ac:chgData name="木村　湊" userId="18030a92-e387-4fb8-9fb3-56230bee2947" providerId="ADAL" clId="{76446DAB-3A6D-436C-82AC-7052ACC196C4}" dt="2025-02-04T22:47:36.860" v="1204" actId="21"/>
          <ac:picMkLst>
            <pc:docMk/>
            <pc:sldMk cId="272957315" sldId="301"/>
            <ac:picMk id="11286" creationId="{10532129-D1B2-17C0-86B3-606294BAD65B}"/>
          </ac:picMkLst>
        </pc:picChg>
        <pc:picChg chg="del mod">
          <ac:chgData name="木村　湊" userId="18030a92-e387-4fb8-9fb3-56230bee2947" providerId="ADAL" clId="{76446DAB-3A6D-436C-82AC-7052ACC196C4}" dt="2025-02-04T22:47:36.860" v="1204" actId="21"/>
          <ac:picMkLst>
            <pc:docMk/>
            <pc:sldMk cId="272957315" sldId="301"/>
            <ac:picMk id="11310" creationId="{12604D4A-92F0-D091-4336-ED53B2E05DBB}"/>
          </ac:picMkLst>
        </pc:picChg>
        <pc:inkChg chg="del">
          <ac:chgData name="木村　湊" userId="18030a92-e387-4fb8-9fb3-56230bee2947" providerId="ADAL" clId="{76446DAB-3A6D-436C-82AC-7052ACC196C4}" dt="2025-02-04T22:34:50.754" v="1110" actId="478"/>
          <ac:inkMkLst>
            <pc:docMk/>
            <pc:sldMk cId="272957315" sldId="301"/>
            <ac:inkMk id="5" creationId="{123AB49A-265D-A46E-853D-77C23C270E67}"/>
          </ac:inkMkLst>
        </pc:inkChg>
      </pc:sldChg>
      <pc:sldChg chg="addSp delSp modSp add mod modTransition">
        <pc:chgData name="木村　湊" userId="18030a92-e387-4fb8-9fb3-56230bee2947" providerId="ADAL" clId="{76446DAB-3A6D-436C-82AC-7052ACC196C4}" dt="2025-02-12T03:59:55.804" v="4946"/>
        <pc:sldMkLst>
          <pc:docMk/>
          <pc:sldMk cId="2784540382" sldId="301"/>
        </pc:sldMkLst>
        <pc:spChg chg="del">
          <ac:chgData name="木村　湊" userId="18030a92-e387-4fb8-9fb3-56230bee2947" providerId="ADAL" clId="{76446DAB-3A6D-436C-82AC-7052ACC196C4}" dt="2025-02-04T22:53:19.403" v="1216" actId="478"/>
          <ac:spMkLst>
            <pc:docMk/>
            <pc:sldMk cId="2784540382" sldId="301"/>
            <ac:spMk id="2" creationId="{C93A6275-712F-6A56-8820-8EB4CB80968E}"/>
          </ac:spMkLst>
        </pc:spChg>
        <pc:spChg chg="del">
          <ac:chgData name="木村　湊" userId="18030a92-e387-4fb8-9fb3-56230bee2947" providerId="ADAL" clId="{76446DAB-3A6D-436C-82AC-7052ACC196C4}" dt="2025-02-04T22:53:19.403" v="1216" actId="478"/>
          <ac:spMkLst>
            <pc:docMk/>
            <pc:sldMk cId="2784540382" sldId="301"/>
            <ac:spMk id="5" creationId="{5BA89DC4-DEAC-1967-9C91-76B4119D3BE7}"/>
          </ac:spMkLst>
        </pc:spChg>
        <pc:spChg chg="del">
          <ac:chgData name="木村　湊" userId="18030a92-e387-4fb8-9fb3-56230bee2947" providerId="ADAL" clId="{76446DAB-3A6D-436C-82AC-7052ACC196C4}" dt="2025-02-04T22:53:19.403" v="1216" actId="478"/>
          <ac:spMkLst>
            <pc:docMk/>
            <pc:sldMk cId="2784540382" sldId="301"/>
            <ac:spMk id="6" creationId="{EEEFBD09-0768-1226-6E32-2CE2979DCA71}"/>
          </ac:spMkLst>
        </pc:spChg>
        <pc:spChg chg="del">
          <ac:chgData name="木村　湊" userId="18030a92-e387-4fb8-9fb3-56230bee2947" providerId="ADAL" clId="{76446DAB-3A6D-436C-82AC-7052ACC196C4}" dt="2025-02-04T22:53:19.403" v="1216" actId="478"/>
          <ac:spMkLst>
            <pc:docMk/>
            <pc:sldMk cId="2784540382" sldId="301"/>
            <ac:spMk id="7" creationId="{55FC0E54-25AE-F67B-E8D8-FA30A54AF105}"/>
          </ac:spMkLst>
        </pc:spChg>
        <pc:spChg chg="del">
          <ac:chgData name="木村　湊" userId="18030a92-e387-4fb8-9fb3-56230bee2947" providerId="ADAL" clId="{76446DAB-3A6D-436C-82AC-7052ACC196C4}" dt="2025-02-04T22:53:19.403" v="1216" actId="478"/>
          <ac:spMkLst>
            <pc:docMk/>
            <pc:sldMk cId="2784540382" sldId="301"/>
            <ac:spMk id="8" creationId="{5971CB9F-590C-3111-1203-C70EAC9040F5}"/>
          </ac:spMkLst>
        </pc:spChg>
        <pc:spChg chg="add mod">
          <ac:chgData name="木村　湊" userId="18030a92-e387-4fb8-9fb3-56230bee2947" providerId="ADAL" clId="{76446DAB-3A6D-436C-82AC-7052ACC196C4}" dt="2025-02-04T22:54:29.559" v="1303" actId="1076"/>
          <ac:spMkLst>
            <pc:docMk/>
            <pc:sldMk cId="2784540382" sldId="301"/>
            <ac:spMk id="9" creationId="{BA8B54BB-F1A6-FB50-D5A0-27A2E16ED4B7}"/>
          </ac:spMkLst>
        </pc:spChg>
        <pc:spChg chg="mod">
          <ac:chgData name="木村　湊" userId="18030a92-e387-4fb8-9fb3-56230bee2947" providerId="ADAL" clId="{76446DAB-3A6D-436C-82AC-7052ACC196C4}" dt="2025-02-04T22:53:31.926" v="1217" actId="1076"/>
          <ac:spMkLst>
            <pc:docMk/>
            <pc:sldMk cId="2784540382" sldId="301"/>
            <ac:spMk id="16" creationId="{27B67F6A-6F6A-D5F5-CC75-47B6586DAA79}"/>
          </ac:spMkLst>
        </pc:spChg>
        <pc:spChg chg="mod">
          <ac:chgData name="木村　湊" userId="18030a92-e387-4fb8-9fb3-56230bee2947" providerId="ADAL" clId="{76446DAB-3A6D-436C-82AC-7052ACC196C4}" dt="2025-02-04T22:53:31.926" v="1217" actId="1076"/>
          <ac:spMkLst>
            <pc:docMk/>
            <pc:sldMk cId="2784540382" sldId="301"/>
            <ac:spMk id="17" creationId="{F9A761EE-674A-B840-520A-E57B8BB20914}"/>
          </ac:spMkLst>
        </pc:spChg>
        <pc:picChg chg="del">
          <ac:chgData name="木村　湊" userId="18030a92-e387-4fb8-9fb3-56230bee2947" providerId="ADAL" clId="{76446DAB-3A6D-436C-82AC-7052ACC196C4}" dt="2025-02-04T22:53:19.403" v="1216" actId="478"/>
          <ac:picMkLst>
            <pc:docMk/>
            <pc:sldMk cId="2784540382" sldId="301"/>
            <ac:picMk id="3" creationId="{D2634AC2-43F9-1446-D42E-3DC306D9D610}"/>
          </ac:picMkLst>
        </pc:picChg>
        <pc:picChg chg="del">
          <ac:chgData name="木村　湊" userId="18030a92-e387-4fb8-9fb3-56230bee2947" providerId="ADAL" clId="{76446DAB-3A6D-436C-82AC-7052ACC196C4}" dt="2025-02-04T22:53:19.403" v="1216" actId="478"/>
          <ac:picMkLst>
            <pc:docMk/>
            <pc:sldMk cId="2784540382" sldId="301"/>
            <ac:picMk id="4" creationId="{A3F07F27-D822-DF5E-D681-0E6958D5A134}"/>
          </ac:picMkLst>
        </pc:picChg>
      </pc:sldChg>
      <pc:sldChg chg="add del">
        <pc:chgData name="木村　湊" userId="18030a92-e387-4fb8-9fb3-56230bee2947" providerId="ADAL" clId="{76446DAB-3A6D-436C-82AC-7052ACC196C4}" dt="2025-02-05T00:39:48.842" v="2422" actId="47"/>
        <pc:sldMkLst>
          <pc:docMk/>
          <pc:sldMk cId="87614603" sldId="302"/>
        </pc:sldMkLst>
      </pc:sldChg>
      <pc:sldChg chg="new del">
        <pc:chgData name="木村　湊" userId="18030a92-e387-4fb8-9fb3-56230bee2947" providerId="ADAL" clId="{76446DAB-3A6D-436C-82AC-7052ACC196C4}" dt="2025-02-04T22:56:06.565" v="1307" actId="680"/>
        <pc:sldMkLst>
          <pc:docMk/>
          <pc:sldMk cId="4054167450" sldId="302"/>
        </pc:sldMkLst>
      </pc:sldChg>
      <pc:sldChg chg="addSp delSp modSp add mod">
        <pc:chgData name="木村　湊" userId="18030a92-e387-4fb8-9fb3-56230bee2947" providerId="ADAL" clId="{76446DAB-3A6D-436C-82AC-7052ACC196C4}" dt="2025-02-05T04:58:49.861" v="4578" actId="1076"/>
        <pc:sldMkLst>
          <pc:docMk/>
          <pc:sldMk cId="3753412178" sldId="303"/>
        </pc:sldMkLst>
        <pc:spChg chg="del">
          <ac:chgData name="木村　湊" userId="18030a92-e387-4fb8-9fb3-56230bee2947" providerId="ADAL" clId="{76446DAB-3A6D-436C-82AC-7052ACC196C4}" dt="2025-02-04T23:21:05.975" v="1984" actId="478"/>
          <ac:spMkLst>
            <pc:docMk/>
            <pc:sldMk cId="3753412178" sldId="303"/>
            <ac:spMk id="2" creationId="{4EFA1DDD-F320-F8D6-A08D-7E6E4CA98DF8}"/>
          </ac:spMkLst>
        </pc:spChg>
        <pc:spChg chg="add mod">
          <ac:chgData name="木村　湊" userId="18030a92-e387-4fb8-9fb3-56230bee2947" providerId="ADAL" clId="{76446DAB-3A6D-436C-82AC-7052ACC196C4}" dt="2025-02-05T00:41:28.486" v="2458" actId="1037"/>
          <ac:spMkLst>
            <pc:docMk/>
            <pc:sldMk cId="3753412178" sldId="303"/>
            <ac:spMk id="2" creationId="{7C086EF3-0A78-1369-5C20-ABD4789D3720}"/>
          </ac:spMkLst>
        </pc:spChg>
        <pc:spChg chg="add mod">
          <ac:chgData name="木村　湊" userId="18030a92-e387-4fb8-9fb3-56230bee2947" providerId="ADAL" clId="{76446DAB-3A6D-436C-82AC-7052ACC196C4}" dt="2025-02-04T23:24:11.428" v="2222" actId="14100"/>
          <ac:spMkLst>
            <pc:docMk/>
            <pc:sldMk cId="3753412178" sldId="303"/>
            <ac:spMk id="4" creationId="{E98A9EAF-6CD7-959F-FA12-B99E662B2792}"/>
          </ac:spMkLst>
        </pc:spChg>
        <pc:spChg chg="del">
          <ac:chgData name="木村　湊" userId="18030a92-e387-4fb8-9fb3-56230bee2947" providerId="ADAL" clId="{76446DAB-3A6D-436C-82AC-7052ACC196C4}" dt="2025-02-04T23:21:05.975" v="1984" actId="478"/>
          <ac:spMkLst>
            <pc:docMk/>
            <pc:sldMk cId="3753412178" sldId="303"/>
            <ac:spMk id="5" creationId="{5C9F9376-BF8C-5CAE-1CC2-16924FFA91BF}"/>
          </ac:spMkLst>
        </pc:spChg>
        <pc:spChg chg="add del mod">
          <ac:chgData name="木村　湊" userId="18030a92-e387-4fb8-9fb3-56230bee2947" providerId="ADAL" clId="{76446DAB-3A6D-436C-82AC-7052ACC196C4}" dt="2025-02-04T23:50:04.501" v="2410" actId="478"/>
          <ac:spMkLst>
            <pc:docMk/>
            <pc:sldMk cId="3753412178" sldId="303"/>
            <ac:spMk id="5" creationId="{E9BB97B4-23CC-D605-EEF9-8B8A47890D75}"/>
          </ac:spMkLst>
        </pc:spChg>
        <pc:spChg chg="add mod">
          <ac:chgData name="木村　湊" userId="18030a92-e387-4fb8-9fb3-56230bee2947" providerId="ADAL" clId="{76446DAB-3A6D-436C-82AC-7052ACC196C4}" dt="2025-02-05T00:41:28.486" v="2458" actId="1037"/>
          <ac:spMkLst>
            <pc:docMk/>
            <pc:sldMk cId="3753412178" sldId="303"/>
            <ac:spMk id="6" creationId="{2A2B6404-51CC-DFFE-843A-19C558139D95}"/>
          </ac:spMkLst>
        </pc:spChg>
        <pc:spChg chg="del">
          <ac:chgData name="木村　湊" userId="18030a92-e387-4fb8-9fb3-56230bee2947" providerId="ADAL" clId="{76446DAB-3A6D-436C-82AC-7052ACC196C4}" dt="2025-02-04T23:21:05.975" v="1984" actId="478"/>
          <ac:spMkLst>
            <pc:docMk/>
            <pc:sldMk cId="3753412178" sldId="303"/>
            <ac:spMk id="6" creationId="{5BE165E1-594C-8D26-DD34-E23C8D216F94}"/>
          </ac:spMkLst>
        </pc:spChg>
        <pc:spChg chg="add mod">
          <ac:chgData name="木村　湊" userId="18030a92-e387-4fb8-9fb3-56230bee2947" providerId="ADAL" clId="{76446DAB-3A6D-436C-82AC-7052ACC196C4}" dt="2025-02-05T00:36:23.153" v="2421" actId="113"/>
          <ac:spMkLst>
            <pc:docMk/>
            <pc:sldMk cId="3753412178" sldId="303"/>
            <ac:spMk id="7" creationId="{9318D5A4-BAFD-82FC-C481-84A574053B9E}"/>
          </ac:spMkLst>
        </pc:spChg>
        <pc:spChg chg="add mod">
          <ac:chgData name="木村　湊" userId="18030a92-e387-4fb8-9fb3-56230bee2947" providerId="ADAL" clId="{76446DAB-3A6D-436C-82AC-7052ACC196C4}" dt="2025-02-04T23:26:14.662" v="2298" actId="1037"/>
          <ac:spMkLst>
            <pc:docMk/>
            <pc:sldMk cId="3753412178" sldId="303"/>
            <ac:spMk id="8" creationId="{3EB87C02-749B-C7AB-E11D-CFBEB4123913}"/>
          </ac:spMkLst>
        </pc:spChg>
        <pc:spChg chg="add mod">
          <ac:chgData name="木村　湊" userId="18030a92-e387-4fb8-9fb3-56230bee2947" providerId="ADAL" clId="{76446DAB-3A6D-436C-82AC-7052ACC196C4}" dt="2025-02-04T23:26:14.662" v="2298" actId="1037"/>
          <ac:spMkLst>
            <pc:docMk/>
            <pc:sldMk cId="3753412178" sldId="303"/>
            <ac:spMk id="9" creationId="{88E55043-287A-1465-BF35-2AF91CA23C0D}"/>
          </ac:spMkLst>
        </pc:spChg>
        <pc:spChg chg="del">
          <ac:chgData name="木村　湊" userId="18030a92-e387-4fb8-9fb3-56230bee2947" providerId="ADAL" clId="{76446DAB-3A6D-436C-82AC-7052ACC196C4}" dt="2025-02-04T23:21:13.159" v="1986" actId="478"/>
          <ac:spMkLst>
            <pc:docMk/>
            <pc:sldMk cId="3753412178" sldId="303"/>
            <ac:spMk id="14" creationId="{65BD20B0-17D1-6454-493C-029804BB2346}"/>
          </ac:spMkLst>
        </pc:spChg>
        <pc:spChg chg="add mod">
          <ac:chgData name="木村　湊" userId="18030a92-e387-4fb8-9fb3-56230bee2947" providerId="ADAL" clId="{76446DAB-3A6D-436C-82AC-7052ACC196C4}" dt="2025-02-05T04:58:49.861" v="4578" actId="1076"/>
          <ac:spMkLst>
            <pc:docMk/>
            <pc:sldMk cId="3753412178" sldId="303"/>
            <ac:spMk id="14" creationId="{751B68E2-60A2-741A-9072-2007C5A023F2}"/>
          </ac:spMkLst>
        </pc:spChg>
        <pc:spChg chg="add mod">
          <ac:chgData name="木村　湊" userId="18030a92-e387-4fb8-9fb3-56230bee2947" providerId="ADAL" clId="{76446DAB-3A6D-436C-82AC-7052ACC196C4}" dt="2025-02-04T23:26:14.662" v="2298" actId="1037"/>
          <ac:spMkLst>
            <pc:docMk/>
            <pc:sldMk cId="3753412178" sldId="303"/>
            <ac:spMk id="15" creationId="{EFCE6C8C-5DCB-5BEE-02C5-474D0DF2516F}"/>
          </ac:spMkLst>
        </pc:spChg>
        <pc:spChg chg="del">
          <ac:chgData name="木村　湊" userId="18030a92-e387-4fb8-9fb3-56230bee2947" providerId="ADAL" clId="{76446DAB-3A6D-436C-82AC-7052ACC196C4}" dt="2025-02-04T23:21:05.975" v="1984" actId="478"/>
          <ac:spMkLst>
            <pc:docMk/>
            <pc:sldMk cId="3753412178" sldId="303"/>
            <ac:spMk id="16" creationId="{4AC4C9D9-4C95-3FED-76E4-F803C436DB65}"/>
          </ac:spMkLst>
        </pc:spChg>
        <pc:spChg chg="add mod">
          <ac:chgData name="木村　湊" userId="18030a92-e387-4fb8-9fb3-56230bee2947" providerId="ADAL" clId="{76446DAB-3A6D-436C-82AC-7052ACC196C4}" dt="2025-02-04T23:26:14.662" v="2298" actId="1037"/>
          <ac:spMkLst>
            <pc:docMk/>
            <pc:sldMk cId="3753412178" sldId="303"/>
            <ac:spMk id="17" creationId="{2D242958-560E-E065-FED2-38F12C2D5485}"/>
          </ac:spMkLst>
        </pc:spChg>
        <pc:spChg chg="add mod">
          <ac:chgData name="木村　湊" userId="18030a92-e387-4fb8-9fb3-56230bee2947" providerId="ADAL" clId="{76446DAB-3A6D-436C-82AC-7052ACC196C4}" dt="2025-02-04T23:26:14.662" v="2298" actId="1037"/>
          <ac:spMkLst>
            <pc:docMk/>
            <pc:sldMk cId="3753412178" sldId="303"/>
            <ac:spMk id="18" creationId="{E6A75381-6E6F-C5B5-E199-21FCEDF7F6DA}"/>
          </ac:spMkLst>
        </pc:spChg>
        <pc:spChg chg="add mod">
          <ac:chgData name="木村　湊" userId="18030a92-e387-4fb8-9fb3-56230bee2947" providerId="ADAL" clId="{76446DAB-3A6D-436C-82AC-7052ACC196C4}" dt="2025-02-04T23:26:14.662" v="2298" actId="1037"/>
          <ac:spMkLst>
            <pc:docMk/>
            <pc:sldMk cId="3753412178" sldId="303"/>
            <ac:spMk id="19" creationId="{A94432E6-E7A0-E404-E1EE-506F75489420}"/>
          </ac:spMkLst>
        </pc:spChg>
        <pc:spChg chg="del">
          <ac:chgData name="木村　湊" userId="18030a92-e387-4fb8-9fb3-56230bee2947" providerId="ADAL" clId="{76446DAB-3A6D-436C-82AC-7052ACC196C4}" dt="2025-02-04T23:21:13.159" v="1986" actId="478"/>
          <ac:spMkLst>
            <pc:docMk/>
            <pc:sldMk cId="3753412178" sldId="303"/>
            <ac:spMk id="20" creationId="{1C2DD8C1-8C66-0D2C-582E-C4948069343B}"/>
          </ac:spMkLst>
        </pc:spChg>
        <pc:spChg chg="add mod">
          <ac:chgData name="木村　湊" userId="18030a92-e387-4fb8-9fb3-56230bee2947" providerId="ADAL" clId="{76446DAB-3A6D-436C-82AC-7052ACC196C4}" dt="2025-02-04T23:26:14.662" v="2298" actId="1037"/>
          <ac:spMkLst>
            <pc:docMk/>
            <pc:sldMk cId="3753412178" sldId="303"/>
            <ac:spMk id="21" creationId="{C87B97C1-41C4-5393-9E93-AA34368EDDEA}"/>
          </ac:spMkLst>
        </pc:spChg>
        <pc:spChg chg="del">
          <ac:chgData name="木村　湊" userId="18030a92-e387-4fb8-9fb3-56230bee2947" providerId="ADAL" clId="{76446DAB-3A6D-436C-82AC-7052ACC196C4}" dt="2025-02-04T23:21:05.975" v="1984" actId="478"/>
          <ac:spMkLst>
            <pc:docMk/>
            <pc:sldMk cId="3753412178" sldId="303"/>
            <ac:spMk id="25" creationId="{1C0EC654-556B-C6C7-D0E0-462F3F4CC57B}"/>
          </ac:spMkLst>
        </pc:spChg>
        <pc:spChg chg="del">
          <ac:chgData name="木村　湊" userId="18030a92-e387-4fb8-9fb3-56230bee2947" providerId="ADAL" clId="{76446DAB-3A6D-436C-82AC-7052ACC196C4}" dt="2025-02-04T23:21:05.975" v="1984" actId="478"/>
          <ac:spMkLst>
            <pc:docMk/>
            <pc:sldMk cId="3753412178" sldId="303"/>
            <ac:spMk id="26" creationId="{D61CE8D4-DB38-2111-7D77-7A30DA12A84C}"/>
          </ac:spMkLst>
        </pc:spChg>
        <pc:spChg chg="del">
          <ac:chgData name="木村　湊" userId="18030a92-e387-4fb8-9fb3-56230bee2947" providerId="ADAL" clId="{76446DAB-3A6D-436C-82AC-7052ACC196C4}" dt="2025-02-04T23:21:10.114" v="1985" actId="478"/>
          <ac:spMkLst>
            <pc:docMk/>
            <pc:sldMk cId="3753412178" sldId="303"/>
            <ac:spMk id="27" creationId="{6DA4A176-52BE-A04C-F74E-7FCF6EC0D760}"/>
          </ac:spMkLst>
        </pc:spChg>
        <pc:spChg chg="del">
          <ac:chgData name="木村　湊" userId="18030a92-e387-4fb8-9fb3-56230bee2947" providerId="ADAL" clId="{76446DAB-3A6D-436C-82AC-7052ACC196C4}" dt="2025-02-04T23:21:05.975" v="1984" actId="478"/>
          <ac:spMkLst>
            <pc:docMk/>
            <pc:sldMk cId="3753412178" sldId="303"/>
            <ac:spMk id="33" creationId="{87EFEE97-D2F9-1976-87EB-D65AB2F19100}"/>
          </ac:spMkLst>
        </pc:spChg>
        <pc:spChg chg="del">
          <ac:chgData name="木村　湊" userId="18030a92-e387-4fb8-9fb3-56230bee2947" providerId="ADAL" clId="{76446DAB-3A6D-436C-82AC-7052ACC196C4}" dt="2025-02-04T23:21:05.975" v="1984" actId="478"/>
          <ac:spMkLst>
            <pc:docMk/>
            <pc:sldMk cId="3753412178" sldId="303"/>
            <ac:spMk id="34" creationId="{2F92DF89-C67B-8080-59FF-97EBCAED84FD}"/>
          </ac:spMkLst>
        </pc:spChg>
        <pc:spChg chg="del">
          <ac:chgData name="木村　湊" userId="18030a92-e387-4fb8-9fb3-56230bee2947" providerId="ADAL" clId="{76446DAB-3A6D-436C-82AC-7052ACC196C4}" dt="2025-02-04T23:21:15.727" v="1987" actId="478"/>
          <ac:spMkLst>
            <pc:docMk/>
            <pc:sldMk cId="3753412178" sldId="303"/>
            <ac:spMk id="35" creationId="{EEF2A485-4552-ADE6-16A1-2FD14EA6E183}"/>
          </ac:spMkLst>
        </pc:spChg>
      </pc:sldChg>
      <pc:sldChg chg="modSp add del mod">
        <pc:chgData name="木村　湊" userId="18030a92-e387-4fb8-9fb3-56230bee2947" providerId="ADAL" clId="{76446DAB-3A6D-436C-82AC-7052ACC196C4}" dt="2025-02-04T23:25:10.314" v="2226" actId="2890"/>
        <pc:sldMkLst>
          <pc:docMk/>
          <pc:sldMk cId="57542276" sldId="304"/>
        </pc:sldMkLst>
        <pc:spChg chg="mod">
          <ac:chgData name="木村　湊" userId="18030a92-e387-4fb8-9fb3-56230bee2947" providerId="ADAL" clId="{76446DAB-3A6D-436C-82AC-7052ACC196C4}" dt="2025-02-04T23:25:09.578" v="2225" actId="1076"/>
          <ac:spMkLst>
            <pc:docMk/>
            <pc:sldMk cId="57542276" sldId="304"/>
            <ac:spMk id="4" creationId="{E98A9EAF-6CD7-959F-FA12-B99E662B2792}"/>
          </ac:spMkLst>
        </pc:spChg>
      </pc:sldChg>
      <pc:sldChg chg="addSp delSp modSp add mod modTransition">
        <pc:chgData name="木村　湊" userId="18030a92-e387-4fb8-9fb3-56230bee2947" providerId="ADAL" clId="{76446DAB-3A6D-436C-82AC-7052ACC196C4}" dt="2025-02-12T04:05:46.418" v="5048"/>
        <pc:sldMkLst>
          <pc:docMk/>
          <pc:sldMk cId="1538142881" sldId="304"/>
        </pc:sldMkLst>
        <pc:spChg chg="add del mod">
          <ac:chgData name="木村　湊" userId="18030a92-e387-4fb8-9fb3-56230bee2947" providerId="ADAL" clId="{76446DAB-3A6D-436C-82AC-7052ACC196C4}" dt="2025-02-04T23:26:49.617" v="2300" actId="478"/>
          <ac:spMkLst>
            <pc:docMk/>
            <pc:sldMk cId="1538142881" sldId="304"/>
            <ac:spMk id="2" creationId="{171EC07C-7956-1259-64D4-58597DEBF7EA}"/>
          </ac:spMkLst>
        </pc:spChg>
        <pc:spChg chg="mod">
          <ac:chgData name="木村　湊" userId="18030a92-e387-4fb8-9fb3-56230bee2947" providerId="ADAL" clId="{76446DAB-3A6D-436C-82AC-7052ACC196C4}" dt="2025-02-04T23:25:42.361" v="2235" actId="1076"/>
          <ac:spMkLst>
            <pc:docMk/>
            <pc:sldMk cId="1538142881" sldId="304"/>
            <ac:spMk id="3" creationId="{30A3FCFD-1DF3-48AC-96C3-97595CC40A81}"/>
          </ac:spMkLst>
        </pc:spChg>
        <pc:spChg chg="mod">
          <ac:chgData name="木村　湊" userId="18030a92-e387-4fb8-9fb3-56230bee2947" providerId="ADAL" clId="{76446DAB-3A6D-436C-82AC-7052ACC196C4}" dt="2025-02-04T23:25:19.773" v="2228" actId="14100"/>
          <ac:spMkLst>
            <pc:docMk/>
            <pc:sldMk cId="1538142881" sldId="304"/>
            <ac:spMk id="4" creationId="{E98A9EAF-6CD7-959F-FA12-B99E662B2792}"/>
          </ac:spMkLst>
        </pc:spChg>
        <pc:spChg chg="add del mod">
          <ac:chgData name="木村　湊" userId="18030a92-e387-4fb8-9fb3-56230bee2947" providerId="ADAL" clId="{76446DAB-3A6D-436C-82AC-7052ACC196C4}" dt="2025-02-04T23:26:49.617" v="2300" actId="478"/>
          <ac:spMkLst>
            <pc:docMk/>
            <pc:sldMk cId="1538142881" sldId="304"/>
            <ac:spMk id="5" creationId="{18F0F38D-61E5-F4E6-D4F4-F152ED358D05}"/>
          </ac:spMkLst>
        </pc:spChg>
        <pc:spChg chg="add del mod">
          <ac:chgData name="木村　湊" userId="18030a92-e387-4fb8-9fb3-56230bee2947" providerId="ADAL" clId="{76446DAB-3A6D-436C-82AC-7052ACC196C4}" dt="2025-02-04T23:26:49.617" v="2300" actId="478"/>
          <ac:spMkLst>
            <pc:docMk/>
            <pc:sldMk cId="1538142881" sldId="304"/>
            <ac:spMk id="6" creationId="{618FEF79-3DD8-548F-228A-469AE4959A15}"/>
          </ac:spMkLst>
        </pc:spChg>
        <pc:spChg chg="mod">
          <ac:chgData name="木村　湊" userId="18030a92-e387-4fb8-9fb3-56230bee2947" providerId="ADAL" clId="{76446DAB-3A6D-436C-82AC-7052ACC196C4}" dt="2025-02-04T23:25:36.416" v="2233" actId="1076"/>
          <ac:spMkLst>
            <pc:docMk/>
            <pc:sldMk cId="1538142881" sldId="304"/>
            <ac:spMk id="7" creationId="{9318D5A4-BAFD-82FC-C481-84A574053B9E}"/>
          </ac:spMkLst>
        </pc:spChg>
        <pc:spChg chg="add mod">
          <ac:chgData name="木村　湊" userId="18030a92-e387-4fb8-9fb3-56230bee2947" providerId="ADAL" clId="{76446DAB-3A6D-436C-82AC-7052ACC196C4}" dt="2025-02-04T23:26:45.963" v="2299"/>
          <ac:spMkLst>
            <pc:docMk/>
            <pc:sldMk cId="1538142881" sldId="304"/>
            <ac:spMk id="8" creationId="{8CD62BBB-3533-C238-C01C-83C36EF1F2CC}"/>
          </ac:spMkLst>
        </pc:spChg>
        <pc:spChg chg="add del mod">
          <ac:chgData name="木村　湊" userId="18030a92-e387-4fb8-9fb3-56230bee2947" providerId="ADAL" clId="{76446DAB-3A6D-436C-82AC-7052ACC196C4}" dt="2025-02-04T23:26:49.617" v="2300" actId="478"/>
          <ac:spMkLst>
            <pc:docMk/>
            <pc:sldMk cId="1538142881" sldId="304"/>
            <ac:spMk id="9" creationId="{971491A5-F094-4640-7CA4-20B358ACCC5E}"/>
          </ac:spMkLst>
        </pc:spChg>
        <pc:spChg chg="add del mod">
          <ac:chgData name="木村　湊" userId="18030a92-e387-4fb8-9fb3-56230bee2947" providerId="ADAL" clId="{76446DAB-3A6D-436C-82AC-7052ACC196C4}" dt="2025-02-04T23:26:49.617" v="2300" actId="478"/>
          <ac:spMkLst>
            <pc:docMk/>
            <pc:sldMk cId="1538142881" sldId="304"/>
            <ac:spMk id="14" creationId="{8D9F1BE6-EF51-04BC-CEE2-21103C5185FB}"/>
          </ac:spMkLst>
        </pc:spChg>
        <pc:spChg chg="add del mod">
          <ac:chgData name="木村　湊" userId="18030a92-e387-4fb8-9fb3-56230bee2947" providerId="ADAL" clId="{76446DAB-3A6D-436C-82AC-7052ACC196C4}" dt="2025-02-04T23:26:49.617" v="2300" actId="478"/>
          <ac:spMkLst>
            <pc:docMk/>
            <pc:sldMk cId="1538142881" sldId="304"/>
            <ac:spMk id="15" creationId="{38BD2B8F-FD2A-A1A5-8B9A-87DC3105A41E}"/>
          </ac:spMkLst>
        </pc:spChg>
        <pc:spChg chg="add mod">
          <ac:chgData name="木村　湊" userId="18030a92-e387-4fb8-9fb3-56230bee2947" providerId="ADAL" clId="{76446DAB-3A6D-436C-82AC-7052ACC196C4}" dt="2025-02-05T00:40:31.930" v="2425" actId="122"/>
          <ac:spMkLst>
            <pc:docMk/>
            <pc:sldMk cId="1538142881" sldId="304"/>
            <ac:spMk id="16" creationId="{96DD9D17-F3C5-4EAB-982A-590A32E2020E}"/>
          </ac:spMkLst>
        </pc:spChg>
        <pc:spChg chg="add mod">
          <ac:chgData name="木村　湊" userId="18030a92-e387-4fb8-9fb3-56230bee2947" providerId="ADAL" clId="{76446DAB-3A6D-436C-82AC-7052ACC196C4}" dt="2025-02-04T23:27:14.538" v="2303" actId="1076"/>
          <ac:spMkLst>
            <pc:docMk/>
            <pc:sldMk cId="1538142881" sldId="304"/>
            <ac:spMk id="17" creationId="{099639B8-5628-C579-E217-703CA8FFC8AC}"/>
          </ac:spMkLst>
        </pc:spChg>
        <pc:spChg chg="add mod ord">
          <ac:chgData name="木村　湊" userId="18030a92-e387-4fb8-9fb3-56230bee2947" providerId="ADAL" clId="{76446DAB-3A6D-436C-82AC-7052ACC196C4}" dt="2025-02-05T01:06:45.082" v="2573" actId="207"/>
          <ac:spMkLst>
            <pc:docMk/>
            <pc:sldMk cId="1538142881" sldId="304"/>
            <ac:spMk id="18" creationId="{1DDF512B-D0F1-68B8-B715-0FCD7FA9479F}"/>
          </ac:spMkLst>
        </pc:spChg>
      </pc:sldChg>
      <pc:sldChg chg="addSp delSp modSp add mod modTransition">
        <pc:chgData name="木村　湊" userId="18030a92-e387-4fb8-9fb3-56230bee2947" providerId="ADAL" clId="{76446DAB-3A6D-436C-82AC-7052ACC196C4}" dt="2025-02-12T04:06:04.145" v="5050"/>
        <pc:sldMkLst>
          <pc:docMk/>
          <pc:sldMk cId="453877009" sldId="305"/>
        </pc:sldMkLst>
        <pc:spChg chg="add mod">
          <ac:chgData name="木村　湊" userId="18030a92-e387-4fb8-9fb3-56230bee2947" providerId="ADAL" clId="{76446DAB-3A6D-436C-82AC-7052ACC196C4}" dt="2025-02-05T00:45:14.537" v="2491" actId="14100"/>
          <ac:spMkLst>
            <pc:docMk/>
            <pc:sldMk cId="453877009" sldId="305"/>
            <ac:spMk id="2" creationId="{67B504CB-7597-3EFD-CDDE-26542DEB24C3}"/>
          </ac:spMkLst>
        </pc:spChg>
        <pc:spChg chg="del">
          <ac:chgData name="木村　湊" userId="18030a92-e387-4fb8-9fb3-56230bee2947" providerId="ADAL" clId="{76446DAB-3A6D-436C-82AC-7052ACC196C4}" dt="2025-02-05T00:43:22.418" v="2470" actId="478"/>
          <ac:spMkLst>
            <pc:docMk/>
            <pc:sldMk cId="453877009" sldId="305"/>
            <ac:spMk id="3" creationId="{30A3FCFD-1DF3-48AC-96C3-97595CC40A81}"/>
          </ac:spMkLst>
        </pc:spChg>
        <pc:spChg chg="del">
          <ac:chgData name="木村　湊" userId="18030a92-e387-4fb8-9fb3-56230bee2947" providerId="ADAL" clId="{76446DAB-3A6D-436C-82AC-7052ACC196C4}" dt="2025-02-05T00:43:18.638" v="2468" actId="478"/>
          <ac:spMkLst>
            <pc:docMk/>
            <pc:sldMk cId="453877009" sldId="305"/>
            <ac:spMk id="4" creationId="{E98A9EAF-6CD7-959F-FA12-B99E662B2792}"/>
          </ac:spMkLst>
        </pc:spChg>
        <pc:spChg chg="add mod">
          <ac:chgData name="木村　湊" userId="18030a92-e387-4fb8-9fb3-56230bee2947" providerId="ADAL" clId="{76446DAB-3A6D-436C-82AC-7052ACC196C4}" dt="2025-02-05T05:07:18.544" v="4611" actId="207"/>
          <ac:spMkLst>
            <pc:docMk/>
            <pc:sldMk cId="453877009" sldId="305"/>
            <ac:spMk id="5" creationId="{9282DEB4-9050-4E92-4F61-53FCE7F0929A}"/>
          </ac:spMkLst>
        </pc:spChg>
        <pc:spChg chg="del">
          <ac:chgData name="木村　湊" userId="18030a92-e387-4fb8-9fb3-56230bee2947" providerId="ADAL" clId="{76446DAB-3A6D-436C-82AC-7052ACC196C4}" dt="2025-02-05T00:43:19.942" v="2469" actId="478"/>
          <ac:spMkLst>
            <pc:docMk/>
            <pc:sldMk cId="453877009" sldId="305"/>
            <ac:spMk id="7" creationId="{9318D5A4-BAFD-82FC-C481-84A574053B9E}"/>
          </ac:spMkLst>
        </pc:spChg>
        <pc:spChg chg="del">
          <ac:chgData name="木村　湊" userId="18030a92-e387-4fb8-9fb3-56230bee2947" providerId="ADAL" clId="{76446DAB-3A6D-436C-82AC-7052ACC196C4}" dt="2025-02-05T00:43:17.597" v="2467" actId="478"/>
          <ac:spMkLst>
            <pc:docMk/>
            <pc:sldMk cId="453877009" sldId="305"/>
            <ac:spMk id="8" creationId="{8CD62BBB-3533-C238-C01C-83C36EF1F2CC}"/>
          </ac:spMkLst>
        </pc:spChg>
        <pc:spChg chg="mod">
          <ac:chgData name="木村　湊" userId="18030a92-e387-4fb8-9fb3-56230bee2947" providerId="ADAL" clId="{76446DAB-3A6D-436C-82AC-7052ACC196C4}" dt="2025-02-05T05:08:39.403" v="4630" actId="1076"/>
          <ac:spMkLst>
            <pc:docMk/>
            <pc:sldMk cId="453877009" sldId="305"/>
            <ac:spMk id="16" creationId="{96DD9D17-F3C5-4EAB-982A-590A32E2020E}"/>
          </ac:spMkLst>
        </pc:spChg>
        <pc:spChg chg="mod">
          <ac:chgData name="木村　湊" userId="18030a92-e387-4fb8-9fb3-56230bee2947" providerId="ADAL" clId="{76446DAB-3A6D-436C-82AC-7052ACC196C4}" dt="2025-02-05T00:43:51.773" v="2474" actId="1076"/>
          <ac:spMkLst>
            <pc:docMk/>
            <pc:sldMk cId="453877009" sldId="305"/>
            <ac:spMk id="17" creationId="{099639B8-5628-C579-E217-703CA8FFC8AC}"/>
          </ac:spMkLst>
        </pc:spChg>
        <pc:spChg chg="del">
          <ac:chgData name="木村　湊" userId="18030a92-e387-4fb8-9fb3-56230bee2947" providerId="ADAL" clId="{76446DAB-3A6D-436C-82AC-7052ACC196C4}" dt="2025-02-05T00:43:15.003" v="2466" actId="478"/>
          <ac:spMkLst>
            <pc:docMk/>
            <pc:sldMk cId="453877009" sldId="305"/>
            <ac:spMk id="18" creationId="{1DDF512B-D0F1-68B8-B715-0FCD7FA9479F}"/>
          </ac:spMkLst>
        </pc:spChg>
      </pc:sldChg>
      <pc:sldChg chg="addSp delSp modSp add mod">
        <pc:chgData name="木村　湊" userId="18030a92-e387-4fb8-9fb3-56230bee2947" providerId="ADAL" clId="{76446DAB-3A6D-436C-82AC-7052ACC196C4}" dt="2025-02-05T01:03:35.262" v="2527"/>
        <pc:sldMkLst>
          <pc:docMk/>
          <pc:sldMk cId="2134867980" sldId="306"/>
        </pc:sldMkLst>
        <pc:spChg chg="add mod">
          <ac:chgData name="木村　湊" userId="18030a92-e387-4fb8-9fb3-56230bee2947" providerId="ADAL" clId="{76446DAB-3A6D-436C-82AC-7052ACC196C4}" dt="2025-02-05T01:01:43.399" v="2517"/>
          <ac:spMkLst>
            <pc:docMk/>
            <pc:sldMk cId="2134867980" sldId="306"/>
            <ac:spMk id="5" creationId="{F0692C35-E92A-E8E6-3FEB-F031558DF8D6}"/>
          </ac:spMkLst>
        </pc:spChg>
        <pc:spChg chg="add mod">
          <ac:chgData name="木村　湊" userId="18030a92-e387-4fb8-9fb3-56230bee2947" providerId="ADAL" clId="{76446DAB-3A6D-436C-82AC-7052ACC196C4}" dt="2025-02-05T01:03:35.262" v="2527"/>
          <ac:spMkLst>
            <pc:docMk/>
            <pc:sldMk cId="2134867980" sldId="306"/>
            <ac:spMk id="6" creationId="{C1610314-6D98-2917-FE02-372190006C3C}"/>
          </ac:spMkLst>
        </pc:spChg>
        <pc:spChg chg="mod">
          <ac:chgData name="木村　湊" userId="18030a92-e387-4fb8-9fb3-56230bee2947" providerId="ADAL" clId="{76446DAB-3A6D-436C-82AC-7052ACC196C4}" dt="2025-02-05T01:02:11.817" v="2521" actId="255"/>
          <ac:spMkLst>
            <pc:docMk/>
            <pc:sldMk cId="2134867980" sldId="306"/>
            <ac:spMk id="8" creationId="{FCD670A6-9C5C-4E7C-6C0F-A3D1E5F6586A}"/>
          </ac:spMkLst>
        </pc:spChg>
        <pc:spChg chg="del mod">
          <ac:chgData name="木村　湊" userId="18030a92-e387-4fb8-9fb3-56230bee2947" providerId="ADAL" clId="{76446DAB-3A6D-436C-82AC-7052ACC196C4}" dt="2025-02-05T01:03:19.387" v="2526" actId="478"/>
          <ac:spMkLst>
            <pc:docMk/>
            <pc:sldMk cId="2134867980" sldId="306"/>
            <ac:spMk id="10" creationId="{72395DAB-45F3-2D71-A69B-A19F0D0D796F}"/>
          </ac:spMkLst>
        </pc:spChg>
        <pc:spChg chg="del mod">
          <ac:chgData name="木村　湊" userId="18030a92-e387-4fb8-9fb3-56230bee2947" providerId="ADAL" clId="{76446DAB-3A6D-436C-82AC-7052ACC196C4}" dt="2025-02-05T01:03:19.387" v="2526" actId="478"/>
          <ac:spMkLst>
            <pc:docMk/>
            <pc:sldMk cId="2134867980" sldId="306"/>
            <ac:spMk id="11" creationId="{D38DC09E-76B9-7298-4FD3-BBAA9BDEA254}"/>
          </ac:spMkLst>
        </pc:spChg>
        <pc:spChg chg="add mod">
          <ac:chgData name="木村　湊" userId="18030a92-e387-4fb8-9fb3-56230bee2947" providerId="ADAL" clId="{76446DAB-3A6D-436C-82AC-7052ACC196C4}" dt="2025-02-05T01:03:35.262" v="2527"/>
          <ac:spMkLst>
            <pc:docMk/>
            <pc:sldMk cId="2134867980" sldId="306"/>
            <ac:spMk id="12" creationId="{1140E328-56DE-50DF-A57D-0452DEAED59A}"/>
          </ac:spMkLst>
        </pc:spChg>
      </pc:sldChg>
      <pc:sldChg chg="addSp modSp add mod">
        <pc:chgData name="木村　湊" userId="18030a92-e387-4fb8-9fb3-56230bee2947" providerId="ADAL" clId="{76446DAB-3A6D-436C-82AC-7052ACC196C4}" dt="2025-02-05T01:03:44.381" v="2528" actId="1076"/>
        <pc:sldMkLst>
          <pc:docMk/>
          <pc:sldMk cId="3215392313" sldId="307"/>
        </pc:sldMkLst>
        <pc:spChg chg="add mod">
          <ac:chgData name="木村　湊" userId="18030a92-e387-4fb8-9fb3-56230bee2947" providerId="ADAL" clId="{76446DAB-3A6D-436C-82AC-7052ACC196C4}" dt="2025-02-05T01:01:45.079" v="2518"/>
          <ac:spMkLst>
            <pc:docMk/>
            <pc:sldMk cId="3215392313" sldId="307"/>
            <ac:spMk id="5" creationId="{ED04478F-14E5-5C7A-6295-604DA718A673}"/>
          </ac:spMkLst>
        </pc:spChg>
        <pc:spChg chg="mod">
          <ac:chgData name="木村　湊" userId="18030a92-e387-4fb8-9fb3-56230bee2947" providerId="ADAL" clId="{76446DAB-3A6D-436C-82AC-7052ACC196C4}" dt="2025-02-05T01:03:44.381" v="2528" actId="1076"/>
          <ac:spMkLst>
            <pc:docMk/>
            <pc:sldMk cId="3215392313" sldId="307"/>
            <ac:spMk id="11" creationId="{4A32D093-1006-AF92-47C2-B42B1DEE65EA}"/>
          </ac:spMkLst>
        </pc:spChg>
      </pc:sldChg>
      <pc:sldChg chg="addSp modSp add mod">
        <pc:chgData name="木村　湊" userId="18030a92-e387-4fb8-9fb3-56230bee2947" providerId="ADAL" clId="{76446DAB-3A6D-436C-82AC-7052ACC196C4}" dt="2025-02-05T01:03:57.512" v="2531" actId="14100"/>
        <pc:sldMkLst>
          <pc:docMk/>
          <pc:sldMk cId="1038130536" sldId="308"/>
        </pc:sldMkLst>
        <pc:spChg chg="add mod">
          <ac:chgData name="木村　湊" userId="18030a92-e387-4fb8-9fb3-56230bee2947" providerId="ADAL" clId="{76446DAB-3A6D-436C-82AC-7052ACC196C4}" dt="2025-02-05T01:01:46.550" v="2519"/>
          <ac:spMkLst>
            <pc:docMk/>
            <pc:sldMk cId="1038130536" sldId="308"/>
            <ac:spMk id="5" creationId="{931ABDBC-53ED-6F7C-D1F0-E723A8AB0D68}"/>
          </ac:spMkLst>
        </pc:spChg>
        <pc:spChg chg="mod">
          <ac:chgData name="木村　湊" userId="18030a92-e387-4fb8-9fb3-56230bee2947" providerId="ADAL" clId="{76446DAB-3A6D-436C-82AC-7052ACC196C4}" dt="2025-02-05T01:03:57.512" v="2531" actId="14100"/>
          <ac:spMkLst>
            <pc:docMk/>
            <pc:sldMk cId="1038130536" sldId="308"/>
            <ac:spMk id="11" creationId="{1AB02F5C-C4E1-795F-18BE-A834C38CBFD7}"/>
          </ac:spMkLst>
        </pc:spChg>
      </pc:sldChg>
      <pc:sldChg chg="addSp modSp add mod">
        <pc:chgData name="木村　湊" userId="18030a92-e387-4fb8-9fb3-56230bee2947" providerId="ADAL" clId="{76446DAB-3A6D-436C-82AC-7052ACC196C4}" dt="2025-02-05T01:07:03.794" v="2575" actId="208"/>
        <pc:sldMkLst>
          <pc:docMk/>
          <pc:sldMk cId="3588775986" sldId="309"/>
        </pc:sldMkLst>
        <pc:spChg chg="add mod">
          <ac:chgData name="木村　湊" userId="18030a92-e387-4fb8-9fb3-56230bee2947" providerId="ADAL" clId="{76446DAB-3A6D-436C-82AC-7052ACC196C4}" dt="2025-02-05T01:04:45.253" v="2556" actId="14100"/>
          <ac:spMkLst>
            <pc:docMk/>
            <pc:sldMk cId="3588775986" sldId="309"/>
            <ac:spMk id="5" creationId="{18CBDFFC-EC7A-4B7E-DA5E-263239AA293A}"/>
          </ac:spMkLst>
        </pc:spChg>
        <pc:spChg chg="mod">
          <ac:chgData name="木村　湊" userId="18030a92-e387-4fb8-9fb3-56230bee2947" providerId="ADAL" clId="{76446DAB-3A6D-436C-82AC-7052ACC196C4}" dt="2025-02-05T01:04:15.464" v="2545" actId="404"/>
          <ac:spMkLst>
            <pc:docMk/>
            <pc:sldMk cId="3588775986" sldId="309"/>
            <ac:spMk id="9" creationId="{B3E9339E-7949-4D36-50D6-F6C9F90575FB}"/>
          </ac:spMkLst>
        </pc:spChg>
        <pc:spChg chg="mod">
          <ac:chgData name="木村　湊" userId="18030a92-e387-4fb8-9fb3-56230bee2947" providerId="ADAL" clId="{76446DAB-3A6D-436C-82AC-7052ACC196C4}" dt="2025-02-05T01:07:03.794" v="2575" actId="208"/>
          <ac:spMkLst>
            <pc:docMk/>
            <pc:sldMk cId="3588775986" sldId="309"/>
            <ac:spMk id="11" creationId="{7868B79C-7756-38CA-F7B0-61847A62620D}"/>
          </ac:spMkLst>
        </pc:spChg>
      </pc:sldChg>
      <pc:sldChg chg="addSp delSp modSp add mod modTransition">
        <pc:chgData name="木村　湊" userId="18030a92-e387-4fb8-9fb3-56230bee2947" providerId="ADAL" clId="{76446DAB-3A6D-436C-82AC-7052ACC196C4}" dt="2025-02-05T01:24:38.640" v="2925"/>
        <pc:sldMkLst>
          <pc:docMk/>
          <pc:sldMk cId="604998467" sldId="310"/>
        </pc:sldMkLst>
        <pc:spChg chg="del">
          <ac:chgData name="木村　湊" userId="18030a92-e387-4fb8-9fb3-56230bee2947" providerId="ADAL" clId="{76446DAB-3A6D-436C-82AC-7052ACC196C4}" dt="2025-02-05T01:05:11.583" v="2560" actId="478"/>
          <ac:spMkLst>
            <pc:docMk/>
            <pc:sldMk cId="604998467" sldId="310"/>
            <ac:spMk id="4" creationId="{FB1D1B20-E1BB-417F-0A8F-7152ACF87D86}"/>
          </ac:spMkLst>
        </pc:spChg>
        <pc:spChg chg="mod">
          <ac:chgData name="木村　湊" userId="18030a92-e387-4fb8-9fb3-56230bee2947" providerId="ADAL" clId="{76446DAB-3A6D-436C-82AC-7052ACC196C4}" dt="2025-02-05T01:05:49.333" v="2567" actId="14100"/>
          <ac:spMkLst>
            <pc:docMk/>
            <pc:sldMk cId="604998467" sldId="310"/>
            <ac:spMk id="5" creationId="{18CBDFFC-EC7A-4B7E-DA5E-263239AA293A}"/>
          </ac:spMkLst>
        </pc:spChg>
        <pc:spChg chg="add mod">
          <ac:chgData name="木村　湊" userId="18030a92-e387-4fb8-9fb3-56230bee2947" providerId="ADAL" clId="{76446DAB-3A6D-436C-82AC-7052ACC196C4}" dt="2025-02-05T01:19:26.779" v="2866" actId="122"/>
          <ac:spMkLst>
            <pc:docMk/>
            <pc:sldMk cId="604998467" sldId="310"/>
            <ac:spMk id="6" creationId="{AA3E8846-C4A6-0FF9-2B08-C234EC62DF14}"/>
          </ac:spMkLst>
        </pc:spChg>
        <pc:spChg chg="del">
          <ac:chgData name="木村　湊" userId="18030a92-e387-4fb8-9fb3-56230bee2947" providerId="ADAL" clId="{76446DAB-3A6D-436C-82AC-7052ACC196C4}" dt="2025-02-05T01:05:11.583" v="2560" actId="478"/>
          <ac:spMkLst>
            <pc:docMk/>
            <pc:sldMk cId="604998467" sldId="310"/>
            <ac:spMk id="7" creationId="{2DBCFF0E-EEE7-4AE5-AA3E-26A5493A397D}"/>
          </ac:spMkLst>
        </pc:spChg>
        <pc:spChg chg="del">
          <ac:chgData name="木村　湊" userId="18030a92-e387-4fb8-9fb3-56230bee2947" providerId="ADAL" clId="{76446DAB-3A6D-436C-82AC-7052ACC196C4}" dt="2025-02-05T01:05:14.292" v="2561" actId="478"/>
          <ac:spMkLst>
            <pc:docMk/>
            <pc:sldMk cId="604998467" sldId="310"/>
            <ac:spMk id="8" creationId="{CE8FBB63-75C7-5C9B-AF78-265299A619D9}"/>
          </ac:spMkLst>
        </pc:spChg>
        <pc:spChg chg="del">
          <ac:chgData name="木村　湊" userId="18030a92-e387-4fb8-9fb3-56230bee2947" providerId="ADAL" clId="{76446DAB-3A6D-436C-82AC-7052ACC196C4}" dt="2025-02-05T01:05:16.143" v="2562" actId="478"/>
          <ac:spMkLst>
            <pc:docMk/>
            <pc:sldMk cId="604998467" sldId="310"/>
            <ac:spMk id="9" creationId="{B3E9339E-7949-4D36-50D6-F6C9F90575FB}"/>
          </ac:spMkLst>
        </pc:spChg>
        <pc:spChg chg="del">
          <ac:chgData name="木村　湊" userId="18030a92-e387-4fb8-9fb3-56230bee2947" providerId="ADAL" clId="{76446DAB-3A6D-436C-82AC-7052ACC196C4}" dt="2025-02-05T01:05:14.292" v="2561" actId="478"/>
          <ac:spMkLst>
            <pc:docMk/>
            <pc:sldMk cId="604998467" sldId="310"/>
            <ac:spMk id="10" creationId="{B590D2F9-3E83-511C-8B7D-B300C3DCDAA3}"/>
          </ac:spMkLst>
        </pc:spChg>
        <pc:spChg chg="mod">
          <ac:chgData name="木村　湊" userId="18030a92-e387-4fb8-9fb3-56230bee2947" providerId="ADAL" clId="{76446DAB-3A6D-436C-82AC-7052ACC196C4}" dt="2025-02-05T01:07:14.008" v="2577" actId="208"/>
          <ac:spMkLst>
            <pc:docMk/>
            <pc:sldMk cId="604998467" sldId="310"/>
            <ac:spMk id="11" creationId="{7868B79C-7756-38CA-F7B0-61847A62620D}"/>
          </ac:spMkLst>
        </pc:spChg>
        <pc:spChg chg="add del mod">
          <ac:chgData name="木村　湊" userId="18030a92-e387-4fb8-9fb3-56230bee2947" providerId="ADAL" clId="{76446DAB-3A6D-436C-82AC-7052ACC196C4}" dt="2025-02-05T01:17:03.396" v="2845" actId="478"/>
          <ac:spMkLst>
            <pc:docMk/>
            <pc:sldMk cId="604998467" sldId="310"/>
            <ac:spMk id="12" creationId="{FE00759E-C5CD-C873-728C-B0DBF4C273E0}"/>
          </ac:spMkLst>
        </pc:spChg>
      </pc:sldChg>
      <pc:sldChg chg="addSp modSp add mod modTransition">
        <pc:chgData name="木村　湊" userId="18030a92-e387-4fb8-9fb3-56230bee2947" providerId="ADAL" clId="{76446DAB-3A6D-436C-82AC-7052ACC196C4}" dt="2025-02-12T04:10:48.100" v="5053"/>
        <pc:sldMkLst>
          <pc:docMk/>
          <pc:sldMk cId="3216349790" sldId="311"/>
        </pc:sldMkLst>
        <pc:spChg chg="add mod">
          <ac:chgData name="木村　湊" userId="18030a92-e387-4fb8-9fb3-56230bee2947" providerId="ADAL" clId="{76446DAB-3A6D-436C-82AC-7052ACC196C4}" dt="2025-02-05T01:11:44.154" v="2759" actId="1076"/>
          <ac:spMkLst>
            <pc:docMk/>
            <pc:sldMk cId="3216349790" sldId="311"/>
            <ac:spMk id="4" creationId="{528BD36D-1B58-8828-9B89-C1BAE2548E55}"/>
          </ac:spMkLst>
        </pc:spChg>
        <pc:spChg chg="mod">
          <ac:chgData name="木村　湊" userId="18030a92-e387-4fb8-9fb3-56230bee2947" providerId="ADAL" clId="{76446DAB-3A6D-436C-82AC-7052ACC196C4}" dt="2025-02-05T01:10:39.344" v="2696" actId="1076"/>
          <ac:spMkLst>
            <pc:docMk/>
            <pc:sldMk cId="3216349790" sldId="311"/>
            <ac:spMk id="6" creationId="{AA3E8846-C4A6-0FF9-2B08-C234EC62DF14}"/>
          </ac:spMkLst>
        </pc:spChg>
        <pc:spChg chg="add mod">
          <ac:chgData name="木村　湊" userId="18030a92-e387-4fb8-9fb3-56230bee2947" providerId="ADAL" clId="{76446DAB-3A6D-436C-82AC-7052ACC196C4}" dt="2025-02-05T01:37:25.216" v="3208" actId="20577"/>
          <ac:spMkLst>
            <pc:docMk/>
            <pc:sldMk cId="3216349790" sldId="311"/>
            <ac:spMk id="7" creationId="{79294AC3-7E53-91D6-2BB7-4EBBDC03AC0E}"/>
          </ac:spMkLst>
        </pc:spChg>
        <pc:spChg chg="add mod">
          <ac:chgData name="木村　湊" userId="18030a92-e387-4fb8-9fb3-56230bee2947" providerId="ADAL" clId="{76446DAB-3A6D-436C-82AC-7052ACC196C4}" dt="2025-02-05T01:27:43.508" v="2970" actId="207"/>
          <ac:spMkLst>
            <pc:docMk/>
            <pc:sldMk cId="3216349790" sldId="311"/>
            <ac:spMk id="8" creationId="{15F0B1B8-C8F8-08DA-7334-5FBE6B71A55F}"/>
          </ac:spMkLst>
        </pc:spChg>
      </pc:sldChg>
      <pc:sldChg chg="delSp modSp add mod ord modTransition">
        <pc:chgData name="木村　湊" userId="18030a92-e387-4fb8-9fb3-56230bee2947" providerId="ADAL" clId="{76446DAB-3A6D-436C-82AC-7052ACC196C4}" dt="2025-02-05T01:24:22.770" v="2921"/>
        <pc:sldMkLst>
          <pc:docMk/>
          <pc:sldMk cId="2516576233" sldId="312"/>
        </pc:sldMkLst>
        <pc:spChg chg="mod">
          <ac:chgData name="木村　湊" userId="18030a92-e387-4fb8-9fb3-56230bee2947" providerId="ADAL" clId="{76446DAB-3A6D-436C-82AC-7052ACC196C4}" dt="2025-02-05T01:19:32.595" v="2867" actId="122"/>
          <ac:spMkLst>
            <pc:docMk/>
            <pc:sldMk cId="2516576233" sldId="312"/>
            <ac:spMk id="6" creationId="{AA3E8846-C4A6-0FF9-2B08-C234EC62DF14}"/>
          </ac:spMkLst>
        </pc:spChg>
        <pc:spChg chg="del mod">
          <ac:chgData name="木村　湊" userId="18030a92-e387-4fb8-9fb3-56230bee2947" providerId="ADAL" clId="{76446DAB-3A6D-436C-82AC-7052ACC196C4}" dt="2025-02-05T01:17:14.444" v="2851" actId="478"/>
          <ac:spMkLst>
            <pc:docMk/>
            <pc:sldMk cId="2516576233" sldId="312"/>
            <ac:spMk id="12" creationId="{FE00759E-C5CD-C873-728C-B0DBF4C273E0}"/>
          </ac:spMkLst>
        </pc:spChg>
      </pc:sldChg>
      <pc:sldChg chg="addSp delSp modSp add mod modTransition">
        <pc:chgData name="木村　湊" userId="18030a92-e387-4fb8-9fb3-56230bee2947" providerId="ADAL" clId="{76446DAB-3A6D-436C-82AC-7052ACC196C4}" dt="2025-02-05T01:25:53.058" v="2930" actId="20577"/>
        <pc:sldMkLst>
          <pc:docMk/>
          <pc:sldMk cId="2166314064" sldId="313"/>
        </pc:sldMkLst>
        <pc:spChg chg="add mod">
          <ac:chgData name="木村　湊" userId="18030a92-e387-4fb8-9fb3-56230bee2947" providerId="ADAL" clId="{76446DAB-3A6D-436C-82AC-7052ACC196C4}" dt="2025-02-05T01:19:37.858" v="2868" actId="122"/>
          <ac:spMkLst>
            <pc:docMk/>
            <pc:sldMk cId="2166314064" sldId="313"/>
            <ac:spMk id="4" creationId="{8790A9EE-CA3A-81A0-C1C4-3F779D96E986}"/>
          </ac:spMkLst>
        </pc:spChg>
        <pc:spChg chg="del mod">
          <ac:chgData name="木村　湊" userId="18030a92-e387-4fb8-9fb3-56230bee2947" providerId="ADAL" clId="{76446DAB-3A6D-436C-82AC-7052ACC196C4}" dt="2025-02-05T01:18:55.284" v="2863" actId="478"/>
          <ac:spMkLst>
            <pc:docMk/>
            <pc:sldMk cId="2166314064" sldId="313"/>
            <ac:spMk id="6" creationId="{AA3E8846-C4A6-0FF9-2B08-C234EC62DF14}"/>
          </ac:spMkLst>
        </pc:spChg>
        <pc:spChg chg="add del mod ord">
          <ac:chgData name="木村　湊" userId="18030a92-e387-4fb8-9fb3-56230bee2947" providerId="ADAL" clId="{76446DAB-3A6D-436C-82AC-7052ACC196C4}" dt="2025-02-05T01:21:14.155" v="2882" actId="478"/>
          <ac:spMkLst>
            <pc:docMk/>
            <pc:sldMk cId="2166314064" sldId="313"/>
            <ac:spMk id="7" creationId="{F15B74BA-D3CE-A369-EB45-203C76A08C87}"/>
          </ac:spMkLst>
        </pc:spChg>
        <pc:spChg chg="add del mod ord">
          <ac:chgData name="木村　湊" userId="18030a92-e387-4fb8-9fb3-56230bee2947" providerId="ADAL" clId="{76446DAB-3A6D-436C-82AC-7052ACC196C4}" dt="2025-02-05T01:23:44.887" v="2919" actId="478"/>
          <ac:spMkLst>
            <pc:docMk/>
            <pc:sldMk cId="2166314064" sldId="313"/>
            <ac:spMk id="8" creationId="{F7AC4915-964D-3750-9F4E-C81BE39FD78D}"/>
          </ac:spMkLst>
        </pc:spChg>
        <pc:spChg chg="mod">
          <ac:chgData name="木村　湊" userId="18030a92-e387-4fb8-9fb3-56230bee2947" providerId="ADAL" clId="{76446DAB-3A6D-436C-82AC-7052ACC196C4}" dt="2025-02-05T01:25:53.058" v="2930" actId="20577"/>
          <ac:spMkLst>
            <pc:docMk/>
            <pc:sldMk cId="2166314064" sldId="313"/>
            <ac:spMk id="12" creationId="{FE00759E-C5CD-C873-728C-B0DBF4C273E0}"/>
          </ac:spMkLst>
        </pc:spChg>
      </pc:sldChg>
      <pc:sldChg chg="addSp delSp modSp add mod ord modTransition">
        <pc:chgData name="木村　湊" userId="18030a92-e387-4fb8-9fb3-56230bee2947" providerId="ADAL" clId="{76446DAB-3A6D-436C-82AC-7052ACC196C4}" dt="2025-02-05T04:52:04.432" v="4544"/>
        <pc:sldMkLst>
          <pc:docMk/>
          <pc:sldMk cId="2905308357" sldId="314"/>
        </pc:sldMkLst>
        <pc:spChg chg="add mod">
          <ac:chgData name="木村　湊" userId="18030a92-e387-4fb8-9fb3-56230bee2947" providerId="ADAL" clId="{76446DAB-3A6D-436C-82AC-7052ACC196C4}" dt="2025-02-05T01:25:22.866" v="2929"/>
          <ac:spMkLst>
            <pc:docMk/>
            <pc:sldMk cId="2905308357" sldId="314"/>
            <ac:spMk id="4" creationId="{2D780573-4F31-1AD6-ECB4-396F2962258A}"/>
          </ac:spMkLst>
        </pc:spChg>
        <pc:spChg chg="del">
          <ac:chgData name="木村　湊" userId="18030a92-e387-4fb8-9fb3-56230bee2947" providerId="ADAL" clId="{76446DAB-3A6D-436C-82AC-7052ACC196C4}" dt="2025-02-05T01:25:22.396" v="2928" actId="478"/>
          <ac:spMkLst>
            <pc:docMk/>
            <pc:sldMk cId="2905308357" sldId="314"/>
            <ac:spMk id="6" creationId="{AA3E8846-C4A6-0FF9-2B08-C234EC62DF14}"/>
          </ac:spMkLst>
        </pc:spChg>
        <pc:spChg chg="mod">
          <ac:chgData name="木村　湊" userId="18030a92-e387-4fb8-9fb3-56230bee2947" providerId="ADAL" clId="{76446DAB-3A6D-436C-82AC-7052ACC196C4}" dt="2025-02-05T01:23:25.126" v="2915" actId="1076"/>
          <ac:spMkLst>
            <pc:docMk/>
            <pc:sldMk cId="2905308357" sldId="314"/>
            <ac:spMk id="12" creationId="{FE00759E-C5CD-C873-728C-B0DBF4C273E0}"/>
          </ac:spMkLst>
        </pc:spChg>
      </pc:sldChg>
      <pc:sldChg chg="addSp delSp modSp add mod modTransition">
        <pc:chgData name="木村　湊" userId="18030a92-e387-4fb8-9fb3-56230bee2947" providerId="ADAL" clId="{76446DAB-3A6D-436C-82AC-7052ACC196C4}" dt="2025-02-05T05:09:23.134" v="4632"/>
        <pc:sldMkLst>
          <pc:docMk/>
          <pc:sldMk cId="1285500501" sldId="315"/>
        </pc:sldMkLst>
        <pc:spChg chg="mod">
          <ac:chgData name="木村　湊" userId="18030a92-e387-4fb8-9fb3-56230bee2947" providerId="ADAL" clId="{76446DAB-3A6D-436C-82AC-7052ACC196C4}" dt="2025-02-05T01:31:06.082" v="2990" actId="1076"/>
          <ac:spMkLst>
            <pc:docMk/>
            <pc:sldMk cId="1285500501" sldId="315"/>
            <ac:spMk id="4" creationId="{528BD36D-1B58-8828-9B89-C1BAE2548E55}"/>
          </ac:spMkLst>
        </pc:spChg>
        <pc:spChg chg="mod">
          <ac:chgData name="木村　湊" userId="18030a92-e387-4fb8-9fb3-56230bee2947" providerId="ADAL" clId="{76446DAB-3A6D-436C-82AC-7052ACC196C4}" dt="2025-02-05T02:44:11.488" v="3215" actId="20577"/>
          <ac:spMkLst>
            <pc:docMk/>
            <pc:sldMk cId="1285500501" sldId="315"/>
            <ac:spMk id="7" creationId="{79294AC3-7E53-91D6-2BB7-4EBBDC03AC0E}"/>
          </ac:spMkLst>
        </pc:spChg>
        <pc:spChg chg="add mod">
          <ac:chgData name="木村　湊" userId="18030a92-e387-4fb8-9fb3-56230bee2947" providerId="ADAL" clId="{76446DAB-3A6D-436C-82AC-7052ACC196C4}" dt="2025-02-05T04:53:09.391" v="4551" actId="1076"/>
          <ac:spMkLst>
            <pc:docMk/>
            <pc:sldMk cId="1285500501" sldId="315"/>
            <ac:spMk id="8" creationId="{013A020F-2309-300B-048D-2F946256AA11}"/>
          </ac:spMkLst>
        </pc:spChg>
        <pc:spChg chg="del">
          <ac:chgData name="木村　湊" userId="18030a92-e387-4fb8-9fb3-56230bee2947" providerId="ADAL" clId="{76446DAB-3A6D-436C-82AC-7052ACC196C4}" dt="2025-02-05T01:30:34.774" v="2988" actId="478"/>
          <ac:spMkLst>
            <pc:docMk/>
            <pc:sldMk cId="1285500501" sldId="315"/>
            <ac:spMk id="8" creationId="{15F0B1B8-C8F8-08DA-7334-5FBE6B71A55F}"/>
          </ac:spMkLst>
        </pc:spChg>
        <pc:spChg chg="add del mod">
          <ac:chgData name="木村　湊" userId="18030a92-e387-4fb8-9fb3-56230bee2947" providerId="ADAL" clId="{76446DAB-3A6D-436C-82AC-7052ACC196C4}" dt="2025-02-05T01:31:34.868" v="3044" actId="478"/>
          <ac:spMkLst>
            <pc:docMk/>
            <pc:sldMk cId="1285500501" sldId="315"/>
            <ac:spMk id="9" creationId="{11E2DC1B-B8F7-E035-10D8-141C804BA72B}"/>
          </ac:spMkLst>
        </pc:spChg>
        <pc:spChg chg="add mod">
          <ac:chgData name="木村　湊" userId="18030a92-e387-4fb8-9fb3-56230bee2947" providerId="ADAL" clId="{76446DAB-3A6D-436C-82AC-7052ACC196C4}" dt="2025-02-05T01:35:19.991" v="3170" actId="1076"/>
          <ac:spMkLst>
            <pc:docMk/>
            <pc:sldMk cId="1285500501" sldId="315"/>
            <ac:spMk id="10" creationId="{3876BE66-F826-3FD7-D0F7-529005CD62D4}"/>
          </ac:spMkLst>
        </pc:spChg>
        <pc:spChg chg="add mod">
          <ac:chgData name="木村　湊" userId="18030a92-e387-4fb8-9fb3-56230bee2947" providerId="ADAL" clId="{76446DAB-3A6D-436C-82AC-7052ACC196C4}" dt="2025-02-05T01:36:32.902" v="3200" actId="1076"/>
          <ac:spMkLst>
            <pc:docMk/>
            <pc:sldMk cId="1285500501" sldId="315"/>
            <ac:spMk id="12" creationId="{73388792-F198-AA34-7CD1-8368863F7629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50" creationId="{2E5BD15C-7A8E-D3CC-8F78-26157395FD1D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63" creationId="{F6F324B1-DA77-BB11-D3BF-F676925E0E6D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64" creationId="{2F47D59D-9D1B-8C9E-9E4E-4D35B34CBB7E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65" creationId="{D93F6287-B12E-D799-66BD-38880D71B795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94" creationId="{DEADD937-DE7A-584C-054A-DF9EF2F1C6D8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95" creationId="{06906C02-0FA6-6729-5598-0F76F8CD752F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96" creationId="{453FEC47-BD14-D857-05C9-F51D3DE3A02B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97" creationId="{9A8B150D-08C0-546D-9C61-E97AF026818A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98" creationId="{AAED6BD3-9BA6-7A4C-2777-274CA66721AD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99" creationId="{665E337B-7BCD-2336-E503-F0F725BB3C32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100" creationId="{DCBBB0C1-1C04-5B28-0AB0-0FBD6C6343C4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101" creationId="{1B580DA4-FE29-D6F0-B6C5-E178A28E932D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102" creationId="{1378BDE6-437B-1628-EF39-E7039EDA6279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103" creationId="{67DAB9DE-CDA4-C1CB-F31D-B86105A8A0D8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104" creationId="{0649A674-66C3-E773-8476-D6B8A4C943D7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105" creationId="{02A2F7A3-50A3-19BA-0C98-58CAFD550589}"/>
          </ac:spMkLst>
        </pc:spChg>
        <pc:spChg chg="add mod">
          <ac:chgData name="木村　湊" userId="18030a92-e387-4fb8-9fb3-56230bee2947" providerId="ADAL" clId="{76446DAB-3A6D-436C-82AC-7052ACC196C4}" dt="2025-02-05T04:53:23.701" v="4553"/>
          <ac:spMkLst>
            <pc:docMk/>
            <pc:sldMk cId="1285500501" sldId="315"/>
            <ac:spMk id="106" creationId="{1FEBF7DD-C20B-C6C4-A7CD-6852D313D975}"/>
          </ac:spMkLst>
        </pc:spChg>
      </pc:sldChg>
      <pc:sldChg chg="addSp delSp modSp add mod modTransition">
        <pc:chgData name="木村　湊" userId="18030a92-e387-4fb8-9fb3-56230bee2947" providerId="ADAL" clId="{76446DAB-3A6D-436C-82AC-7052ACC196C4}" dt="2025-02-05T04:54:39.348" v="4562"/>
        <pc:sldMkLst>
          <pc:docMk/>
          <pc:sldMk cId="774366846" sldId="316"/>
        </pc:sldMkLst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50" creationId="{2E5BD15C-7A8E-D3CC-8F78-26157395FD1D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63" creationId="{F6F324B1-DA77-BB11-D3BF-F676925E0E6D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64" creationId="{2F47D59D-9D1B-8C9E-9E4E-4D35B34CBB7E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65" creationId="{D93F6287-B12E-D799-66BD-38880D71B795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94" creationId="{DEADD937-DE7A-584C-054A-DF9EF2F1C6D8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95" creationId="{06906C02-0FA6-6729-5598-0F76F8CD752F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96" creationId="{453FEC47-BD14-D857-05C9-F51D3DE3A02B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97" creationId="{9A8B150D-08C0-546D-9C61-E97AF026818A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98" creationId="{AAED6BD3-9BA6-7A4C-2777-274CA66721AD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99" creationId="{665E337B-7BCD-2336-E503-F0F725BB3C32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100" creationId="{DCBBB0C1-1C04-5B28-0AB0-0FBD6C6343C4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101" creationId="{1B580DA4-FE29-D6F0-B6C5-E178A28E932D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102" creationId="{1378BDE6-437B-1628-EF39-E7039EDA6279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103" creationId="{67DAB9DE-CDA4-C1CB-F31D-B86105A8A0D8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104" creationId="{0649A674-66C3-E773-8476-D6B8A4C943D7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105" creationId="{02A2F7A3-50A3-19BA-0C98-58CAFD550589}"/>
          </ac:spMkLst>
        </pc:spChg>
        <pc:spChg chg="mod ord topLvl">
          <ac:chgData name="木村　湊" userId="18030a92-e387-4fb8-9fb3-56230bee2947" providerId="ADAL" clId="{76446DAB-3A6D-436C-82AC-7052ACC196C4}" dt="2025-02-05T04:44:53.924" v="4443" actId="1076"/>
          <ac:spMkLst>
            <pc:docMk/>
            <pc:sldMk cId="774366846" sldId="316"/>
            <ac:spMk id="106" creationId="{1FEBF7DD-C20B-C6C4-A7CD-6852D313D975}"/>
          </ac:spMkLst>
        </pc:spChg>
        <pc:grpChg chg="add del mod">
          <ac:chgData name="木村　湊" userId="18030a92-e387-4fb8-9fb3-56230bee2947" providerId="ADAL" clId="{76446DAB-3A6D-436C-82AC-7052ACC196C4}" dt="2025-02-05T04:41:27.286" v="4392" actId="165"/>
          <ac:grpSpMkLst>
            <pc:docMk/>
            <pc:sldMk cId="774366846" sldId="316"/>
            <ac:grpSpMk id="2" creationId="{E8B0CDDF-BDB6-CA60-6391-16A045250F49}"/>
          </ac:grpSpMkLst>
        </pc:grpChg>
        <pc:grpChg chg="add del mod">
          <ac:chgData name="木村　湊" userId="18030a92-e387-4fb8-9fb3-56230bee2947" providerId="ADAL" clId="{76446DAB-3A6D-436C-82AC-7052ACC196C4}" dt="2025-02-05T04:41:27.286" v="4392" actId="165"/>
          <ac:grpSpMkLst>
            <pc:docMk/>
            <pc:sldMk cId="774366846" sldId="316"/>
            <ac:grpSpMk id="3" creationId="{92E8C837-D135-A44B-C360-503678D9E66C}"/>
          </ac:grpSpMkLst>
        </pc:grpChg>
      </pc:sldChg>
      <pc:sldChg chg="add del">
        <pc:chgData name="木村　湊" userId="18030a92-e387-4fb8-9fb3-56230bee2947" providerId="ADAL" clId="{76446DAB-3A6D-436C-82AC-7052ACC196C4}" dt="2025-02-05T04:44:57.883" v="4444" actId="47"/>
        <pc:sldMkLst>
          <pc:docMk/>
          <pc:sldMk cId="2270780620" sldId="317"/>
        </pc:sldMkLst>
      </pc:sldChg>
      <pc:sldChg chg="add del">
        <pc:chgData name="木村　湊" userId="18030a92-e387-4fb8-9fb3-56230bee2947" providerId="ADAL" clId="{76446DAB-3A6D-436C-82AC-7052ACC196C4}" dt="2025-02-05T04:39:32.365" v="4382" actId="47"/>
        <pc:sldMkLst>
          <pc:docMk/>
          <pc:sldMk cId="2628278474" sldId="317"/>
        </pc:sldMkLst>
      </pc:sldChg>
      <pc:sldChg chg="delSp modSp add del mod ord modTransition">
        <pc:chgData name="木村　湊" userId="18030a92-e387-4fb8-9fb3-56230bee2947" providerId="ADAL" clId="{76446DAB-3A6D-436C-82AC-7052ACC196C4}" dt="2025-02-05T04:53:28.711" v="4554" actId="47"/>
        <pc:sldMkLst>
          <pc:docMk/>
          <pc:sldMk cId="3525887227" sldId="318"/>
        </pc:sldMkLst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50" creationId="{2E5BD15C-7A8E-D3CC-8F78-26157395FD1D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63" creationId="{F6F324B1-DA77-BB11-D3BF-F676925E0E6D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64" creationId="{2F47D59D-9D1B-8C9E-9E4E-4D35B34CBB7E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65" creationId="{D93F6287-B12E-D799-66BD-38880D71B795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94" creationId="{DEADD937-DE7A-584C-054A-DF9EF2F1C6D8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95" creationId="{06906C02-0FA6-6729-5598-0F76F8CD752F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96" creationId="{453FEC47-BD14-D857-05C9-F51D3DE3A02B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97" creationId="{9A8B150D-08C0-546D-9C61-E97AF026818A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98" creationId="{AAED6BD3-9BA6-7A4C-2777-274CA66721AD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99" creationId="{665E337B-7BCD-2336-E503-F0F725BB3C32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100" creationId="{DCBBB0C1-1C04-5B28-0AB0-0FBD6C6343C4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101" creationId="{1B580DA4-FE29-D6F0-B6C5-E178A28E932D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102" creationId="{1378BDE6-437B-1628-EF39-E7039EDA6279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103" creationId="{67DAB9DE-CDA4-C1CB-F31D-B86105A8A0D8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104" creationId="{0649A674-66C3-E773-8476-D6B8A4C943D7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105" creationId="{02A2F7A3-50A3-19BA-0C98-58CAFD550589}"/>
          </ac:spMkLst>
        </pc:spChg>
        <pc:spChg chg="del mod">
          <ac:chgData name="木村　湊" userId="18030a92-e387-4fb8-9fb3-56230bee2947" providerId="ADAL" clId="{76446DAB-3A6D-436C-82AC-7052ACC196C4}" dt="2025-02-05T04:53:17.699" v="4552" actId="21"/>
          <ac:spMkLst>
            <pc:docMk/>
            <pc:sldMk cId="3525887227" sldId="318"/>
            <ac:spMk id="106" creationId="{1FEBF7DD-C20B-C6C4-A7CD-6852D313D975}"/>
          </ac:spMkLst>
        </pc:spChg>
      </pc:sldChg>
      <pc:sldChg chg="addSp delSp modSp add mod modTransition modAnim">
        <pc:chgData name="木村　湊" userId="18030a92-e387-4fb8-9fb3-56230bee2947" providerId="ADAL" clId="{76446DAB-3A6D-436C-82AC-7052ACC196C4}" dt="2025-02-06T04:17:02.953" v="4701"/>
        <pc:sldMkLst>
          <pc:docMk/>
          <pc:sldMk cId="859334699" sldId="319"/>
        </pc:sldMkLst>
        <pc:spChg chg="add del mod">
          <ac:chgData name="木村　湊" userId="18030a92-e387-4fb8-9fb3-56230bee2947" providerId="ADAL" clId="{76446DAB-3A6D-436C-82AC-7052ACC196C4}" dt="2025-02-06T04:12:35.299" v="4659" actId="21"/>
          <ac:spMkLst>
            <pc:docMk/>
            <pc:sldMk cId="859334699" sldId="319"/>
            <ac:spMk id="2" creationId="{BB10D42F-BFA2-44AC-3E94-A03A1692E07A}"/>
          </ac:spMkLst>
        </pc:spChg>
        <pc:spChg chg="add del mod">
          <ac:chgData name="木村　湊" userId="18030a92-e387-4fb8-9fb3-56230bee2947" providerId="ADAL" clId="{76446DAB-3A6D-436C-82AC-7052ACC196C4}" dt="2025-02-06T04:15:08.683" v="4685" actId="478"/>
          <ac:spMkLst>
            <pc:docMk/>
            <pc:sldMk cId="859334699" sldId="319"/>
            <ac:spMk id="3" creationId="{426B7769-74C8-9646-64BB-70908456D8D3}"/>
          </ac:spMkLst>
        </pc:spChg>
        <pc:spChg chg="add mod">
          <ac:chgData name="木村　湊" userId="18030a92-e387-4fb8-9fb3-56230bee2947" providerId="ADAL" clId="{76446DAB-3A6D-436C-82AC-7052ACC196C4}" dt="2025-02-06T04:16:36.792" v="4698"/>
          <ac:spMkLst>
            <pc:docMk/>
            <pc:sldMk cId="859334699" sldId="319"/>
            <ac:spMk id="4" creationId="{32C10A5E-52AF-6218-E8BF-084B16316631}"/>
          </ac:spMkLst>
        </pc:spChg>
        <pc:spChg chg="add mod">
          <ac:chgData name="木村　湊" userId="18030a92-e387-4fb8-9fb3-56230bee2947" providerId="ADAL" clId="{76446DAB-3A6D-436C-82AC-7052ACC196C4}" dt="2025-02-05T04:48:01.373" v="4493"/>
          <ac:spMkLst>
            <pc:docMk/>
            <pc:sldMk cId="859334699" sldId="319"/>
            <ac:spMk id="5" creationId="{F52117BA-F3F8-274F-4D86-16D8F3013648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50" creationId="{2E5BD15C-7A8E-D3CC-8F78-26157395FD1D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63" creationId="{F6F324B1-DA77-BB11-D3BF-F676925E0E6D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64" creationId="{2F47D59D-9D1B-8C9E-9E4E-4D35B34CBB7E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65" creationId="{D93F6287-B12E-D799-66BD-38880D71B795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94" creationId="{DEADD937-DE7A-584C-054A-DF9EF2F1C6D8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95" creationId="{06906C02-0FA6-6729-5598-0F76F8CD752F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96" creationId="{453FEC47-BD14-D857-05C9-F51D3DE3A02B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97" creationId="{9A8B150D-08C0-546D-9C61-E97AF026818A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98" creationId="{AAED6BD3-9BA6-7A4C-2777-274CA66721AD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99" creationId="{665E337B-7BCD-2336-E503-F0F725BB3C32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100" creationId="{DCBBB0C1-1C04-5B28-0AB0-0FBD6C6343C4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101" creationId="{1B580DA4-FE29-D6F0-B6C5-E178A28E932D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102" creationId="{1378BDE6-437B-1628-EF39-E7039EDA6279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103" creationId="{67DAB9DE-CDA4-C1CB-F31D-B86105A8A0D8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104" creationId="{0649A674-66C3-E773-8476-D6B8A4C943D7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105" creationId="{02A2F7A3-50A3-19BA-0C98-58CAFD550589}"/>
          </ac:spMkLst>
        </pc:spChg>
        <pc:spChg chg="mod topLvl">
          <ac:chgData name="木村　湊" userId="18030a92-e387-4fb8-9fb3-56230bee2947" providerId="ADAL" clId="{76446DAB-3A6D-436C-82AC-7052ACC196C4}" dt="2025-02-05T04:48:25.924" v="4495" actId="165"/>
          <ac:spMkLst>
            <pc:docMk/>
            <pc:sldMk cId="859334699" sldId="319"/>
            <ac:spMk id="106" creationId="{1FEBF7DD-C20B-C6C4-A7CD-6852D313D975}"/>
          </ac:spMkLst>
        </pc:spChg>
        <pc:grpChg chg="add mod">
          <ac:chgData name="木村　湊" userId="18030a92-e387-4fb8-9fb3-56230bee2947" providerId="ADAL" clId="{76446DAB-3A6D-436C-82AC-7052ACC196C4}" dt="2025-02-05T04:46:10.222" v="4463" actId="164"/>
          <ac:grpSpMkLst>
            <pc:docMk/>
            <pc:sldMk cId="859334699" sldId="319"/>
            <ac:grpSpMk id="2" creationId="{A05081EC-FA35-D51A-21F3-DB7EB8EEE2C5}"/>
          </ac:grpSpMkLst>
        </pc:grpChg>
        <pc:grpChg chg="add mod">
          <ac:chgData name="木村　湊" userId="18030a92-e387-4fb8-9fb3-56230bee2947" providerId="ADAL" clId="{76446DAB-3A6D-436C-82AC-7052ACC196C4}" dt="2025-02-05T04:46:50.711" v="4474" actId="164"/>
          <ac:grpSpMkLst>
            <pc:docMk/>
            <pc:sldMk cId="859334699" sldId="319"/>
            <ac:grpSpMk id="3" creationId="{7A89A7B2-FC49-2F77-421D-0472CCB6F213}"/>
          </ac:grpSpMkLst>
        </pc:grpChg>
        <pc:grpChg chg="add del mod">
          <ac:chgData name="木村　湊" userId="18030a92-e387-4fb8-9fb3-56230bee2947" providerId="ADAL" clId="{76446DAB-3A6D-436C-82AC-7052ACC196C4}" dt="2025-02-05T04:48:25.924" v="4495" actId="165"/>
          <ac:grpSpMkLst>
            <pc:docMk/>
            <pc:sldMk cId="859334699" sldId="319"/>
            <ac:grpSpMk id="4" creationId="{DA187CF0-4B6D-0ADB-7151-AF8C621E4953}"/>
          </ac:grpSpMkLst>
        </pc:grpChg>
      </pc:sldChg>
      <pc:sldChg chg="add modTransition">
        <pc:chgData name="木村　湊" userId="18030a92-e387-4fb8-9fb3-56230bee2947" providerId="ADAL" clId="{76446DAB-3A6D-436C-82AC-7052ACC196C4}" dt="2025-02-12T03:57:08.169" v="4934"/>
        <pc:sldMkLst>
          <pc:docMk/>
          <pc:sldMk cId="1178917012" sldId="320"/>
        </pc:sldMkLst>
      </pc:sldChg>
      <pc:sldChg chg="addSp modSp new del modTransition">
        <pc:chgData name="木村　湊" userId="18030a92-e387-4fb8-9fb3-56230bee2947" providerId="ADAL" clId="{76446DAB-3A6D-436C-82AC-7052ACC196C4}" dt="2025-02-06T04:13:57.176" v="4670" actId="47"/>
        <pc:sldMkLst>
          <pc:docMk/>
          <pc:sldMk cId="2927234390" sldId="321"/>
        </pc:sldMkLst>
        <pc:spChg chg="add mod">
          <ac:chgData name="木村　湊" userId="18030a92-e387-4fb8-9fb3-56230bee2947" providerId="ADAL" clId="{76446DAB-3A6D-436C-82AC-7052ACC196C4}" dt="2025-02-06T04:12:37.195" v="4660"/>
          <ac:spMkLst>
            <pc:docMk/>
            <pc:sldMk cId="2927234390" sldId="321"/>
            <ac:spMk id="2" creationId="{BB10D42F-BFA2-44AC-3E94-A03A1692E07A}"/>
          </ac:spMkLst>
        </pc:spChg>
      </pc:sldChg>
      <pc:sldChg chg="addSp modSp new del modTransition">
        <pc:chgData name="木村　湊" userId="18030a92-e387-4fb8-9fb3-56230bee2947" providerId="ADAL" clId="{76446DAB-3A6D-436C-82AC-7052ACC196C4}" dt="2025-02-06T04:16:32.453" v="4696" actId="47"/>
        <pc:sldMkLst>
          <pc:docMk/>
          <pc:sldMk cId="3350569349" sldId="321"/>
        </pc:sldMkLst>
        <pc:spChg chg="add mod">
          <ac:chgData name="木村　湊" userId="18030a92-e387-4fb8-9fb3-56230bee2947" providerId="ADAL" clId="{76446DAB-3A6D-436C-82AC-7052ACC196C4}" dt="2025-02-06T04:15:10.337" v="4686"/>
          <ac:spMkLst>
            <pc:docMk/>
            <pc:sldMk cId="3350569349" sldId="321"/>
            <ac:spMk id="2" creationId="{6C811A34-BF6C-B521-8FFE-5A60B0FE1048}"/>
          </ac:spMkLst>
        </pc:spChg>
      </pc:sldChg>
    </pc:docChg>
  </pc:docChgLst>
  <pc:docChgLst>
    <pc:chgData name="木村　湊" userId="18030a92-e387-4fb8-9fb3-56230bee2947" providerId="ADAL" clId="{030EC1B9-3EBF-44BE-81D7-2337D5F35D5C}"/>
    <pc:docChg chg="undo custSel addSld delSld modSld sldOrd">
      <pc:chgData name="木村　湊" userId="18030a92-e387-4fb8-9fb3-56230bee2947" providerId="ADAL" clId="{030EC1B9-3EBF-44BE-81D7-2337D5F35D5C}" dt="2025-02-03T15:21:54.688" v="5782"/>
      <pc:docMkLst>
        <pc:docMk/>
      </pc:docMkLst>
      <pc:sldChg chg="addSp delSp modSp mod modTransition">
        <pc:chgData name="木村　湊" userId="18030a92-e387-4fb8-9fb3-56230bee2947" providerId="ADAL" clId="{030EC1B9-3EBF-44BE-81D7-2337D5F35D5C}" dt="2025-02-03T11:06:31.503" v="794"/>
        <pc:sldMkLst>
          <pc:docMk/>
          <pc:sldMk cId="3620901090" sldId="256"/>
        </pc:sldMkLst>
        <pc:spChg chg="del mod">
          <ac:chgData name="木村　湊" userId="18030a92-e387-4fb8-9fb3-56230bee2947" providerId="ADAL" clId="{030EC1B9-3EBF-44BE-81D7-2337D5F35D5C}" dt="2025-02-03T10:41:56.152" v="458" actId="478"/>
          <ac:spMkLst>
            <pc:docMk/>
            <pc:sldMk cId="3620901090" sldId="256"/>
            <ac:spMk id="2" creationId="{E6A110B0-58C3-A44B-E806-E13D3A07959F}"/>
          </ac:spMkLst>
        </pc:spChg>
        <pc:spChg chg="add mod topLvl">
          <ac:chgData name="木村　湊" userId="18030a92-e387-4fb8-9fb3-56230bee2947" providerId="ADAL" clId="{030EC1B9-3EBF-44BE-81D7-2337D5F35D5C}" dt="2025-02-03T10:47:33.926" v="573" actId="165"/>
          <ac:spMkLst>
            <pc:docMk/>
            <pc:sldMk cId="3620901090" sldId="256"/>
            <ac:spMk id="3" creationId="{9B0AD36F-1568-32A8-40B9-D26929176153}"/>
          </ac:spMkLst>
        </pc:spChg>
        <pc:spChg chg="del mod">
          <ac:chgData name="木村　湊" userId="18030a92-e387-4fb8-9fb3-56230bee2947" providerId="ADAL" clId="{030EC1B9-3EBF-44BE-81D7-2337D5F35D5C}" dt="2025-02-03T10:01:33.424" v="9" actId="478"/>
          <ac:spMkLst>
            <pc:docMk/>
            <pc:sldMk cId="3620901090" sldId="256"/>
            <ac:spMk id="4" creationId="{8023BE77-3EA1-4F89-27EB-24BDC82284DA}"/>
          </ac:spMkLst>
        </pc:spChg>
        <pc:spChg chg="add mod ord">
          <ac:chgData name="木村　湊" userId="18030a92-e387-4fb8-9fb3-56230bee2947" providerId="ADAL" clId="{030EC1B9-3EBF-44BE-81D7-2337D5F35D5C}" dt="2025-02-03T10:20:56.365" v="298" actId="2085"/>
          <ac:spMkLst>
            <pc:docMk/>
            <pc:sldMk cId="3620901090" sldId="256"/>
            <ac:spMk id="5" creationId="{844B4379-638E-F7D2-ED69-D71803672B06}"/>
          </ac:spMkLst>
        </pc:spChg>
        <pc:spChg chg="add mod topLvl">
          <ac:chgData name="木村　湊" userId="18030a92-e387-4fb8-9fb3-56230bee2947" providerId="ADAL" clId="{030EC1B9-3EBF-44BE-81D7-2337D5F35D5C}" dt="2025-02-03T10:47:33.926" v="573" actId="165"/>
          <ac:spMkLst>
            <pc:docMk/>
            <pc:sldMk cId="3620901090" sldId="256"/>
            <ac:spMk id="6" creationId="{D5413F29-DB18-1F13-C0E3-87BC7B26AB6B}"/>
          </ac:spMkLst>
        </pc:spChg>
        <pc:spChg chg="add del mod">
          <ac:chgData name="木村　湊" userId="18030a92-e387-4fb8-9fb3-56230bee2947" providerId="ADAL" clId="{030EC1B9-3EBF-44BE-81D7-2337D5F35D5C}" dt="2025-02-03T10:42:00.132" v="459" actId="478"/>
          <ac:spMkLst>
            <pc:docMk/>
            <pc:sldMk cId="3620901090" sldId="256"/>
            <ac:spMk id="8" creationId="{D6D1A516-6792-9544-843F-4E3DBBEAAD2D}"/>
          </ac:spMkLst>
        </pc:spChg>
        <pc:grpChg chg="add del mod">
          <ac:chgData name="木村　湊" userId="18030a92-e387-4fb8-9fb3-56230bee2947" providerId="ADAL" clId="{030EC1B9-3EBF-44BE-81D7-2337D5F35D5C}" dt="2025-02-03T10:47:33.926" v="573" actId="165"/>
          <ac:grpSpMkLst>
            <pc:docMk/>
            <pc:sldMk cId="3620901090" sldId="256"/>
            <ac:grpSpMk id="9" creationId="{786B9534-AAE3-A02B-CA86-88495A67DE4E}"/>
          </ac:grpSpMkLst>
        </pc:grpChg>
        <pc:picChg chg="add mod">
          <ac:chgData name="木村　湊" userId="18030a92-e387-4fb8-9fb3-56230bee2947" providerId="ADAL" clId="{030EC1B9-3EBF-44BE-81D7-2337D5F35D5C}" dt="2025-02-03T10:18:18.241" v="281" actId="1076"/>
          <ac:picMkLst>
            <pc:docMk/>
            <pc:sldMk cId="3620901090" sldId="256"/>
            <ac:picMk id="1026" creationId="{92940BA4-F3C3-554E-D45E-D060DBDB72BB}"/>
          </ac:picMkLst>
        </pc:picChg>
      </pc:sldChg>
      <pc:sldChg chg="addSp delSp modSp mod modTransition modAnim">
        <pc:chgData name="木村　湊" userId="18030a92-e387-4fb8-9fb3-56230bee2947" providerId="ADAL" clId="{030EC1B9-3EBF-44BE-81D7-2337D5F35D5C}" dt="2025-02-03T13:34:32.398" v="2630" actId="20577"/>
        <pc:sldMkLst>
          <pc:docMk/>
          <pc:sldMk cId="4176255844" sldId="257"/>
        </pc:sldMkLst>
        <pc:spChg chg="del">
          <ac:chgData name="木村　湊" userId="18030a92-e387-4fb8-9fb3-56230bee2947" providerId="ADAL" clId="{030EC1B9-3EBF-44BE-81D7-2337D5F35D5C}" dt="2025-02-03T10:04:51.683" v="29" actId="478"/>
          <ac:spMkLst>
            <pc:docMk/>
            <pc:sldMk cId="4176255844" sldId="257"/>
            <ac:spMk id="2" creationId="{A58F5E20-BA11-C9FC-A623-EBC3C4D75186}"/>
          </ac:spMkLst>
        </pc:spChg>
        <pc:spChg chg="del">
          <ac:chgData name="木村　湊" userId="18030a92-e387-4fb8-9fb3-56230bee2947" providerId="ADAL" clId="{030EC1B9-3EBF-44BE-81D7-2337D5F35D5C}" dt="2025-02-03T10:05:07.750" v="30" actId="478"/>
          <ac:spMkLst>
            <pc:docMk/>
            <pc:sldMk cId="4176255844" sldId="257"/>
            <ac:spMk id="3" creationId="{C65708F9-B9F6-9D23-733A-80E527D7BB55}"/>
          </ac:spMkLst>
        </pc:spChg>
        <pc:spChg chg="add mod">
          <ac:chgData name="木村　湊" userId="18030a92-e387-4fb8-9fb3-56230bee2947" providerId="ADAL" clId="{030EC1B9-3EBF-44BE-81D7-2337D5F35D5C}" dt="2025-02-03T10:06:51.912" v="41" actId="1076"/>
          <ac:spMkLst>
            <pc:docMk/>
            <pc:sldMk cId="4176255844" sldId="257"/>
            <ac:spMk id="4" creationId="{061AF092-9F05-23EE-B3E7-9C48BD78013D}"/>
          </ac:spMkLst>
        </pc:spChg>
        <pc:spChg chg="add del mod">
          <ac:chgData name="木村　湊" userId="18030a92-e387-4fb8-9fb3-56230bee2947" providerId="ADAL" clId="{030EC1B9-3EBF-44BE-81D7-2337D5F35D5C}" dt="2025-02-03T10:09:23.581" v="46" actId="478"/>
          <ac:spMkLst>
            <pc:docMk/>
            <pc:sldMk cId="4176255844" sldId="257"/>
            <ac:spMk id="5" creationId="{A5D5B5FA-707C-7C9F-C8C7-2D50BC90819E}"/>
          </ac:spMkLst>
        </pc:spChg>
        <pc:spChg chg="add del mod">
          <ac:chgData name="木村　湊" userId="18030a92-e387-4fb8-9fb3-56230bee2947" providerId="ADAL" clId="{030EC1B9-3EBF-44BE-81D7-2337D5F35D5C}" dt="2025-02-03T10:11:15.169" v="60" actId="478"/>
          <ac:spMkLst>
            <pc:docMk/>
            <pc:sldMk cId="4176255844" sldId="257"/>
            <ac:spMk id="6" creationId="{D31EAB1D-6E79-8170-6DC3-9F1149AEED45}"/>
          </ac:spMkLst>
        </pc:spChg>
        <pc:spChg chg="add mod ord">
          <ac:chgData name="木村　湊" userId="18030a92-e387-4fb8-9fb3-56230bee2947" providerId="ADAL" clId="{030EC1B9-3EBF-44BE-81D7-2337D5F35D5C}" dt="2025-02-03T10:11:39.757" v="67" actId="1076"/>
          <ac:spMkLst>
            <pc:docMk/>
            <pc:sldMk cId="4176255844" sldId="257"/>
            <ac:spMk id="7" creationId="{6AC9BF22-0203-3E10-F0EA-3D417978F920}"/>
          </ac:spMkLst>
        </pc:spChg>
        <pc:spChg chg="add mod">
          <ac:chgData name="木村　湊" userId="18030a92-e387-4fb8-9fb3-56230bee2947" providerId="ADAL" clId="{030EC1B9-3EBF-44BE-81D7-2337D5F35D5C}" dt="2025-02-03T10:22:08.597" v="301" actId="1076"/>
          <ac:spMkLst>
            <pc:docMk/>
            <pc:sldMk cId="4176255844" sldId="257"/>
            <ac:spMk id="8" creationId="{DA61622B-7EB6-628D-E3B5-B6B57F36DBB9}"/>
          </ac:spMkLst>
        </pc:spChg>
        <pc:spChg chg="add mod">
          <ac:chgData name="木村　湊" userId="18030a92-e387-4fb8-9fb3-56230bee2947" providerId="ADAL" clId="{030EC1B9-3EBF-44BE-81D7-2337D5F35D5C}" dt="2025-02-03T13:34:27.555" v="2626" actId="20577"/>
          <ac:spMkLst>
            <pc:docMk/>
            <pc:sldMk cId="4176255844" sldId="257"/>
            <ac:spMk id="9" creationId="{D19386E0-E583-2AF1-FA49-8D8C2327970D}"/>
          </ac:spMkLst>
        </pc:spChg>
        <pc:spChg chg="add mod">
          <ac:chgData name="木村　湊" userId="18030a92-e387-4fb8-9fb3-56230bee2947" providerId="ADAL" clId="{030EC1B9-3EBF-44BE-81D7-2337D5F35D5C}" dt="2025-02-03T13:34:32.398" v="2630" actId="20577"/>
          <ac:spMkLst>
            <pc:docMk/>
            <pc:sldMk cId="4176255844" sldId="257"/>
            <ac:spMk id="10" creationId="{77D64B6A-93DD-6B53-D403-791786A5740C}"/>
          </ac:spMkLst>
        </pc:spChg>
        <pc:spChg chg="add mod ord">
          <ac:chgData name="木村　湊" userId="18030a92-e387-4fb8-9fb3-56230bee2947" providerId="ADAL" clId="{030EC1B9-3EBF-44BE-81D7-2337D5F35D5C}" dt="2025-02-03T10:48:28.315" v="576" actId="1076"/>
          <ac:spMkLst>
            <pc:docMk/>
            <pc:sldMk cId="4176255844" sldId="257"/>
            <ac:spMk id="11" creationId="{0E48FA26-7017-9250-4766-AE27F3155E02}"/>
          </ac:spMkLst>
        </pc:spChg>
        <pc:spChg chg="add mod">
          <ac:chgData name="木村　湊" userId="18030a92-e387-4fb8-9fb3-56230bee2947" providerId="ADAL" clId="{030EC1B9-3EBF-44BE-81D7-2337D5F35D5C}" dt="2025-02-03T10:37:23.601" v="392"/>
          <ac:spMkLst>
            <pc:docMk/>
            <pc:sldMk cId="4176255844" sldId="257"/>
            <ac:spMk id="12" creationId="{40E2B97A-845E-5E6C-86D8-5AED37592EB8}"/>
          </ac:spMkLst>
        </pc:spChg>
        <pc:spChg chg="add mod">
          <ac:chgData name="木村　湊" userId="18030a92-e387-4fb8-9fb3-56230bee2947" providerId="ADAL" clId="{030EC1B9-3EBF-44BE-81D7-2337D5F35D5C}" dt="2025-02-03T10:45:23.532" v="537" actId="1076"/>
          <ac:spMkLst>
            <pc:docMk/>
            <pc:sldMk cId="4176255844" sldId="257"/>
            <ac:spMk id="13" creationId="{DE15C869-59C3-1843-900F-4CD90561DD6E}"/>
          </ac:spMkLst>
        </pc:spChg>
        <pc:spChg chg="add mod">
          <ac:chgData name="木村　湊" userId="18030a92-e387-4fb8-9fb3-56230bee2947" providerId="ADAL" clId="{030EC1B9-3EBF-44BE-81D7-2337D5F35D5C}" dt="2025-02-03T10:45:33.393" v="540" actId="1035"/>
          <ac:spMkLst>
            <pc:docMk/>
            <pc:sldMk cId="4176255844" sldId="257"/>
            <ac:spMk id="14" creationId="{ED33CCFB-B03A-06BE-6E36-C28DA0E4DB23}"/>
          </ac:spMkLst>
        </pc:spChg>
        <pc:spChg chg="mod topLvl">
          <ac:chgData name="木村　湊" userId="18030a92-e387-4fb8-9fb3-56230bee2947" providerId="ADAL" clId="{030EC1B9-3EBF-44BE-81D7-2337D5F35D5C}" dt="2025-02-03T10:47:38.980" v="574" actId="165"/>
          <ac:spMkLst>
            <pc:docMk/>
            <pc:sldMk cId="4176255844" sldId="257"/>
            <ac:spMk id="17" creationId="{B95FAAD0-A194-19A7-BE00-E10333529A8E}"/>
          </ac:spMkLst>
        </pc:spChg>
        <pc:spChg chg="mod topLvl">
          <ac:chgData name="木村　湊" userId="18030a92-e387-4fb8-9fb3-56230bee2947" providerId="ADAL" clId="{030EC1B9-3EBF-44BE-81D7-2337D5F35D5C}" dt="2025-02-03T10:47:38.980" v="574" actId="165"/>
          <ac:spMkLst>
            <pc:docMk/>
            <pc:sldMk cId="4176255844" sldId="257"/>
            <ac:spMk id="18" creationId="{7683DA06-23F9-522F-2B6F-02802B6EEF03}"/>
          </ac:spMkLst>
        </pc:spChg>
        <pc:grpChg chg="add del mod">
          <ac:chgData name="木村　湊" userId="18030a92-e387-4fb8-9fb3-56230bee2947" providerId="ADAL" clId="{030EC1B9-3EBF-44BE-81D7-2337D5F35D5C}" dt="2025-02-03T10:45:52.828" v="541" actId="478"/>
          <ac:grpSpMkLst>
            <pc:docMk/>
            <pc:sldMk cId="4176255844" sldId="257"/>
            <ac:grpSpMk id="15" creationId="{026C4F1C-D3E3-2D2A-704A-35F967DD8FFF}"/>
          </ac:grpSpMkLst>
        </pc:grpChg>
        <pc:grpChg chg="add del mod">
          <ac:chgData name="木村　湊" userId="18030a92-e387-4fb8-9fb3-56230bee2947" providerId="ADAL" clId="{030EC1B9-3EBF-44BE-81D7-2337D5F35D5C}" dt="2025-02-03T10:47:38.980" v="574" actId="165"/>
          <ac:grpSpMkLst>
            <pc:docMk/>
            <pc:sldMk cId="4176255844" sldId="257"/>
            <ac:grpSpMk id="16" creationId="{ED679CD4-5B83-E83A-A21E-94B046A1D964}"/>
          </ac:grpSpMkLst>
        </pc:grpChg>
        <pc:picChg chg="add del mod">
          <ac:chgData name="木村　湊" userId="18030a92-e387-4fb8-9fb3-56230bee2947" providerId="ADAL" clId="{030EC1B9-3EBF-44BE-81D7-2337D5F35D5C}" dt="2025-02-03T10:17:57.433" v="276" actId="21"/>
          <ac:picMkLst>
            <pc:docMk/>
            <pc:sldMk cId="4176255844" sldId="257"/>
            <ac:picMk id="1026" creationId="{92940BA4-F3C3-554E-D45E-D060DBDB72BB}"/>
          </ac:picMkLst>
        </pc:picChg>
      </pc:sldChg>
      <pc:sldChg chg="addSp delSp modSp new mod modTransition modAnim">
        <pc:chgData name="木村　湊" userId="18030a92-e387-4fb8-9fb3-56230bee2947" providerId="ADAL" clId="{030EC1B9-3EBF-44BE-81D7-2337D5F35D5C}" dt="2025-02-03T13:52:52.907" v="2748" actId="1035"/>
        <pc:sldMkLst>
          <pc:docMk/>
          <pc:sldMk cId="4131387001" sldId="258"/>
        </pc:sldMkLst>
        <pc:spChg chg="add mod">
          <ac:chgData name="木村　湊" userId="18030a92-e387-4fb8-9fb3-56230bee2947" providerId="ADAL" clId="{030EC1B9-3EBF-44BE-81D7-2337D5F35D5C}" dt="2025-02-03T11:39:47.302" v="1407" actId="208"/>
          <ac:spMkLst>
            <pc:docMk/>
            <pc:sldMk cId="4131387001" sldId="258"/>
            <ac:spMk id="2" creationId="{51C1CE09-A788-A300-ED16-D256DE82DAA7}"/>
          </ac:spMkLst>
        </pc:spChg>
        <pc:spChg chg="add mod">
          <ac:chgData name="木村　湊" userId="18030a92-e387-4fb8-9fb3-56230bee2947" providerId="ADAL" clId="{030EC1B9-3EBF-44BE-81D7-2337D5F35D5C}" dt="2025-02-03T10:56:01.079" v="629" actId="14100"/>
          <ac:spMkLst>
            <pc:docMk/>
            <pc:sldMk cId="4131387001" sldId="258"/>
            <ac:spMk id="3" creationId="{3E1674FA-547E-FCF9-BE8D-403731274570}"/>
          </ac:spMkLst>
        </pc:spChg>
        <pc:spChg chg="add mod">
          <ac:chgData name="木村　湊" userId="18030a92-e387-4fb8-9fb3-56230bee2947" providerId="ADAL" clId="{030EC1B9-3EBF-44BE-81D7-2337D5F35D5C}" dt="2025-02-03T13:52:52.907" v="2748" actId="1035"/>
          <ac:spMkLst>
            <pc:docMk/>
            <pc:sldMk cId="4131387001" sldId="258"/>
            <ac:spMk id="4" creationId="{0A3C731A-D700-610D-8262-388F25AC799E}"/>
          </ac:spMkLst>
        </pc:spChg>
        <pc:spChg chg="add mod">
          <ac:chgData name="木村　湊" userId="18030a92-e387-4fb8-9fb3-56230bee2947" providerId="ADAL" clId="{030EC1B9-3EBF-44BE-81D7-2337D5F35D5C}" dt="2025-02-03T13:52:52.907" v="2748" actId="1035"/>
          <ac:spMkLst>
            <pc:docMk/>
            <pc:sldMk cId="4131387001" sldId="258"/>
            <ac:spMk id="5" creationId="{A976645F-10F8-DDFD-3BD3-69CBE0DDF6E7}"/>
          </ac:spMkLst>
        </pc:spChg>
        <pc:picChg chg="add del mod">
          <ac:chgData name="木村　湊" userId="18030a92-e387-4fb8-9fb3-56230bee2947" providerId="ADAL" clId="{030EC1B9-3EBF-44BE-81D7-2337D5F35D5C}" dt="2025-02-03T10:58:04.928" v="636" actId="478"/>
          <ac:picMkLst>
            <pc:docMk/>
            <pc:sldMk cId="4131387001" sldId="258"/>
            <ac:picMk id="2050" creationId="{94AD48D4-ECD7-EAAB-93D8-17F1B5AE3FA5}"/>
          </ac:picMkLst>
        </pc:picChg>
      </pc:sldChg>
      <pc:sldChg chg="addSp modSp add mod modTransition">
        <pc:chgData name="木村　湊" userId="18030a92-e387-4fb8-9fb3-56230bee2947" providerId="ADAL" clId="{030EC1B9-3EBF-44BE-81D7-2337D5F35D5C}" dt="2025-02-03T13:34:54.827" v="2652" actId="20577"/>
        <pc:sldMkLst>
          <pc:docMk/>
          <pc:sldMk cId="3828174860" sldId="259"/>
        </pc:sldMkLst>
        <pc:spChg chg="add mod">
          <ac:chgData name="木村　湊" userId="18030a92-e387-4fb8-9fb3-56230bee2947" providerId="ADAL" clId="{030EC1B9-3EBF-44BE-81D7-2337D5F35D5C}" dt="2025-02-03T10:49:31.597" v="581"/>
          <ac:spMkLst>
            <pc:docMk/>
            <pc:sldMk cId="3828174860" sldId="259"/>
            <ac:spMk id="2" creationId="{4D373B08-E18F-60FC-ECC8-A8D3BBE2F2AD}"/>
          </ac:spMkLst>
        </pc:spChg>
        <pc:spChg chg="add mod">
          <ac:chgData name="木村　湊" userId="18030a92-e387-4fb8-9fb3-56230bee2947" providerId="ADAL" clId="{030EC1B9-3EBF-44BE-81D7-2337D5F35D5C}" dt="2025-02-03T10:49:31.597" v="581"/>
          <ac:spMkLst>
            <pc:docMk/>
            <pc:sldMk cId="3828174860" sldId="259"/>
            <ac:spMk id="3" creationId="{AF52D460-270D-7A17-B864-256B9366E588}"/>
          </ac:spMkLst>
        </pc:spChg>
        <pc:spChg chg="mod">
          <ac:chgData name="木村　湊" userId="18030a92-e387-4fb8-9fb3-56230bee2947" providerId="ADAL" clId="{030EC1B9-3EBF-44BE-81D7-2337D5F35D5C}" dt="2025-02-03T11:36:10.176" v="1370" actId="14100"/>
          <ac:spMkLst>
            <pc:docMk/>
            <pc:sldMk cId="3828174860" sldId="259"/>
            <ac:spMk id="8" creationId="{44774374-22FB-490F-A5B4-A50DF9BF5CF1}"/>
          </ac:spMkLst>
        </pc:spChg>
        <pc:spChg chg="mod">
          <ac:chgData name="木村　湊" userId="18030a92-e387-4fb8-9fb3-56230bee2947" providerId="ADAL" clId="{030EC1B9-3EBF-44BE-81D7-2337D5F35D5C}" dt="2025-02-03T13:34:45.325" v="2640" actId="20577"/>
          <ac:spMkLst>
            <pc:docMk/>
            <pc:sldMk cId="3828174860" sldId="259"/>
            <ac:spMk id="9" creationId="{4CEFD85B-F901-446B-A288-1072D83068AD}"/>
          </ac:spMkLst>
        </pc:spChg>
        <pc:spChg chg="mod">
          <ac:chgData name="木村　湊" userId="18030a92-e387-4fb8-9fb3-56230bee2947" providerId="ADAL" clId="{030EC1B9-3EBF-44BE-81D7-2337D5F35D5C}" dt="2025-02-03T13:34:54.827" v="2652" actId="20577"/>
          <ac:spMkLst>
            <pc:docMk/>
            <pc:sldMk cId="3828174860" sldId="259"/>
            <ac:spMk id="10" creationId="{0D4433F3-4C54-E0D0-2F2D-8EE126FD0F53}"/>
          </ac:spMkLst>
        </pc:spChg>
        <pc:spChg chg="mod">
          <ac:chgData name="木村　湊" userId="18030a92-e387-4fb8-9fb3-56230bee2947" providerId="ADAL" clId="{030EC1B9-3EBF-44BE-81D7-2337D5F35D5C}" dt="2025-02-03T11:39:15.171" v="1404" actId="208"/>
          <ac:spMkLst>
            <pc:docMk/>
            <pc:sldMk cId="3828174860" sldId="259"/>
            <ac:spMk id="11" creationId="{01341D52-6B57-2422-182F-27897C5E4A8C}"/>
          </ac:spMkLst>
        </pc:spChg>
      </pc:sldChg>
      <pc:sldChg chg="addSp modSp add mod modTransition">
        <pc:chgData name="木村　湊" userId="18030a92-e387-4fb8-9fb3-56230bee2947" providerId="ADAL" clId="{030EC1B9-3EBF-44BE-81D7-2337D5F35D5C}" dt="2025-02-03T13:52:55.204" v="2749"/>
        <pc:sldMkLst>
          <pc:docMk/>
          <pc:sldMk cId="1756627488" sldId="260"/>
        </pc:sldMkLst>
        <pc:spChg chg="mod">
          <ac:chgData name="木村　湊" userId="18030a92-e387-4fb8-9fb3-56230bee2947" providerId="ADAL" clId="{030EC1B9-3EBF-44BE-81D7-2337D5F35D5C}" dt="2025-02-03T11:39:53.648" v="1408" actId="208"/>
          <ac:spMkLst>
            <pc:docMk/>
            <pc:sldMk cId="1756627488" sldId="260"/>
            <ac:spMk id="2" creationId="{6AC2BDAA-6CCE-4F22-5AC1-669840F36B2F}"/>
          </ac:spMkLst>
        </pc:spChg>
        <pc:spChg chg="add mod">
          <ac:chgData name="木村　湊" userId="18030a92-e387-4fb8-9fb3-56230bee2947" providerId="ADAL" clId="{030EC1B9-3EBF-44BE-81D7-2337D5F35D5C}" dt="2025-02-03T13:52:55.204" v="2749"/>
          <ac:spMkLst>
            <pc:docMk/>
            <pc:sldMk cId="1756627488" sldId="260"/>
            <ac:spMk id="4" creationId="{63212944-1D36-3251-936A-055079623774}"/>
          </ac:spMkLst>
        </pc:spChg>
        <pc:spChg chg="add mod">
          <ac:chgData name="木村　湊" userId="18030a92-e387-4fb8-9fb3-56230bee2947" providerId="ADAL" clId="{030EC1B9-3EBF-44BE-81D7-2337D5F35D5C}" dt="2025-02-03T13:52:55.204" v="2749"/>
          <ac:spMkLst>
            <pc:docMk/>
            <pc:sldMk cId="1756627488" sldId="260"/>
            <ac:spMk id="5" creationId="{129236B5-E152-0737-7676-3301B5B61908}"/>
          </ac:spMkLst>
        </pc:spChg>
        <pc:picChg chg="add mod">
          <ac:chgData name="木村　湊" userId="18030a92-e387-4fb8-9fb3-56230bee2947" providerId="ADAL" clId="{030EC1B9-3EBF-44BE-81D7-2337D5F35D5C}" dt="2025-02-03T10:58:23.842" v="640" actId="1076"/>
          <ac:picMkLst>
            <pc:docMk/>
            <pc:sldMk cId="1756627488" sldId="260"/>
            <ac:picMk id="5122" creationId="{F2E2B25D-E9D9-3433-BD41-D60D29226836}"/>
          </ac:picMkLst>
        </pc:picChg>
      </pc:sldChg>
      <pc:sldChg chg="add del">
        <pc:chgData name="木村　湊" userId="18030a92-e387-4fb8-9fb3-56230bee2947" providerId="ADAL" clId="{030EC1B9-3EBF-44BE-81D7-2337D5F35D5C}" dt="2025-02-03T10:58:30.623" v="642"/>
        <pc:sldMkLst>
          <pc:docMk/>
          <pc:sldMk cId="74509281" sldId="261"/>
        </pc:sldMkLst>
      </pc:sldChg>
      <pc:sldChg chg="addSp delSp modSp add mod modTransition">
        <pc:chgData name="木村　湊" userId="18030a92-e387-4fb8-9fb3-56230bee2947" providerId="ADAL" clId="{030EC1B9-3EBF-44BE-81D7-2337D5F35D5C}" dt="2025-02-03T13:52:57.426" v="2750"/>
        <pc:sldMkLst>
          <pc:docMk/>
          <pc:sldMk cId="2883839480" sldId="261"/>
        </pc:sldMkLst>
        <pc:spChg chg="mod">
          <ac:chgData name="木村　湊" userId="18030a92-e387-4fb8-9fb3-56230bee2947" providerId="ADAL" clId="{030EC1B9-3EBF-44BE-81D7-2337D5F35D5C}" dt="2025-02-03T11:40:01.426" v="1409" actId="208"/>
          <ac:spMkLst>
            <pc:docMk/>
            <pc:sldMk cId="2883839480" sldId="261"/>
            <ac:spMk id="2" creationId="{7E57322E-A4DF-7BD9-0555-64F30BC86EB9}"/>
          </ac:spMkLst>
        </pc:spChg>
        <pc:spChg chg="add mod">
          <ac:chgData name="木村　湊" userId="18030a92-e387-4fb8-9fb3-56230bee2947" providerId="ADAL" clId="{030EC1B9-3EBF-44BE-81D7-2337D5F35D5C}" dt="2025-02-03T11:06:06.755" v="790" actId="1076"/>
          <ac:spMkLst>
            <pc:docMk/>
            <pc:sldMk cId="2883839480" sldId="261"/>
            <ac:spMk id="4" creationId="{6B9ACBE2-34B2-05D6-CA64-7EF0141F8C9C}"/>
          </ac:spMkLst>
        </pc:spChg>
        <pc:spChg chg="add del">
          <ac:chgData name="木村　湊" userId="18030a92-e387-4fb8-9fb3-56230bee2947" providerId="ADAL" clId="{030EC1B9-3EBF-44BE-81D7-2337D5F35D5C}" dt="2025-02-03T11:01:51.115" v="716" actId="22"/>
          <ac:spMkLst>
            <pc:docMk/>
            <pc:sldMk cId="2883839480" sldId="261"/>
            <ac:spMk id="6" creationId="{D348244F-5A54-EE1A-7E5F-C94805E4D2B1}"/>
          </ac:spMkLst>
        </pc:spChg>
        <pc:spChg chg="add mod">
          <ac:chgData name="木村　湊" userId="18030a92-e387-4fb8-9fb3-56230bee2947" providerId="ADAL" clId="{030EC1B9-3EBF-44BE-81D7-2337D5F35D5C}" dt="2025-02-03T13:52:57.426" v="2750"/>
          <ac:spMkLst>
            <pc:docMk/>
            <pc:sldMk cId="2883839480" sldId="261"/>
            <ac:spMk id="8" creationId="{803606DF-3199-AF83-C6FB-DDB082EB14A6}"/>
          </ac:spMkLst>
        </pc:spChg>
        <pc:spChg chg="add mod">
          <ac:chgData name="木村　湊" userId="18030a92-e387-4fb8-9fb3-56230bee2947" providerId="ADAL" clId="{030EC1B9-3EBF-44BE-81D7-2337D5F35D5C}" dt="2025-02-03T13:52:57.426" v="2750"/>
          <ac:spMkLst>
            <pc:docMk/>
            <pc:sldMk cId="2883839480" sldId="261"/>
            <ac:spMk id="9" creationId="{24A7C1D8-3A14-A27A-760E-764815F1F3BD}"/>
          </ac:spMkLst>
        </pc:spChg>
        <pc:picChg chg="add mod">
          <ac:chgData name="木村　湊" userId="18030a92-e387-4fb8-9fb3-56230bee2947" providerId="ADAL" clId="{030EC1B9-3EBF-44BE-81D7-2337D5F35D5C}" dt="2025-02-03T11:07:07.843" v="796"/>
          <ac:picMkLst>
            <pc:docMk/>
            <pc:sldMk cId="2883839480" sldId="261"/>
            <ac:picMk id="7" creationId="{5EE002AA-0372-6125-BFF1-290AB7CB36E4}"/>
          </ac:picMkLst>
        </pc:picChg>
        <pc:picChg chg="mod">
          <ac:chgData name="木村　湊" userId="18030a92-e387-4fb8-9fb3-56230bee2947" providerId="ADAL" clId="{030EC1B9-3EBF-44BE-81D7-2337D5F35D5C}" dt="2025-02-03T11:06:02.767" v="789" actId="1076"/>
          <ac:picMkLst>
            <pc:docMk/>
            <pc:sldMk cId="2883839480" sldId="261"/>
            <ac:picMk id="5122" creationId="{9532D6E6-18CF-3BA1-A77B-20C8917DE37C}"/>
          </ac:picMkLst>
        </pc:picChg>
      </pc:sldChg>
      <pc:sldChg chg="addSp delSp modSp add del mod modTransition">
        <pc:chgData name="木村　湊" userId="18030a92-e387-4fb8-9fb3-56230bee2947" providerId="ADAL" clId="{030EC1B9-3EBF-44BE-81D7-2337D5F35D5C}" dt="2025-02-03T11:07:11.339" v="797" actId="47"/>
        <pc:sldMkLst>
          <pc:docMk/>
          <pc:sldMk cId="1624198435" sldId="262"/>
        </pc:sldMkLst>
        <pc:spChg chg="mod">
          <ac:chgData name="木村　湊" userId="18030a92-e387-4fb8-9fb3-56230bee2947" providerId="ADAL" clId="{030EC1B9-3EBF-44BE-81D7-2337D5F35D5C}" dt="2025-02-03T11:05:50.181" v="788" actId="1076"/>
          <ac:spMkLst>
            <pc:docMk/>
            <pc:sldMk cId="1624198435" sldId="262"/>
            <ac:spMk id="4" creationId="{84A159E9-065F-5C38-F4D2-90D372E70017}"/>
          </ac:spMkLst>
        </pc:spChg>
        <pc:spChg chg="add mod">
          <ac:chgData name="木村　湊" userId="18030a92-e387-4fb8-9fb3-56230bee2947" providerId="ADAL" clId="{030EC1B9-3EBF-44BE-81D7-2337D5F35D5C}" dt="2025-02-03T11:01:59.988" v="720" actId="14100"/>
          <ac:spMkLst>
            <pc:docMk/>
            <pc:sldMk cId="1624198435" sldId="262"/>
            <ac:spMk id="5" creationId="{57D814A5-A00A-E88A-7FC4-044830F422E3}"/>
          </ac:spMkLst>
        </pc:spChg>
        <pc:spChg chg="add">
          <ac:chgData name="木村　湊" userId="18030a92-e387-4fb8-9fb3-56230bee2947" providerId="ADAL" clId="{030EC1B9-3EBF-44BE-81D7-2337D5F35D5C}" dt="2025-02-03T11:02:42.368" v="725"/>
          <ac:spMkLst>
            <pc:docMk/>
            <pc:sldMk cId="1624198435" sldId="262"/>
            <ac:spMk id="7" creationId="{BA42306A-F0A7-5DAF-528A-FF724F6DE16F}"/>
          </ac:spMkLst>
        </pc:spChg>
        <pc:picChg chg="add del mod">
          <ac:chgData name="木村　湊" userId="18030a92-e387-4fb8-9fb3-56230bee2947" providerId="ADAL" clId="{030EC1B9-3EBF-44BE-81D7-2337D5F35D5C}" dt="2025-02-03T11:07:05.966" v="795" actId="21"/>
          <ac:picMkLst>
            <pc:docMk/>
            <pc:sldMk cId="1624198435" sldId="262"/>
            <ac:picMk id="6" creationId="{5EE002AA-0372-6125-BFF1-290AB7CB36E4}"/>
          </ac:picMkLst>
        </pc:picChg>
        <pc:picChg chg="mod">
          <ac:chgData name="木村　湊" userId="18030a92-e387-4fb8-9fb3-56230bee2947" providerId="ADAL" clId="{030EC1B9-3EBF-44BE-81D7-2337D5F35D5C}" dt="2025-02-03T11:05:47.523" v="787" actId="1076"/>
          <ac:picMkLst>
            <pc:docMk/>
            <pc:sldMk cId="1624198435" sldId="262"/>
            <ac:picMk id="5122" creationId="{CA843FA2-B4BB-E18B-AE92-95C0F8437030}"/>
          </ac:picMkLst>
        </pc:picChg>
      </pc:sldChg>
      <pc:sldChg chg="addSp delSp modSp add mod modTransition">
        <pc:chgData name="木村　湊" userId="18030a92-e387-4fb8-9fb3-56230bee2947" providerId="ADAL" clId="{030EC1B9-3EBF-44BE-81D7-2337D5F35D5C}" dt="2025-02-03T13:52:58.638" v="2751"/>
        <pc:sldMkLst>
          <pc:docMk/>
          <pc:sldMk cId="2022622405" sldId="263"/>
        </pc:sldMkLst>
        <pc:spChg chg="mod">
          <ac:chgData name="木村　湊" userId="18030a92-e387-4fb8-9fb3-56230bee2947" providerId="ADAL" clId="{030EC1B9-3EBF-44BE-81D7-2337D5F35D5C}" dt="2025-02-03T11:40:06.760" v="1410" actId="208"/>
          <ac:spMkLst>
            <pc:docMk/>
            <pc:sldMk cId="2022622405" sldId="263"/>
            <ac:spMk id="2" creationId="{1A92E31B-6DCA-3933-2BF8-0821B969F621}"/>
          </ac:spMkLst>
        </pc:spChg>
        <pc:spChg chg="mod">
          <ac:chgData name="木村　湊" userId="18030a92-e387-4fb8-9fb3-56230bee2947" providerId="ADAL" clId="{030EC1B9-3EBF-44BE-81D7-2337D5F35D5C}" dt="2025-02-03T11:03:23.510" v="731" actId="1076"/>
          <ac:spMkLst>
            <pc:docMk/>
            <pc:sldMk cId="2022622405" sldId="263"/>
            <ac:spMk id="4" creationId="{485AF349-F53C-D41D-1742-117CAD2BC664}"/>
          </ac:spMkLst>
        </pc:spChg>
        <pc:spChg chg="add mod">
          <ac:chgData name="木村　湊" userId="18030a92-e387-4fb8-9fb3-56230bee2947" providerId="ADAL" clId="{030EC1B9-3EBF-44BE-81D7-2337D5F35D5C}" dt="2025-02-03T11:04:10.286" v="775" actId="1076"/>
          <ac:spMkLst>
            <pc:docMk/>
            <pc:sldMk cId="2022622405" sldId="263"/>
            <ac:spMk id="5" creationId="{D114903A-58CB-CD4A-1B5D-99D2EF2AEF15}"/>
          </ac:spMkLst>
        </pc:spChg>
        <pc:spChg chg="add mod">
          <ac:chgData name="木村　湊" userId="18030a92-e387-4fb8-9fb3-56230bee2947" providerId="ADAL" clId="{030EC1B9-3EBF-44BE-81D7-2337D5F35D5C}" dt="2025-02-03T13:52:58.638" v="2751"/>
          <ac:spMkLst>
            <pc:docMk/>
            <pc:sldMk cId="2022622405" sldId="263"/>
            <ac:spMk id="9" creationId="{AEEC47DC-AFC2-F828-4C05-8FD3A870F3F7}"/>
          </ac:spMkLst>
        </pc:spChg>
        <pc:spChg chg="add mod">
          <ac:chgData name="木村　湊" userId="18030a92-e387-4fb8-9fb3-56230bee2947" providerId="ADAL" clId="{030EC1B9-3EBF-44BE-81D7-2337D5F35D5C}" dt="2025-02-03T13:52:58.638" v="2751"/>
          <ac:spMkLst>
            <pc:docMk/>
            <pc:sldMk cId="2022622405" sldId="263"/>
            <ac:spMk id="10" creationId="{B47FAEBE-152F-4673-8926-D21C49E1698C}"/>
          </ac:spMkLst>
        </pc:spChg>
        <pc:picChg chg="mod">
          <ac:chgData name="木村　湊" userId="18030a92-e387-4fb8-9fb3-56230bee2947" providerId="ADAL" clId="{030EC1B9-3EBF-44BE-81D7-2337D5F35D5C}" dt="2025-02-03T11:03:09.233" v="729" actId="1076"/>
          <ac:picMkLst>
            <pc:docMk/>
            <pc:sldMk cId="2022622405" sldId="263"/>
            <ac:picMk id="6" creationId="{7FE4A03D-8C2D-5E6A-DDD8-1CCF208F2C58}"/>
          </ac:picMkLst>
        </pc:picChg>
        <pc:picChg chg="add mod">
          <ac:chgData name="木村　湊" userId="18030a92-e387-4fb8-9fb3-56230bee2947" providerId="ADAL" clId="{030EC1B9-3EBF-44BE-81D7-2337D5F35D5C}" dt="2025-02-03T11:04:32.040" v="782" actId="1076"/>
          <ac:picMkLst>
            <pc:docMk/>
            <pc:sldMk cId="2022622405" sldId="263"/>
            <ac:picMk id="7" creationId="{716CD7C3-9D18-2A28-CB46-2FD2A1D0EE71}"/>
          </ac:picMkLst>
        </pc:picChg>
        <pc:picChg chg="add del mod">
          <ac:chgData name="木村　湊" userId="18030a92-e387-4fb8-9fb3-56230bee2947" providerId="ADAL" clId="{030EC1B9-3EBF-44BE-81D7-2337D5F35D5C}" dt="2025-02-03T11:08:43.461" v="802" actId="478"/>
          <ac:picMkLst>
            <pc:docMk/>
            <pc:sldMk cId="2022622405" sldId="263"/>
            <ac:picMk id="8" creationId="{09575FF6-FFF1-F270-34AD-D5114185B954}"/>
          </ac:picMkLst>
        </pc:picChg>
        <pc:picChg chg="mod">
          <ac:chgData name="木村　湊" userId="18030a92-e387-4fb8-9fb3-56230bee2947" providerId="ADAL" clId="{030EC1B9-3EBF-44BE-81D7-2337D5F35D5C}" dt="2025-02-03T11:03:17.029" v="730" actId="1076"/>
          <ac:picMkLst>
            <pc:docMk/>
            <pc:sldMk cId="2022622405" sldId="263"/>
            <ac:picMk id="5122" creationId="{EA0D9645-29D9-AE46-B0D4-604E6CF3C2FE}"/>
          </ac:picMkLst>
        </pc:picChg>
        <pc:picChg chg="add mod">
          <ac:chgData name="木村　湊" userId="18030a92-e387-4fb8-9fb3-56230bee2947" providerId="ADAL" clId="{030EC1B9-3EBF-44BE-81D7-2337D5F35D5C}" dt="2025-02-03T11:09:41.583" v="807" actId="1076"/>
          <ac:picMkLst>
            <pc:docMk/>
            <pc:sldMk cId="2022622405" sldId="263"/>
            <ac:picMk id="8194" creationId="{D1A27082-6095-51D0-8EBB-6EF73A121F5D}"/>
          </ac:picMkLst>
        </pc:picChg>
      </pc:sldChg>
      <pc:sldChg chg="addSp modSp add mod">
        <pc:chgData name="木村　湊" userId="18030a92-e387-4fb8-9fb3-56230bee2947" providerId="ADAL" clId="{030EC1B9-3EBF-44BE-81D7-2337D5F35D5C}" dt="2025-02-03T13:52:59.757" v="2752"/>
        <pc:sldMkLst>
          <pc:docMk/>
          <pc:sldMk cId="3474037660" sldId="264"/>
        </pc:sldMkLst>
        <pc:spChg chg="mod">
          <ac:chgData name="木村　湊" userId="18030a92-e387-4fb8-9fb3-56230bee2947" providerId="ADAL" clId="{030EC1B9-3EBF-44BE-81D7-2337D5F35D5C}" dt="2025-02-03T11:40:10.526" v="1411" actId="208"/>
          <ac:spMkLst>
            <pc:docMk/>
            <pc:sldMk cId="3474037660" sldId="264"/>
            <ac:spMk id="2" creationId="{70CD4666-98BE-F7FD-EDE9-DAAB9E4AAD20}"/>
          </ac:spMkLst>
        </pc:spChg>
        <pc:spChg chg="add mod">
          <ac:chgData name="木村　湊" userId="18030a92-e387-4fb8-9fb3-56230bee2947" providerId="ADAL" clId="{030EC1B9-3EBF-44BE-81D7-2337D5F35D5C}" dt="2025-02-03T11:11:20.052" v="835" actId="20577"/>
          <ac:spMkLst>
            <pc:docMk/>
            <pc:sldMk cId="3474037660" sldId="264"/>
            <ac:spMk id="7" creationId="{D875524D-97A8-373E-9166-3396D035E626}"/>
          </ac:spMkLst>
        </pc:spChg>
        <pc:spChg chg="add mod">
          <ac:chgData name="木村　湊" userId="18030a92-e387-4fb8-9fb3-56230bee2947" providerId="ADAL" clId="{030EC1B9-3EBF-44BE-81D7-2337D5F35D5C}" dt="2025-02-03T13:52:59.757" v="2752"/>
          <ac:spMkLst>
            <pc:docMk/>
            <pc:sldMk cId="3474037660" sldId="264"/>
            <ac:spMk id="9" creationId="{8C466EDB-7196-D4EB-E73A-00467926DE93}"/>
          </ac:spMkLst>
        </pc:spChg>
        <pc:spChg chg="add mod">
          <ac:chgData name="木村　湊" userId="18030a92-e387-4fb8-9fb3-56230bee2947" providerId="ADAL" clId="{030EC1B9-3EBF-44BE-81D7-2337D5F35D5C}" dt="2025-02-03T13:52:59.757" v="2752"/>
          <ac:spMkLst>
            <pc:docMk/>
            <pc:sldMk cId="3474037660" sldId="264"/>
            <ac:spMk id="10" creationId="{DFC6ADB7-AC50-8E57-2686-D8AE36D9D470}"/>
          </ac:spMkLst>
        </pc:spChg>
        <pc:picChg chg="add mod">
          <ac:chgData name="木村　湊" userId="18030a92-e387-4fb8-9fb3-56230bee2947" providerId="ADAL" clId="{030EC1B9-3EBF-44BE-81D7-2337D5F35D5C}" dt="2025-02-03T11:13:33.306" v="839" actId="1076"/>
          <ac:picMkLst>
            <pc:docMk/>
            <pc:sldMk cId="3474037660" sldId="264"/>
            <ac:picMk id="8" creationId="{2AD6D755-FA20-6F78-DBEE-C3755577E804}"/>
          </ac:picMkLst>
        </pc:picChg>
        <pc:picChg chg="mod">
          <ac:chgData name="木村　湊" userId="18030a92-e387-4fb8-9fb3-56230bee2947" providerId="ADAL" clId="{030EC1B9-3EBF-44BE-81D7-2337D5F35D5C}" dt="2025-02-03T11:10:22.478" v="811" actId="14100"/>
          <ac:picMkLst>
            <pc:docMk/>
            <pc:sldMk cId="3474037660" sldId="264"/>
            <ac:picMk id="8194" creationId="{301DDDD3-47C2-668D-9352-E9677D2A5E36}"/>
          </ac:picMkLst>
        </pc:picChg>
      </pc:sldChg>
      <pc:sldChg chg="addSp delSp modSp add mod">
        <pc:chgData name="木村　湊" userId="18030a92-e387-4fb8-9fb3-56230bee2947" providerId="ADAL" clId="{030EC1B9-3EBF-44BE-81D7-2337D5F35D5C}" dt="2025-02-03T13:53:01.543" v="2753"/>
        <pc:sldMkLst>
          <pc:docMk/>
          <pc:sldMk cId="229346786" sldId="265"/>
        </pc:sldMkLst>
        <pc:spChg chg="mod">
          <ac:chgData name="木村　湊" userId="18030a92-e387-4fb8-9fb3-56230bee2947" providerId="ADAL" clId="{030EC1B9-3EBF-44BE-81D7-2337D5F35D5C}" dt="2025-02-03T11:40:14.628" v="1412" actId="208"/>
          <ac:spMkLst>
            <pc:docMk/>
            <pc:sldMk cId="229346786" sldId="265"/>
            <ac:spMk id="2" creationId="{F85641B6-1765-7131-8F36-BAC255563040}"/>
          </ac:spMkLst>
        </pc:spChg>
        <pc:spChg chg="add del">
          <ac:chgData name="木村　湊" userId="18030a92-e387-4fb8-9fb3-56230bee2947" providerId="ADAL" clId="{030EC1B9-3EBF-44BE-81D7-2337D5F35D5C}" dt="2025-02-03T11:14:35.251" v="848" actId="22"/>
          <ac:spMkLst>
            <pc:docMk/>
            <pc:sldMk cId="229346786" sldId="265"/>
            <ac:spMk id="10" creationId="{5E9E9682-27A5-A14A-A09C-D0EDB3B2001F}"/>
          </ac:spMkLst>
        </pc:spChg>
        <pc:spChg chg="add mod">
          <ac:chgData name="木村　湊" userId="18030a92-e387-4fb8-9fb3-56230bee2947" providerId="ADAL" clId="{030EC1B9-3EBF-44BE-81D7-2337D5F35D5C}" dt="2025-02-03T11:20:04.016" v="955" actId="1076"/>
          <ac:spMkLst>
            <pc:docMk/>
            <pc:sldMk cId="229346786" sldId="265"/>
            <ac:spMk id="12" creationId="{48E04DB3-84A1-66A9-F8D8-D7152BED7D65}"/>
          </ac:spMkLst>
        </pc:spChg>
        <pc:spChg chg="add mod">
          <ac:chgData name="木村　湊" userId="18030a92-e387-4fb8-9fb3-56230bee2947" providerId="ADAL" clId="{030EC1B9-3EBF-44BE-81D7-2337D5F35D5C}" dt="2025-02-03T13:53:01.543" v="2753"/>
          <ac:spMkLst>
            <pc:docMk/>
            <pc:sldMk cId="229346786" sldId="265"/>
            <ac:spMk id="13" creationId="{A6AAEF61-02CC-FA17-6FA5-E54209C92B72}"/>
          </ac:spMkLst>
        </pc:spChg>
        <pc:spChg chg="add mod">
          <ac:chgData name="木村　湊" userId="18030a92-e387-4fb8-9fb3-56230bee2947" providerId="ADAL" clId="{030EC1B9-3EBF-44BE-81D7-2337D5F35D5C}" dt="2025-02-03T13:53:01.543" v="2753"/>
          <ac:spMkLst>
            <pc:docMk/>
            <pc:sldMk cId="229346786" sldId="265"/>
            <ac:spMk id="14" creationId="{C64FFC37-6CF5-00A1-7569-8AF640A91C56}"/>
          </ac:spMkLst>
        </pc:spChg>
        <pc:picChg chg="mod">
          <ac:chgData name="木村　湊" userId="18030a92-e387-4fb8-9fb3-56230bee2947" providerId="ADAL" clId="{030EC1B9-3EBF-44BE-81D7-2337D5F35D5C}" dt="2025-02-03T11:20:04.016" v="955" actId="1076"/>
          <ac:picMkLst>
            <pc:docMk/>
            <pc:sldMk cId="229346786" sldId="265"/>
            <ac:picMk id="8" creationId="{32E90BCE-3782-450E-6B32-57D74C331BAE}"/>
          </ac:picMkLst>
        </pc:picChg>
        <pc:picChg chg="add mod">
          <ac:chgData name="木村　湊" userId="18030a92-e387-4fb8-9fb3-56230bee2947" providerId="ADAL" clId="{030EC1B9-3EBF-44BE-81D7-2337D5F35D5C}" dt="2025-02-03T11:14:21.588" v="846" actId="1076"/>
          <ac:picMkLst>
            <pc:docMk/>
            <pc:sldMk cId="229346786" sldId="265"/>
            <ac:picMk id="9218" creationId="{03635953-2AB0-B3CE-7DB2-D6E121CDDAB9}"/>
          </ac:picMkLst>
        </pc:picChg>
      </pc:sldChg>
      <pc:sldChg chg="addSp delSp modSp add mod modAnim">
        <pc:chgData name="木村　湊" userId="18030a92-e387-4fb8-9fb3-56230bee2947" providerId="ADAL" clId="{030EC1B9-3EBF-44BE-81D7-2337D5F35D5C}" dt="2025-02-03T13:53:02.467" v="2754"/>
        <pc:sldMkLst>
          <pc:docMk/>
          <pc:sldMk cId="745211629" sldId="266"/>
        </pc:sldMkLst>
        <pc:spChg chg="mod">
          <ac:chgData name="木村　湊" userId="18030a92-e387-4fb8-9fb3-56230bee2947" providerId="ADAL" clId="{030EC1B9-3EBF-44BE-81D7-2337D5F35D5C}" dt="2025-02-03T11:40:18.272" v="1413" actId="208"/>
          <ac:spMkLst>
            <pc:docMk/>
            <pc:sldMk cId="745211629" sldId="266"/>
            <ac:spMk id="2" creationId="{254B3173-CB95-1534-8EEC-217EA2D9C338}"/>
          </ac:spMkLst>
        </pc:spChg>
        <pc:spChg chg="add mod">
          <ac:chgData name="木村　湊" userId="18030a92-e387-4fb8-9fb3-56230bee2947" providerId="ADAL" clId="{030EC1B9-3EBF-44BE-81D7-2337D5F35D5C}" dt="2025-02-03T11:20:25.459" v="956" actId="1076"/>
          <ac:spMkLst>
            <pc:docMk/>
            <pc:sldMk cId="745211629" sldId="266"/>
            <ac:spMk id="10" creationId="{F8C7D0BB-3361-9005-B7AC-52FDC9A1E8A6}"/>
          </ac:spMkLst>
        </pc:spChg>
        <pc:spChg chg="add del mod">
          <ac:chgData name="木村　湊" userId="18030a92-e387-4fb8-9fb3-56230bee2947" providerId="ADAL" clId="{030EC1B9-3EBF-44BE-81D7-2337D5F35D5C}" dt="2025-02-03T11:22:07.155" v="969"/>
          <ac:spMkLst>
            <pc:docMk/>
            <pc:sldMk cId="745211629" sldId="266"/>
            <ac:spMk id="11" creationId="{43C804ED-C046-E19A-AA18-9A864E18D0E0}"/>
          </ac:spMkLst>
        </pc:spChg>
        <pc:spChg chg="mod">
          <ac:chgData name="木村　湊" userId="18030a92-e387-4fb8-9fb3-56230bee2947" providerId="ADAL" clId="{030EC1B9-3EBF-44BE-81D7-2337D5F35D5C}" dt="2025-02-03T11:19:59.730" v="954" actId="1076"/>
          <ac:spMkLst>
            <pc:docMk/>
            <pc:sldMk cId="745211629" sldId="266"/>
            <ac:spMk id="12" creationId="{BB087301-8422-588B-C42A-E96694688F9E}"/>
          </ac:spMkLst>
        </pc:spChg>
        <pc:spChg chg="add del mod">
          <ac:chgData name="木村　湊" userId="18030a92-e387-4fb8-9fb3-56230bee2947" providerId="ADAL" clId="{030EC1B9-3EBF-44BE-81D7-2337D5F35D5C}" dt="2025-02-03T11:22:07.155" v="969"/>
          <ac:spMkLst>
            <pc:docMk/>
            <pc:sldMk cId="745211629" sldId="266"/>
            <ac:spMk id="13" creationId="{03845527-EE59-7BB8-8386-A69DEED8507A}"/>
          </ac:spMkLst>
        </pc:spChg>
        <pc:spChg chg="mod">
          <ac:chgData name="木村　湊" userId="18030a92-e387-4fb8-9fb3-56230bee2947" providerId="ADAL" clId="{030EC1B9-3EBF-44BE-81D7-2337D5F35D5C}" dt="2025-02-03T11:22:07.155" v="969"/>
          <ac:spMkLst>
            <pc:docMk/>
            <pc:sldMk cId="745211629" sldId="266"/>
            <ac:spMk id="14" creationId="{5286F79C-0AF1-946C-C690-79FF93B5988A}"/>
          </ac:spMkLst>
        </pc:spChg>
        <pc:spChg chg="add mod">
          <ac:chgData name="木村　湊" userId="18030a92-e387-4fb8-9fb3-56230bee2947" providerId="ADAL" clId="{030EC1B9-3EBF-44BE-81D7-2337D5F35D5C}" dt="2025-02-03T11:24:17.610" v="1025" actId="1076"/>
          <ac:spMkLst>
            <pc:docMk/>
            <pc:sldMk cId="745211629" sldId="266"/>
            <ac:spMk id="15" creationId="{F13C09F5-A13B-0F1F-C258-0506B7FD6243}"/>
          </ac:spMkLst>
        </pc:spChg>
        <pc:spChg chg="add mod">
          <ac:chgData name="木村　湊" userId="18030a92-e387-4fb8-9fb3-56230bee2947" providerId="ADAL" clId="{030EC1B9-3EBF-44BE-81D7-2337D5F35D5C}" dt="2025-02-03T11:26:31.363" v="1205" actId="1076"/>
          <ac:spMkLst>
            <pc:docMk/>
            <pc:sldMk cId="745211629" sldId="266"/>
            <ac:spMk id="16" creationId="{4007AAD8-F139-23C5-B858-9FC4668F464D}"/>
          </ac:spMkLst>
        </pc:spChg>
        <pc:spChg chg="add mod">
          <ac:chgData name="木村　湊" userId="18030a92-e387-4fb8-9fb3-56230bee2947" providerId="ADAL" clId="{030EC1B9-3EBF-44BE-81D7-2337D5F35D5C}" dt="2025-02-03T13:53:02.467" v="2754"/>
          <ac:spMkLst>
            <pc:docMk/>
            <pc:sldMk cId="745211629" sldId="266"/>
            <ac:spMk id="17" creationId="{1A9CEE11-209C-59B0-C5E4-13BFE3945C07}"/>
          </ac:spMkLst>
        </pc:spChg>
        <pc:spChg chg="add mod">
          <ac:chgData name="木村　湊" userId="18030a92-e387-4fb8-9fb3-56230bee2947" providerId="ADAL" clId="{030EC1B9-3EBF-44BE-81D7-2337D5F35D5C}" dt="2025-02-03T13:53:02.467" v="2754"/>
          <ac:spMkLst>
            <pc:docMk/>
            <pc:sldMk cId="745211629" sldId="266"/>
            <ac:spMk id="18" creationId="{9C0570A5-156E-99E5-CB68-F4AA181AB41D}"/>
          </ac:spMkLst>
        </pc:spChg>
        <pc:picChg chg="mod">
          <ac:chgData name="木村　湊" userId="18030a92-e387-4fb8-9fb3-56230bee2947" providerId="ADAL" clId="{030EC1B9-3EBF-44BE-81D7-2337D5F35D5C}" dt="2025-02-03T11:19:59.730" v="954" actId="1076"/>
          <ac:picMkLst>
            <pc:docMk/>
            <pc:sldMk cId="745211629" sldId="266"/>
            <ac:picMk id="8" creationId="{EC996975-56EB-CB79-B5CC-120D28FC6CC8}"/>
          </ac:picMkLst>
        </pc:picChg>
        <pc:picChg chg="mod">
          <ac:chgData name="木村　湊" userId="18030a92-e387-4fb8-9fb3-56230bee2947" providerId="ADAL" clId="{030EC1B9-3EBF-44BE-81D7-2337D5F35D5C}" dt="2025-02-03T11:20:25.459" v="956" actId="1076"/>
          <ac:picMkLst>
            <pc:docMk/>
            <pc:sldMk cId="745211629" sldId="266"/>
            <ac:picMk id="9218" creationId="{C2506F93-18A0-8139-F57F-21AD61708312}"/>
          </ac:picMkLst>
        </pc:picChg>
      </pc:sldChg>
      <pc:sldChg chg="addSp modSp add mod modTransition modAnim">
        <pc:chgData name="木村　湊" userId="18030a92-e387-4fb8-9fb3-56230bee2947" providerId="ADAL" clId="{030EC1B9-3EBF-44BE-81D7-2337D5F35D5C}" dt="2025-02-03T15:21:54.688" v="5782"/>
        <pc:sldMkLst>
          <pc:docMk/>
          <pc:sldMk cId="1281808267" sldId="267"/>
        </pc:sldMkLst>
        <pc:spChg chg="mod">
          <ac:chgData name="木村　湊" userId="18030a92-e387-4fb8-9fb3-56230bee2947" providerId="ADAL" clId="{030EC1B9-3EBF-44BE-81D7-2337D5F35D5C}" dt="2025-02-03T11:40:22.469" v="1414" actId="208"/>
          <ac:spMkLst>
            <pc:docMk/>
            <pc:sldMk cId="1281808267" sldId="267"/>
            <ac:spMk id="2" creationId="{D51C735A-E236-9689-A313-6785640C2F30}"/>
          </ac:spMkLst>
        </pc:spChg>
        <pc:spChg chg="mod">
          <ac:chgData name="木村　湊" userId="18030a92-e387-4fb8-9fb3-56230bee2947" providerId="ADAL" clId="{030EC1B9-3EBF-44BE-81D7-2337D5F35D5C}" dt="2025-02-03T11:29:34.932" v="1247" actId="1076"/>
          <ac:spMkLst>
            <pc:docMk/>
            <pc:sldMk cId="1281808267" sldId="267"/>
            <ac:spMk id="3" creationId="{6D4E0452-4DCF-6292-4E16-AB61394AD4C8}"/>
          </ac:spMkLst>
        </pc:spChg>
        <pc:spChg chg="mod">
          <ac:chgData name="木村　湊" userId="18030a92-e387-4fb8-9fb3-56230bee2947" providerId="ADAL" clId="{030EC1B9-3EBF-44BE-81D7-2337D5F35D5C}" dt="2025-02-03T11:29:10.954" v="1240" actId="1076"/>
          <ac:spMkLst>
            <pc:docMk/>
            <pc:sldMk cId="1281808267" sldId="267"/>
            <ac:spMk id="4" creationId="{965015DB-0AEC-50F4-0AB6-4E330548C0F5}"/>
          </ac:spMkLst>
        </pc:spChg>
        <pc:spChg chg="mod">
          <ac:chgData name="木村　湊" userId="18030a92-e387-4fb8-9fb3-56230bee2947" providerId="ADAL" clId="{030EC1B9-3EBF-44BE-81D7-2337D5F35D5C}" dt="2025-02-03T11:28:59.877" v="1236" actId="1076"/>
          <ac:spMkLst>
            <pc:docMk/>
            <pc:sldMk cId="1281808267" sldId="267"/>
            <ac:spMk id="5" creationId="{F838BB3E-E171-5046-0F71-DB260887E30F}"/>
          </ac:spMkLst>
        </pc:spChg>
        <pc:spChg chg="mod">
          <ac:chgData name="木村　湊" userId="18030a92-e387-4fb8-9fb3-56230bee2947" providerId="ADAL" clId="{030EC1B9-3EBF-44BE-81D7-2337D5F35D5C}" dt="2025-02-03T11:28:46.259" v="1232" actId="1076"/>
          <ac:spMkLst>
            <pc:docMk/>
            <pc:sldMk cId="1281808267" sldId="267"/>
            <ac:spMk id="7" creationId="{366E6F51-59EC-0482-3ED3-0C5B5A55CE6D}"/>
          </ac:spMkLst>
        </pc:spChg>
        <pc:spChg chg="add mod">
          <ac:chgData name="木村　湊" userId="18030a92-e387-4fb8-9fb3-56230bee2947" providerId="ADAL" clId="{030EC1B9-3EBF-44BE-81D7-2337D5F35D5C}" dt="2025-02-03T11:31:47.121" v="1327" actId="207"/>
          <ac:spMkLst>
            <pc:docMk/>
            <pc:sldMk cId="1281808267" sldId="267"/>
            <ac:spMk id="9" creationId="{5BA863A4-01E0-18DF-E93C-4953FA9F9804}"/>
          </ac:spMkLst>
        </pc:spChg>
        <pc:spChg chg="mod">
          <ac:chgData name="木村　湊" userId="18030a92-e387-4fb8-9fb3-56230bee2947" providerId="ADAL" clId="{030EC1B9-3EBF-44BE-81D7-2337D5F35D5C}" dt="2025-02-03T11:28:15.096" v="1221" actId="688"/>
          <ac:spMkLst>
            <pc:docMk/>
            <pc:sldMk cId="1281808267" sldId="267"/>
            <ac:spMk id="10" creationId="{C1122552-2972-5BAE-E4C9-27C6C90FA3DE}"/>
          </ac:spMkLst>
        </pc:spChg>
        <pc:spChg chg="add mod">
          <ac:chgData name="木村　湊" userId="18030a92-e387-4fb8-9fb3-56230bee2947" providerId="ADAL" clId="{030EC1B9-3EBF-44BE-81D7-2337D5F35D5C}" dt="2025-02-03T13:53:28.788" v="2763" actId="1076"/>
          <ac:spMkLst>
            <pc:docMk/>
            <pc:sldMk cId="1281808267" sldId="267"/>
            <ac:spMk id="11" creationId="{B33D0806-B9DB-D901-99F3-77F5E0892497}"/>
          </ac:spMkLst>
        </pc:spChg>
        <pc:spChg chg="mod">
          <ac:chgData name="木村　湊" userId="18030a92-e387-4fb8-9fb3-56230bee2947" providerId="ADAL" clId="{030EC1B9-3EBF-44BE-81D7-2337D5F35D5C}" dt="2025-02-03T13:35:09.527" v="2654" actId="1076"/>
          <ac:spMkLst>
            <pc:docMk/>
            <pc:sldMk cId="1281808267" sldId="267"/>
            <ac:spMk id="12" creationId="{049D5AB4-0E69-A0CD-C36C-1130978D0517}"/>
          </ac:spMkLst>
        </pc:spChg>
        <pc:spChg chg="add mod">
          <ac:chgData name="木村　湊" userId="18030a92-e387-4fb8-9fb3-56230bee2947" providerId="ADAL" clId="{030EC1B9-3EBF-44BE-81D7-2337D5F35D5C}" dt="2025-02-03T13:53:15.274" v="2758" actId="1076"/>
          <ac:spMkLst>
            <pc:docMk/>
            <pc:sldMk cId="1281808267" sldId="267"/>
            <ac:spMk id="13" creationId="{6A607D1D-4ABA-1DDB-1183-2F04625D3593}"/>
          </ac:spMkLst>
        </pc:spChg>
        <pc:spChg chg="mod">
          <ac:chgData name="木村　湊" userId="18030a92-e387-4fb8-9fb3-56230bee2947" providerId="ADAL" clId="{030EC1B9-3EBF-44BE-81D7-2337D5F35D5C}" dt="2025-02-03T11:28:28.523" v="1226" actId="1076"/>
          <ac:spMkLst>
            <pc:docMk/>
            <pc:sldMk cId="1281808267" sldId="267"/>
            <ac:spMk id="14" creationId="{0AACD94E-B352-6758-48A8-4A78C4B04AFD}"/>
          </ac:spMkLst>
        </pc:spChg>
        <pc:spChg chg="mod">
          <ac:chgData name="木村　湊" userId="18030a92-e387-4fb8-9fb3-56230bee2947" providerId="ADAL" clId="{030EC1B9-3EBF-44BE-81D7-2337D5F35D5C}" dt="2025-02-03T11:28:38.849" v="1230" actId="1076"/>
          <ac:spMkLst>
            <pc:docMk/>
            <pc:sldMk cId="1281808267" sldId="267"/>
            <ac:spMk id="15" creationId="{A389AB68-741A-87CA-4E17-957D6D4431C7}"/>
          </ac:spMkLst>
        </pc:spChg>
        <pc:spChg chg="mod">
          <ac:chgData name="木村　湊" userId="18030a92-e387-4fb8-9fb3-56230bee2947" providerId="ADAL" clId="{030EC1B9-3EBF-44BE-81D7-2337D5F35D5C}" dt="2025-02-03T11:28:34.355" v="1228" actId="1076"/>
          <ac:spMkLst>
            <pc:docMk/>
            <pc:sldMk cId="1281808267" sldId="267"/>
            <ac:spMk id="16" creationId="{84330A4F-ECD8-2251-C990-509668B7D060}"/>
          </ac:spMkLst>
        </pc:spChg>
        <pc:picChg chg="mod">
          <ac:chgData name="木村　湊" userId="18030a92-e387-4fb8-9fb3-56230bee2947" providerId="ADAL" clId="{030EC1B9-3EBF-44BE-81D7-2337D5F35D5C}" dt="2025-02-03T15:20:36.022" v="5778" actId="1076"/>
          <ac:picMkLst>
            <pc:docMk/>
            <pc:sldMk cId="1281808267" sldId="267"/>
            <ac:picMk id="6" creationId="{E0C6C7CE-EC62-C59A-D40F-0D008E04E6DB}"/>
          </ac:picMkLst>
        </pc:picChg>
        <pc:picChg chg="mod">
          <ac:chgData name="木村　湊" userId="18030a92-e387-4fb8-9fb3-56230bee2947" providerId="ADAL" clId="{030EC1B9-3EBF-44BE-81D7-2337D5F35D5C}" dt="2025-02-03T13:35:04.865" v="2653" actId="1076"/>
          <ac:picMkLst>
            <pc:docMk/>
            <pc:sldMk cId="1281808267" sldId="267"/>
            <ac:picMk id="8" creationId="{E4EE9C53-1E5D-08C0-AC34-C30B72F6BF2C}"/>
          </ac:picMkLst>
        </pc:picChg>
        <pc:picChg chg="mod">
          <ac:chgData name="木村　湊" userId="18030a92-e387-4fb8-9fb3-56230bee2947" providerId="ADAL" clId="{030EC1B9-3EBF-44BE-81D7-2337D5F35D5C}" dt="2025-02-03T15:21:08.150" v="5779" actId="688"/>
          <ac:picMkLst>
            <pc:docMk/>
            <pc:sldMk cId="1281808267" sldId="267"/>
            <ac:picMk id="5122" creationId="{7428FC5B-4868-1FCC-F402-1B06FD386D5C}"/>
          </ac:picMkLst>
        </pc:picChg>
        <pc:picChg chg="mod">
          <ac:chgData name="木村　湊" userId="18030a92-e387-4fb8-9fb3-56230bee2947" providerId="ADAL" clId="{030EC1B9-3EBF-44BE-81D7-2337D5F35D5C}" dt="2025-02-03T13:53:25.992" v="2762" actId="1076"/>
          <ac:picMkLst>
            <pc:docMk/>
            <pc:sldMk cId="1281808267" sldId="267"/>
            <ac:picMk id="8194" creationId="{24A84BAE-DE40-2777-39B2-C4234E6D0E4E}"/>
          </ac:picMkLst>
        </pc:picChg>
        <pc:picChg chg="mod">
          <ac:chgData name="木村　湊" userId="18030a92-e387-4fb8-9fb3-56230bee2947" providerId="ADAL" clId="{030EC1B9-3EBF-44BE-81D7-2337D5F35D5C}" dt="2025-02-03T15:21:17.642" v="5780" actId="688"/>
          <ac:picMkLst>
            <pc:docMk/>
            <pc:sldMk cId="1281808267" sldId="267"/>
            <ac:picMk id="9218" creationId="{7C38838D-1314-3C35-9E5E-1EB74E3EBC8C}"/>
          </ac:picMkLst>
        </pc:picChg>
      </pc:sldChg>
      <pc:sldChg chg="add del">
        <pc:chgData name="木村　湊" userId="18030a92-e387-4fb8-9fb3-56230bee2947" providerId="ADAL" clId="{030EC1B9-3EBF-44BE-81D7-2337D5F35D5C}" dt="2025-02-03T11:36:29.037" v="1374" actId="47"/>
        <pc:sldMkLst>
          <pc:docMk/>
          <pc:sldMk cId="2719398247" sldId="268"/>
        </pc:sldMkLst>
      </pc:sldChg>
      <pc:sldChg chg="modSp add mod modTransition">
        <pc:chgData name="木村　湊" userId="18030a92-e387-4fb8-9fb3-56230bee2947" providerId="ADAL" clId="{030EC1B9-3EBF-44BE-81D7-2337D5F35D5C}" dt="2025-02-03T13:34:16.963" v="2623" actId="20577"/>
        <pc:sldMkLst>
          <pc:docMk/>
          <pc:sldMk cId="3084170839" sldId="269"/>
        </pc:sldMkLst>
        <pc:spChg chg="mod">
          <ac:chgData name="木村　湊" userId="18030a92-e387-4fb8-9fb3-56230bee2947" providerId="ADAL" clId="{030EC1B9-3EBF-44BE-81D7-2337D5F35D5C}" dt="2025-02-03T13:32:40.885" v="2573" actId="14100"/>
          <ac:spMkLst>
            <pc:docMk/>
            <pc:sldMk cId="3084170839" sldId="269"/>
            <ac:spMk id="9" creationId="{B3E9339E-7949-4D36-50D6-F6C9F90575FB}"/>
          </ac:spMkLst>
        </pc:spChg>
        <pc:spChg chg="mod">
          <ac:chgData name="木村　湊" userId="18030a92-e387-4fb8-9fb3-56230bee2947" providerId="ADAL" clId="{030EC1B9-3EBF-44BE-81D7-2337D5F35D5C}" dt="2025-02-03T13:34:16.963" v="2623" actId="20577"/>
          <ac:spMkLst>
            <pc:docMk/>
            <pc:sldMk cId="3084170839" sldId="269"/>
            <ac:spMk id="10" creationId="{B590D2F9-3E83-511C-8B7D-B300C3DCDAA3}"/>
          </ac:spMkLst>
        </pc:spChg>
        <pc:spChg chg="mod">
          <ac:chgData name="木村　湊" userId="18030a92-e387-4fb8-9fb3-56230bee2947" providerId="ADAL" clId="{030EC1B9-3EBF-44BE-81D7-2337D5F35D5C}" dt="2025-02-03T13:32:46.059" v="2574" actId="14100"/>
          <ac:spMkLst>
            <pc:docMk/>
            <pc:sldMk cId="3084170839" sldId="269"/>
            <ac:spMk id="11" creationId="{7868B79C-7756-38CA-F7B0-61847A62620D}"/>
          </ac:spMkLst>
        </pc:spChg>
      </pc:sldChg>
      <pc:sldChg chg="add del">
        <pc:chgData name="木村　湊" userId="18030a92-e387-4fb8-9fb3-56230bee2947" providerId="ADAL" clId="{030EC1B9-3EBF-44BE-81D7-2337D5F35D5C}" dt="2025-02-03T11:36:26.991" v="1373" actId="2890"/>
        <pc:sldMkLst>
          <pc:docMk/>
          <pc:sldMk cId="3203078100" sldId="270"/>
        </pc:sldMkLst>
      </pc:sldChg>
      <pc:sldChg chg="modSp add mod modTransition">
        <pc:chgData name="木村　湊" userId="18030a92-e387-4fb8-9fb3-56230bee2947" providerId="ADAL" clId="{030EC1B9-3EBF-44BE-81D7-2337D5F35D5C}" dt="2025-02-03T13:33:42.175" v="2601" actId="20577"/>
        <pc:sldMkLst>
          <pc:docMk/>
          <pc:sldMk cId="3725246963" sldId="270"/>
        </pc:sldMkLst>
        <pc:spChg chg="mod">
          <ac:chgData name="木村　湊" userId="18030a92-e387-4fb8-9fb3-56230bee2947" providerId="ADAL" clId="{030EC1B9-3EBF-44BE-81D7-2337D5F35D5C}" dt="2025-02-03T13:33:36.108" v="2590" actId="20577"/>
          <ac:spMkLst>
            <pc:docMk/>
            <pc:sldMk cId="3725246963" sldId="270"/>
            <ac:spMk id="9" creationId="{5AEE5C5C-F4D4-6308-7A8F-E8E5E0A9D89D}"/>
          </ac:spMkLst>
        </pc:spChg>
        <pc:spChg chg="mod">
          <ac:chgData name="木村　湊" userId="18030a92-e387-4fb8-9fb3-56230bee2947" providerId="ADAL" clId="{030EC1B9-3EBF-44BE-81D7-2337D5F35D5C}" dt="2025-02-03T13:33:42.175" v="2601" actId="20577"/>
          <ac:spMkLst>
            <pc:docMk/>
            <pc:sldMk cId="3725246963" sldId="270"/>
            <ac:spMk id="10" creationId="{72395DAB-45F3-2D71-A69B-A19F0D0D796F}"/>
          </ac:spMkLst>
        </pc:spChg>
        <pc:spChg chg="mod">
          <ac:chgData name="木村　湊" userId="18030a92-e387-4fb8-9fb3-56230bee2947" providerId="ADAL" clId="{030EC1B9-3EBF-44BE-81D7-2337D5F35D5C}" dt="2025-02-03T11:39:29.270" v="1406" actId="207"/>
          <ac:spMkLst>
            <pc:docMk/>
            <pc:sldMk cId="3725246963" sldId="270"/>
            <ac:spMk id="11" creationId="{D38DC09E-76B9-7298-4FD3-BBAA9BDEA254}"/>
          </ac:spMkLst>
        </pc:spChg>
      </pc:sldChg>
      <pc:sldChg chg="addSp modSp add mod modTransition">
        <pc:chgData name="木村　湊" userId="18030a92-e387-4fb8-9fb3-56230bee2947" providerId="ADAL" clId="{030EC1B9-3EBF-44BE-81D7-2337D5F35D5C}" dt="2025-02-03T13:52:46.656" v="2743"/>
        <pc:sldMkLst>
          <pc:docMk/>
          <pc:sldMk cId="1382543143" sldId="271"/>
        </pc:sldMkLst>
        <pc:spChg chg="add mod">
          <ac:chgData name="木村　湊" userId="18030a92-e387-4fb8-9fb3-56230bee2947" providerId="ADAL" clId="{030EC1B9-3EBF-44BE-81D7-2337D5F35D5C}" dt="2025-02-03T13:52:46.656" v="2743"/>
          <ac:spMkLst>
            <pc:docMk/>
            <pc:sldMk cId="1382543143" sldId="271"/>
            <ac:spMk id="2" creationId="{1553E57E-6053-1B4A-765C-C6D5CB80148C}"/>
          </ac:spMkLst>
        </pc:spChg>
        <pc:spChg chg="add mod">
          <ac:chgData name="木村　湊" userId="18030a92-e387-4fb8-9fb3-56230bee2947" providerId="ADAL" clId="{030EC1B9-3EBF-44BE-81D7-2337D5F35D5C}" dt="2025-02-03T13:52:46.656" v="2743"/>
          <ac:spMkLst>
            <pc:docMk/>
            <pc:sldMk cId="1382543143" sldId="271"/>
            <ac:spMk id="3" creationId="{024AB97B-EDC0-BB2C-F9A8-5C895363100D}"/>
          </ac:spMkLst>
        </pc:spChg>
        <pc:spChg chg="mod">
          <ac:chgData name="木村　湊" userId="18030a92-e387-4fb8-9fb3-56230bee2947" providerId="ADAL" clId="{030EC1B9-3EBF-44BE-81D7-2337D5F35D5C}" dt="2025-02-03T13:34:37.325" v="2633" actId="20577"/>
          <ac:spMkLst>
            <pc:docMk/>
            <pc:sldMk cId="1382543143" sldId="271"/>
            <ac:spMk id="9" creationId="{FE24F49F-8008-736F-87AB-B3693274FE24}"/>
          </ac:spMkLst>
        </pc:spChg>
        <pc:spChg chg="mod">
          <ac:chgData name="木村　湊" userId="18030a92-e387-4fb8-9fb3-56230bee2947" providerId="ADAL" clId="{030EC1B9-3EBF-44BE-81D7-2337D5F35D5C}" dt="2025-02-03T13:34:41.354" v="2637" actId="20577"/>
          <ac:spMkLst>
            <pc:docMk/>
            <pc:sldMk cId="1382543143" sldId="271"/>
            <ac:spMk id="10" creationId="{B1835527-1078-F9E5-FFDF-FD23A21B3625}"/>
          </ac:spMkLst>
        </pc:spChg>
        <pc:spChg chg="mod">
          <ac:chgData name="木村　湊" userId="18030a92-e387-4fb8-9fb3-56230bee2947" providerId="ADAL" clId="{030EC1B9-3EBF-44BE-81D7-2337D5F35D5C}" dt="2025-02-03T11:38:02.773" v="1389" actId="1076"/>
          <ac:spMkLst>
            <pc:docMk/>
            <pc:sldMk cId="1382543143" sldId="271"/>
            <ac:spMk id="11" creationId="{8AD51122-0655-4238-747D-BF49D83176EF}"/>
          </ac:spMkLst>
        </pc:spChg>
      </pc:sldChg>
      <pc:sldChg chg="modSp add mod modTransition">
        <pc:chgData name="木村　湊" userId="18030a92-e387-4fb8-9fb3-56230bee2947" providerId="ADAL" clId="{030EC1B9-3EBF-44BE-81D7-2337D5F35D5C}" dt="2025-02-03T13:33:47.232" v="2613" actId="20577"/>
        <pc:sldMkLst>
          <pc:docMk/>
          <pc:sldMk cId="2837872057" sldId="272"/>
        </pc:sldMkLst>
        <pc:spChg chg="mod">
          <ac:chgData name="木村　湊" userId="18030a92-e387-4fb8-9fb3-56230bee2947" providerId="ADAL" clId="{030EC1B9-3EBF-44BE-81D7-2337D5F35D5C}" dt="2025-02-03T11:38:21.475" v="1395" actId="403"/>
          <ac:spMkLst>
            <pc:docMk/>
            <pc:sldMk cId="2837872057" sldId="272"/>
            <ac:spMk id="8" creationId="{5661253C-1C3A-B249-1136-C348F94A91FF}"/>
          </ac:spMkLst>
        </pc:spChg>
        <pc:spChg chg="mod">
          <ac:chgData name="木村　湊" userId="18030a92-e387-4fb8-9fb3-56230bee2947" providerId="ADAL" clId="{030EC1B9-3EBF-44BE-81D7-2337D5F35D5C}" dt="2025-02-03T13:33:31.417" v="2587" actId="20577"/>
          <ac:spMkLst>
            <pc:docMk/>
            <pc:sldMk cId="2837872057" sldId="272"/>
            <ac:spMk id="9" creationId="{93F7DCF3-FB97-5BAB-8ECD-1DACB85C3D22}"/>
          </ac:spMkLst>
        </pc:spChg>
        <pc:spChg chg="mod">
          <ac:chgData name="木村　湊" userId="18030a92-e387-4fb8-9fb3-56230bee2947" providerId="ADAL" clId="{030EC1B9-3EBF-44BE-81D7-2337D5F35D5C}" dt="2025-02-03T13:33:47.232" v="2613" actId="20577"/>
          <ac:spMkLst>
            <pc:docMk/>
            <pc:sldMk cId="2837872057" sldId="272"/>
            <ac:spMk id="10" creationId="{4A1063BE-D4C6-B787-4439-151B4FA32D8E}"/>
          </ac:spMkLst>
        </pc:spChg>
        <pc:spChg chg="mod">
          <ac:chgData name="木村　湊" userId="18030a92-e387-4fb8-9fb3-56230bee2947" providerId="ADAL" clId="{030EC1B9-3EBF-44BE-81D7-2337D5F35D5C}" dt="2025-02-03T11:40:32.193" v="1415" actId="208"/>
          <ac:spMkLst>
            <pc:docMk/>
            <pc:sldMk cId="2837872057" sldId="272"/>
            <ac:spMk id="11" creationId="{4A32D093-1006-AF92-47C2-B42B1DEE65EA}"/>
          </ac:spMkLst>
        </pc:spChg>
      </pc:sldChg>
      <pc:sldChg chg="modSp add mod modTransition">
        <pc:chgData name="木村　湊" userId="18030a92-e387-4fb8-9fb3-56230bee2947" providerId="ADAL" clId="{030EC1B9-3EBF-44BE-81D7-2337D5F35D5C}" dt="2025-02-03T13:34:07.342" v="2619" actId="20577"/>
        <pc:sldMkLst>
          <pc:docMk/>
          <pc:sldMk cId="932206249" sldId="273"/>
        </pc:sldMkLst>
        <pc:spChg chg="mod">
          <ac:chgData name="木村　湊" userId="18030a92-e387-4fb8-9fb3-56230bee2947" providerId="ADAL" clId="{030EC1B9-3EBF-44BE-81D7-2337D5F35D5C}" dt="2025-02-03T11:38:38.324" v="1399" actId="1076"/>
          <ac:spMkLst>
            <pc:docMk/>
            <pc:sldMk cId="932206249" sldId="273"/>
            <ac:spMk id="8" creationId="{0AAEF079-4913-C878-FD01-20348A99B50C}"/>
          </ac:spMkLst>
        </pc:spChg>
        <pc:spChg chg="mod">
          <ac:chgData name="木村　湊" userId="18030a92-e387-4fb8-9fb3-56230bee2947" providerId="ADAL" clId="{030EC1B9-3EBF-44BE-81D7-2337D5F35D5C}" dt="2025-02-03T13:33:21.608" v="2583" actId="20577"/>
          <ac:spMkLst>
            <pc:docMk/>
            <pc:sldMk cId="932206249" sldId="273"/>
            <ac:spMk id="9" creationId="{038F32FB-E6D7-1829-F3D8-CADEF80EAFB7}"/>
          </ac:spMkLst>
        </pc:spChg>
        <pc:spChg chg="mod">
          <ac:chgData name="木村　湊" userId="18030a92-e387-4fb8-9fb3-56230bee2947" providerId="ADAL" clId="{030EC1B9-3EBF-44BE-81D7-2337D5F35D5C}" dt="2025-02-03T13:34:07.342" v="2619" actId="20577"/>
          <ac:spMkLst>
            <pc:docMk/>
            <pc:sldMk cId="932206249" sldId="273"/>
            <ac:spMk id="10" creationId="{D86EB918-AE53-B077-8219-4C725A16659F}"/>
          </ac:spMkLst>
        </pc:spChg>
        <pc:spChg chg="mod">
          <ac:chgData name="木村　湊" userId="18030a92-e387-4fb8-9fb3-56230bee2947" providerId="ADAL" clId="{030EC1B9-3EBF-44BE-81D7-2337D5F35D5C}" dt="2025-02-03T13:33:26.531" v="2584" actId="14100"/>
          <ac:spMkLst>
            <pc:docMk/>
            <pc:sldMk cId="932206249" sldId="273"/>
            <ac:spMk id="11" creationId="{1AB02F5C-C4E1-795F-18BE-A834C38CBFD7}"/>
          </ac:spMkLst>
        </pc:spChg>
      </pc:sldChg>
      <pc:sldChg chg="addSp delSp modSp add mod modAnim">
        <pc:chgData name="木村　湊" userId="18030a92-e387-4fb8-9fb3-56230bee2947" providerId="ADAL" clId="{030EC1B9-3EBF-44BE-81D7-2337D5F35D5C}" dt="2025-02-03T13:56:03.493" v="2777"/>
        <pc:sldMkLst>
          <pc:docMk/>
          <pc:sldMk cId="2431310459" sldId="274"/>
        </pc:sldMkLst>
        <pc:spChg chg="del">
          <ac:chgData name="木村　湊" userId="18030a92-e387-4fb8-9fb3-56230bee2947" providerId="ADAL" clId="{030EC1B9-3EBF-44BE-81D7-2337D5F35D5C}" dt="2025-02-03T11:46:15.049" v="1466" actId="478"/>
          <ac:spMkLst>
            <pc:docMk/>
            <pc:sldMk cId="2431310459" sldId="274"/>
            <ac:spMk id="4" creationId="{DFBAD417-D0F9-60B0-DBA8-1D1B0CB101CC}"/>
          </ac:spMkLst>
        </pc:spChg>
        <pc:spChg chg="add del mod">
          <ac:chgData name="木村　湊" userId="18030a92-e387-4fb8-9fb3-56230bee2947" providerId="ADAL" clId="{030EC1B9-3EBF-44BE-81D7-2337D5F35D5C}" dt="2025-02-03T13:32:59.540" v="2579" actId="478"/>
          <ac:spMkLst>
            <pc:docMk/>
            <pc:sldMk cId="2431310459" sldId="274"/>
            <ac:spMk id="5" creationId="{5A96762A-392B-AE25-D290-6DB0A32191A0}"/>
          </ac:spMkLst>
        </pc:spChg>
        <pc:spChg chg="del">
          <ac:chgData name="木村　湊" userId="18030a92-e387-4fb8-9fb3-56230bee2947" providerId="ADAL" clId="{030EC1B9-3EBF-44BE-81D7-2337D5F35D5C}" dt="2025-02-03T11:46:15.049" v="1466" actId="478"/>
          <ac:spMkLst>
            <pc:docMk/>
            <pc:sldMk cId="2431310459" sldId="274"/>
            <ac:spMk id="7" creationId="{0B58A4EB-A3B6-24CD-A86F-0C8758C80181}"/>
          </ac:spMkLst>
        </pc:spChg>
        <pc:spChg chg="del">
          <ac:chgData name="木村　湊" userId="18030a92-e387-4fb8-9fb3-56230bee2947" providerId="ADAL" clId="{030EC1B9-3EBF-44BE-81D7-2337D5F35D5C}" dt="2025-02-03T11:46:15.049" v="1466" actId="478"/>
          <ac:spMkLst>
            <pc:docMk/>
            <pc:sldMk cId="2431310459" sldId="274"/>
            <ac:spMk id="8" creationId="{C4DB430F-EE74-6DE7-9F9A-023F8F31D5F7}"/>
          </ac:spMkLst>
        </pc:spChg>
        <pc:spChg chg="mod">
          <ac:chgData name="木村　湊" userId="18030a92-e387-4fb8-9fb3-56230bee2947" providerId="ADAL" clId="{030EC1B9-3EBF-44BE-81D7-2337D5F35D5C}" dt="2025-02-03T13:32:56.686" v="2578" actId="14100"/>
          <ac:spMkLst>
            <pc:docMk/>
            <pc:sldMk cId="2431310459" sldId="274"/>
            <ac:spMk id="9" creationId="{9C4B75D8-392B-EC8E-86FC-C475743C0A47}"/>
          </ac:spMkLst>
        </pc:spChg>
        <pc:spChg chg="del">
          <ac:chgData name="木村　湊" userId="18030a92-e387-4fb8-9fb3-56230bee2947" providerId="ADAL" clId="{030EC1B9-3EBF-44BE-81D7-2337D5F35D5C}" dt="2025-02-03T11:46:17.028" v="1467" actId="478"/>
          <ac:spMkLst>
            <pc:docMk/>
            <pc:sldMk cId="2431310459" sldId="274"/>
            <ac:spMk id="10" creationId="{4F1AFA63-D309-2642-BF65-287A6F544999}"/>
          </ac:spMkLst>
        </pc:spChg>
        <pc:spChg chg="mod">
          <ac:chgData name="木村　湊" userId="18030a92-e387-4fb8-9fb3-56230bee2947" providerId="ADAL" clId="{030EC1B9-3EBF-44BE-81D7-2337D5F35D5C}" dt="2025-02-03T13:33:05.345" v="2580" actId="14100"/>
          <ac:spMkLst>
            <pc:docMk/>
            <pc:sldMk cId="2431310459" sldId="274"/>
            <ac:spMk id="11" creationId="{739A0DAF-FBDC-BE23-48DA-ED86A67BDFA2}"/>
          </ac:spMkLst>
        </pc:spChg>
        <pc:spChg chg="add del mod">
          <ac:chgData name="木村　湊" userId="18030a92-e387-4fb8-9fb3-56230bee2947" providerId="ADAL" clId="{030EC1B9-3EBF-44BE-81D7-2337D5F35D5C}" dt="2025-02-03T12:54:20.192" v="1619"/>
          <ac:spMkLst>
            <pc:docMk/>
            <pc:sldMk cId="2431310459" sldId="274"/>
            <ac:spMk id="13" creationId="{77BD1569-B3EE-7B25-55E8-E4EE0601DCEC}"/>
          </ac:spMkLst>
        </pc:spChg>
        <pc:spChg chg="add del mod">
          <ac:chgData name="木村　湊" userId="18030a92-e387-4fb8-9fb3-56230bee2947" providerId="ADAL" clId="{030EC1B9-3EBF-44BE-81D7-2337D5F35D5C}" dt="2025-02-03T12:54:20.192" v="1619"/>
          <ac:spMkLst>
            <pc:docMk/>
            <pc:sldMk cId="2431310459" sldId="274"/>
            <ac:spMk id="14" creationId="{DFB2EE30-5745-BDA6-55F8-EC3B97EE60D0}"/>
          </ac:spMkLst>
        </pc:spChg>
        <pc:spChg chg="mod">
          <ac:chgData name="木村　湊" userId="18030a92-e387-4fb8-9fb3-56230bee2947" providerId="ADAL" clId="{030EC1B9-3EBF-44BE-81D7-2337D5F35D5C}" dt="2025-02-03T12:53:48.788" v="1614"/>
          <ac:spMkLst>
            <pc:docMk/>
            <pc:sldMk cId="2431310459" sldId="274"/>
            <ac:spMk id="15" creationId="{5172A620-E539-6ECD-161F-E677D4B9D335}"/>
          </ac:spMkLst>
        </pc:spChg>
        <pc:spChg chg="add mod">
          <ac:chgData name="木村　湊" userId="18030a92-e387-4fb8-9fb3-56230bee2947" providerId="ADAL" clId="{030EC1B9-3EBF-44BE-81D7-2337D5F35D5C}" dt="2025-02-03T12:53:47.316" v="1611" actId="20577"/>
          <ac:spMkLst>
            <pc:docMk/>
            <pc:sldMk cId="2431310459" sldId="274"/>
            <ac:spMk id="16" creationId="{CED59ADE-5090-1BA8-4EF2-9644A533E42F}"/>
          </ac:spMkLst>
        </pc:spChg>
        <pc:spChg chg="add del mod ord">
          <ac:chgData name="木村　湊" userId="18030a92-e387-4fb8-9fb3-56230bee2947" providerId="ADAL" clId="{030EC1B9-3EBF-44BE-81D7-2337D5F35D5C}" dt="2025-02-03T13:07:47.296" v="1754" actId="166"/>
          <ac:spMkLst>
            <pc:docMk/>
            <pc:sldMk cId="2431310459" sldId="274"/>
            <ac:spMk id="17" creationId="{304F1B30-FE94-0F6E-2128-0669D73C6559}"/>
          </ac:spMkLst>
        </pc:spChg>
        <pc:spChg chg="add del mod">
          <ac:chgData name="木村　湊" userId="18030a92-e387-4fb8-9fb3-56230bee2947" providerId="ADAL" clId="{030EC1B9-3EBF-44BE-81D7-2337D5F35D5C}" dt="2025-02-03T13:00:11.438" v="1680" actId="478"/>
          <ac:spMkLst>
            <pc:docMk/>
            <pc:sldMk cId="2431310459" sldId="274"/>
            <ac:spMk id="18" creationId="{0AB7B900-9671-009E-E120-6F2CB66B3DA1}"/>
          </ac:spMkLst>
        </pc:spChg>
        <pc:spChg chg="mod">
          <ac:chgData name="木村　湊" userId="18030a92-e387-4fb8-9fb3-56230bee2947" providerId="ADAL" clId="{030EC1B9-3EBF-44BE-81D7-2337D5F35D5C}" dt="2025-02-03T12:55:13.656" v="1631"/>
          <ac:spMkLst>
            <pc:docMk/>
            <pc:sldMk cId="2431310459" sldId="274"/>
            <ac:spMk id="19" creationId="{17E82AF7-721C-E7A9-2339-1E95B7C70D7E}"/>
          </ac:spMkLst>
        </pc:spChg>
        <pc:spChg chg="add del">
          <ac:chgData name="木村　湊" userId="18030a92-e387-4fb8-9fb3-56230bee2947" providerId="ADAL" clId="{030EC1B9-3EBF-44BE-81D7-2337D5F35D5C}" dt="2025-02-03T12:59:34.350" v="1672"/>
          <ac:spMkLst>
            <pc:docMk/>
            <pc:sldMk cId="2431310459" sldId="274"/>
            <ac:spMk id="22" creationId="{9F57640A-03F5-3D9A-20B1-D709D95ACB4A}"/>
          </ac:spMkLst>
        </pc:spChg>
        <pc:spChg chg="add del mod">
          <ac:chgData name="木村　湊" userId="18030a92-e387-4fb8-9fb3-56230bee2947" providerId="ADAL" clId="{030EC1B9-3EBF-44BE-81D7-2337D5F35D5C}" dt="2025-02-03T12:59:34.350" v="1672"/>
          <ac:spMkLst>
            <pc:docMk/>
            <pc:sldMk cId="2431310459" sldId="274"/>
            <ac:spMk id="23" creationId="{846D2E32-787A-BFB3-9B50-1794033039D0}"/>
          </ac:spMkLst>
        </pc:spChg>
        <pc:spChg chg="add del mod">
          <ac:chgData name="木村　湊" userId="18030a92-e387-4fb8-9fb3-56230bee2947" providerId="ADAL" clId="{030EC1B9-3EBF-44BE-81D7-2337D5F35D5C}" dt="2025-02-03T12:59:34.350" v="1672"/>
          <ac:spMkLst>
            <pc:docMk/>
            <pc:sldMk cId="2431310459" sldId="274"/>
            <ac:spMk id="24" creationId="{899B2EFB-EABC-279E-C4F2-7CE74680334A}"/>
          </ac:spMkLst>
        </pc:spChg>
        <pc:spChg chg="add del mod">
          <ac:chgData name="木村　湊" userId="18030a92-e387-4fb8-9fb3-56230bee2947" providerId="ADAL" clId="{030EC1B9-3EBF-44BE-81D7-2337D5F35D5C}" dt="2025-02-03T12:59:34.350" v="1672"/>
          <ac:spMkLst>
            <pc:docMk/>
            <pc:sldMk cId="2431310459" sldId="274"/>
            <ac:spMk id="25" creationId="{E3536278-F485-3553-CAA3-342D39B424F2}"/>
          </ac:spMkLst>
        </pc:spChg>
        <pc:spChg chg="add del mod">
          <ac:chgData name="木村　湊" userId="18030a92-e387-4fb8-9fb3-56230bee2947" providerId="ADAL" clId="{030EC1B9-3EBF-44BE-81D7-2337D5F35D5C}" dt="2025-02-03T12:59:34.350" v="1672"/>
          <ac:spMkLst>
            <pc:docMk/>
            <pc:sldMk cId="2431310459" sldId="274"/>
            <ac:spMk id="26" creationId="{C6D15F8A-D3AA-6D6F-2750-CAA51788CF36}"/>
          </ac:spMkLst>
        </pc:spChg>
        <pc:spChg chg="add del mod">
          <ac:chgData name="木村　湊" userId="18030a92-e387-4fb8-9fb3-56230bee2947" providerId="ADAL" clId="{030EC1B9-3EBF-44BE-81D7-2337D5F35D5C}" dt="2025-02-03T12:59:34.350" v="1672"/>
          <ac:spMkLst>
            <pc:docMk/>
            <pc:sldMk cId="2431310459" sldId="274"/>
            <ac:spMk id="27" creationId="{E1ED492A-5408-0199-0DCE-A8EDAC2D18E6}"/>
          </ac:spMkLst>
        </pc:spChg>
        <pc:spChg chg="del mod">
          <ac:chgData name="木村　湊" userId="18030a92-e387-4fb8-9fb3-56230bee2947" providerId="ADAL" clId="{030EC1B9-3EBF-44BE-81D7-2337D5F35D5C}" dt="2025-02-03T12:59:58.292" v="1677"/>
          <ac:spMkLst>
            <pc:docMk/>
            <pc:sldMk cId="2431310459" sldId="274"/>
            <ac:spMk id="28" creationId="{2A5B6EC1-BD86-AD19-F33E-26423677A05E}"/>
          </ac:spMkLst>
        </pc:spChg>
        <pc:spChg chg="add del mod ord">
          <ac:chgData name="木村　湊" userId="18030a92-e387-4fb8-9fb3-56230bee2947" providerId="ADAL" clId="{030EC1B9-3EBF-44BE-81D7-2337D5F35D5C}" dt="2025-02-03T13:07:28.294" v="1750"/>
          <ac:spMkLst>
            <pc:docMk/>
            <pc:sldMk cId="2431310459" sldId="274"/>
            <ac:spMk id="30" creationId="{9A0048AE-0550-84FF-3E31-6D62DFB99B83}"/>
          </ac:spMkLst>
        </pc:spChg>
        <pc:spChg chg="add del mod">
          <ac:chgData name="木村　湊" userId="18030a92-e387-4fb8-9fb3-56230bee2947" providerId="ADAL" clId="{030EC1B9-3EBF-44BE-81D7-2337D5F35D5C}" dt="2025-02-03T13:02:11.606" v="1703" actId="478"/>
          <ac:spMkLst>
            <pc:docMk/>
            <pc:sldMk cId="2431310459" sldId="274"/>
            <ac:spMk id="31" creationId="{13D916C6-0029-3F0F-2C70-92ACC9F8A001}"/>
          </ac:spMkLst>
        </pc:spChg>
        <pc:spChg chg="add del mod">
          <ac:chgData name="木村　湊" userId="18030a92-e387-4fb8-9fb3-56230bee2947" providerId="ADAL" clId="{030EC1B9-3EBF-44BE-81D7-2337D5F35D5C}" dt="2025-02-03T13:07:20.963" v="1749"/>
          <ac:spMkLst>
            <pc:docMk/>
            <pc:sldMk cId="2431310459" sldId="274"/>
            <ac:spMk id="32" creationId="{D0C721AE-1C26-9801-064E-09C3078C5715}"/>
          </ac:spMkLst>
        </pc:spChg>
        <pc:spChg chg="add del mod">
          <ac:chgData name="木村　湊" userId="18030a92-e387-4fb8-9fb3-56230bee2947" providerId="ADAL" clId="{030EC1B9-3EBF-44BE-81D7-2337D5F35D5C}" dt="2025-02-03T13:07:20.963" v="1749"/>
          <ac:spMkLst>
            <pc:docMk/>
            <pc:sldMk cId="2431310459" sldId="274"/>
            <ac:spMk id="33" creationId="{74E62BF1-D97F-6B4D-E237-C37612B7CDCE}"/>
          </ac:spMkLst>
        </pc:spChg>
        <pc:spChg chg="mod">
          <ac:chgData name="木村　湊" userId="18030a92-e387-4fb8-9fb3-56230bee2947" providerId="ADAL" clId="{030EC1B9-3EBF-44BE-81D7-2337D5F35D5C}" dt="2025-02-03T13:05:12.749" v="1738"/>
          <ac:spMkLst>
            <pc:docMk/>
            <pc:sldMk cId="2431310459" sldId="274"/>
            <ac:spMk id="34" creationId="{DA1486D8-6722-7887-3249-BB7FE5E55C59}"/>
          </ac:spMkLst>
        </pc:spChg>
        <pc:spChg chg="del mod">
          <ac:chgData name="木村　湊" userId="18030a92-e387-4fb8-9fb3-56230bee2947" providerId="ADAL" clId="{030EC1B9-3EBF-44BE-81D7-2337D5F35D5C}" dt="2025-02-03T13:07:28.294" v="1750"/>
          <ac:spMkLst>
            <pc:docMk/>
            <pc:sldMk cId="2431310459" sldId="274"/>
            <ac:spMk id="35" creationId="{FA7F28A3-5606-0691-EE5D-CA0E99270AD5}"/>
          </ac:spMkLst>
        </pc:spChg>
        <pc:spChg chg="mod ord">
          <ac:chgData name="木村　湊" userId="18030a92-e387-4fb8-9fb3-56230bee2947" providerId="ADAL" clId="{030EC1B9-3EBF-44BE-81D7-2337D5F35D5C}" dt="2025-02-03T13:08:24.242" v="1756" actId="208"/>
          <ac:spMkLst>
            <pc:docMk/>
            <pc:sldMk cId="2431310459" sldId="274"/>
            <ac:spMk id="36" creationId="{CDDFC6BC-A8A0-2622-AFE6-B56067FA5E9D}"/>
          </ac:spMkLst>
        </pc:spChg>
        <pc:spChg chg="add mod">
          <ac:chgData name="木村　湊" userId="18030a92-e387-4fb8-9fb3-56230bee2947" providerId="ADAL" clId="{030EC1B9-3EBF-44BE-81D7-2337D5F35D5C}" dt="2025-02-03T13:29:45.815" v="2552" actId="1076"/>
          <ac:spMkLst>
            <pc:docMk/>
            <pc:sldMk cId="2431310459" sldId="274"/>
            <ac:spMk id="37" creationId="{73AA8112-90A1-B8DA-DDE6-CC75190522FA}"/>
          </ac:spMkLst>
        </pc:spChg>
        <pc:spChg chg="add mod">
          <ac:chgData name="木村　湊" userId="18030a92-e387-4fb8-9fb3-56230bee2947" providerId="ADAL" clId="{030EC1B9-3EBF-44BE-81D7-2337D5F35D5C}" dt="2025-02-03T13:38:35.163" v="2677" actId="1076"/>
          <ac:spMkLst>
            <pc:docMk/>
            <pc:sldMk cId="2431310459" sldId="274"/>
            <ac:spMk id="39" creationId="{73D6C13D-6A98-4359-E43A-8A7B34561B2E}"/>
          </ac:spMkLst>
        </pc:spChg>
        <pc:spChg chg="add mod">
          <ac:chgData name="木村　湊" userId="18030a92-e387-4fb8-9fb3-56230bee2947" providerId="ADAL" clId="{030EC1B9-3EBF-44BE-81D7-2337D5F35D5C}" dt="2025-02-03T13:38:32.873" v="2676" actId="1076"/>
          <ac:spMkLst>
            <pc:docMk/>
            <pc:sldMk cId="2431310459" sldId="274"/>
            <ac:spMk id="41" creationId="{9A118D9B-1446-FA62-132D-BAFD545731DB}"/>
          </ac:spMkLst>
        </pc:spChg>
        <pc:spChg chg="add mod">
          <ac:chgData name="木村　湊" userId="18030a92-e387-4fb8-9fb3-56230bee2947" providerId="ADAL" clId="{030EC1B9-3EBF-44BE-81D7-2337D5F35D5C}" dt="2025-02-03T13:38:25.479" v="2674" actId="1076"/>
          <ac:spMkLst>
            <pc:docMk/>
            <pc:sldMk cId="2431310459" sldId="274"/>
            <ac:spMk id="43" creationId="{2516533F-B706-70D9-D768-5BEF3AF8656F}"/>
          </ac:spMkLst>
        </pc:spChg>
        <pc:spChg chg="add mod">
          <ac:chgData name="木村　湊" userId="18030a92-e387-4fb8-9fb3-56230bee2947" providerId="ADAL" clId="{030EC1B9-3EBF-44BE-81D7-2337D5F35D5C}" dt="2025-02-03T13:38:29.803" v="2675" actId="1076"/>
          <ac:spMkLst>
            <pc:docMk/>
            <pc:sldMk cId="2431310459" sldId="274"/>
            <ac:spMk id="44" creationId="{D227ABF6-1D05-271A-F46F-FE2A3B105BA0}"/>
          </ac:spMkLst>
        </pc:spChg>
        <pc:spChg chg="add mod">
          <ac:chgData name="木村　湊" userId="18030a92-e387-4fb8-9fb3-56230bee2947" providerId="ADAL" clId="{030EC1B9-3EBF-44BE-81D7-2337D5F35D5C}" dt="2025-02-03T13:38:15.713" v="2672" actId="1076"/>
          <ac:spMkLst>
            <pc:docMk/>
            <pc:sldMk cId="2431310459" sldId="274"/>
            <ac:spMk id="45" creationId="{1E9AACBB-A496-F116-240D-0E9F358AE71A}"/>
          </ac:spMkLst>
        </pc:spChg>
        <pc:spChg chg="add mod">
          <ac:chgData name="木村　湊" userId="18030a92-e387-4fb8-9fb3-56230bee2947" providerId="ADAL" clId="{030EC1B9-3EBF-44BE-81D7-2337D5F35D5C}" dt="2025-02-03T13:38:20.495" v="2673" actId="1076"/>
          <ac:spMkLst>
            <pc:docMk/>
            <pc:sldMk cId="2431310459" sldId="274"/>
            <ac:spMk id="47" creationId="{A6C7DEE2-1E7D-90A3-F54A-8B690BBE6032}"/>
          </ac:spMkLst>
        </pc:spChg>
        <pc:picChg chg="add mod ord">
          <ac:chgData name="木村　湊" userId="18030a92-e387-4fb8-9fb3-56230bee2947" providerId="ADAL" clId="{030EC1B9-3EBF-44BE-81D7-2337D5F35D5C}" dt="2025-02-03T13:05:12.293" v="1737" actId="171"/>
          <ac:picMkLst>
            <pc:docMk/>
            <pc:sldMk cId="2431310459" sldId="274"/>
            <ac:picMk id="12" creationId="{598485C5-D472-379A-0DE5-8F8DA34C4B18}"/>
          </ac:picMkLst>
        </pc:picChg>
        <pc:picChg chg="add del mod modCrop">
          <ac:chgData name="木村　湊" userId="18030a92-e387-4fb8-9fb3-56230bee2947" providerId="ADAL" clId="{030EC1B9-3EBF-44BE-81D7-2337D5F35D5C}" dt="2025-02-03T12:59:58.292" v="1677"/>
          <ac:picMkLst>
            <pc:docMk/>
            <pc:sldMk cId="2431310459" sldId="274"/>
            <ac:picMk id="21" creationId="{3445DF65-282F-F0F1-5501-4158FED9A01F}"/>
          </ac:picMkLst>
        </pc:picChg>
        <pc:picChg chg="mod ord">
          <ac:chgData name="木村　湊" userId="18030a92-e387-4fb8-9fb3-56230bee2947" providerId="ADAL" clId="{030EC1B9-3EBF-44BE-81D7-2337D5F35D5C}" dt="2025-02-03T13:05:35.663" v="1743" actId="1076"/>
          <ac:picMkLst>
            <pc:docMk/>
            <pc:sldMk cId="2431310459" sldId="274"/>
            <ac:picMk id="29" creationId="{41616C33-F1AC-7562-3523-5D065209B0FD}"/>
          </ac:picMkLst>
        </pc:picChg>
      </pc:sldChg>
      <pc:sldChg chg="modSp add del mod modTransition">
        <pc:chgData name="木村　湊" userId="18030a92-e387-4fb8-9fb3-56230bee2947" providerId="ADAL" clId="{030EC1B9-3EBF-44BE-81D7-2337D5F35D5C}" dt="2025-02-03T13:56:17.667" v="2779"/>
        <pc:sldMkLst>
          <pc:docMk/>
          <pc:sldMk cId="10118057" sldId="275"/>
        </pc:sldMkLst>
        <pc:spChg chg="mod">
          <ac:chgData name="木村　湊" userId="18030a92-e387-4fb8-9fb3-56230bee2947" providerId="ADAL" clId="{030EC1B9-3EBF-44BE-81D7-2337D5F35D5C}" dt="2025-02-03T13:40:43.969" v="2690" actId="404"/>
          <ac:spMkLst>
            <pc:docMk/>
            <pc:sldMk cId="10118057" sldId="275"/>
            <ac:spMk id="9" creationId="{EC7F3207-2418-494B-D8F8-5315B55C9A7F}"/>
          </ac:spMkLst>
        </pc:spChg>
        <pc:spChg chg="mod">
          <ac:chgData name="木村　湊" userId="18030a92-e387-4fb8-9fb3-56230bee2947" providerId="ADAL" clId="{030EC1B9-3EBF-44BE-81D7-2337D5F35D5C}" dt="2025-02-03T13:40:41.961" v="2686" actId="14100"/>
          <ac:spMkLst>
            <pc:docMk/>
            <pc:sldMk cId="10118057" sldId="275"/>
            <ac:spMk id="11" creationId="{243FB379-F4C5-AC2D-EBE7-B4E69C440333}"/>
          </ac:spMkLst>
        </pc:spChg>
      </pc:sldChg>
      <pc:sldChg chg="modSp add mod modTransition">
        <pc:chgData name="木村　湊" userId="18030a92-e387-4fb8-9fb3-56230bee2947" providerId="ADAL" clId="{030EC1B9-3EBF-44BE-81D7-2337D5F35D5C}" dt="2025-02-03T13:56:22.318" v="2781"/>
        <pc:sldMkLst>
          <pc:docMk/>
          <pc:sldMk cId="1065602074" sldId="276"/>
        </pc:sldMkLst>
        <pc:spChg chg="mod">
          <ac:chgData name="木村　湊" userId="18030a92-e387-4fb8-9fb3-56230bee2947" providerId="ADAL" clId="{030EC1B9-3EBF-44BE-81D7-2337D5F35D5C}" dt="2025-02-03T13:40:57.128" v="2697" actId="404"/>
          <ac:spMkLst>
            <pc:docMk/>
            <pc:sldMk cId="1065602074" sldId="276"/>
            <ac:spMk id="9" creationId="{ECA6ABEB-1534-CCE4-1E98-D76F6E15F121}"/>
          </ac:spMkLst>
        </pc:spChg>
        <pc:spChg chg="mod">
          <ac:chgData name="木村　湊" userId="18030a92-e387-4fb8-9fb3-56230bee2947" providerId="ADAL" clId="{030EC1B9-3EBF-44BE-81D7-2337D5F35D5C}" dt="2025-02-03T13:41:18.198" v="2700" actId="208"/>
          <ac:spMkLst>
            <pc:docMk/>
            <pc:sldMk cId="1065602074" sldId="276"/>
            <ac:spMk id="11" creationId="{4662C125-29BC-0D99-5F64-BC4A3CA37A07}"/>
          </ac:spMkLst>
        </pc:spChg>
      </pc:sldChg>
      <pc:sldChg chg="modSp add mod ord modTransition">
        <pc:chgData name="木村　湊" userId="18030a92-e387-4fb8-9fb3-56230bee2947" providerId="ADAL" clId="{030EC1B9-3EBF-44BE-81D7-2337D5F35D5C}" dt="2025-02-03T13:56:27.828" v="2785"/>
        <pc:sldMkLst>
          <pc:docMk/>
          <pc:sldMk cId="2886372396" sldId="277"/>
        </pc:sldMkLst>
        <pc:spChg chg="mod">
          <ac:chgData name="木村　湊" userId="18030a92-e387-4fb8-9fb3-56230bee2947" providerId="ADAL" clId="{030EC1B9-3EBF-44BE-81D7-2337D5F35D5C}" dt="2025-02-03T13:42:36.583" v="2703" actId="1076"/>
          <ac:spMkLst>
            <pc:docMk/>
            <pc:sldMk cId="2886372396" sldId="277"/>
            <ac:spMk id="9" creationId="{6CEDE1CA-B464-C8B9-A261-E0D042F8ECDF}"/>
          </ac:spMkLst>
        </pc:spChg>
        <pc:spChg chg="mod">
          <ac:chgData name="木村　湊" userId="18030a92-e387-4fb8-9fb3-56230bee2947" providerId="ADAL" clId="{030EC1B9-3EBF-44BE-81D7-2337D5F35D5C}" dt="2025-02-03T13:42:43.197" v="2704" actId="1076"/>
          <ac:spMkLst>
            <pc:docMk/>
            <pc:sldMk cId="2886372396" sldId="277"/>
            <ac:spMk id="11" creationId="{7750730D-4F45-886B-3E5A-E1F9B81403B0}"/>
          </ac:spMkLst>
        </pc:spChg>
      </pc:sldChg>
      <pc:sldChg chg="modSp add mod modTransition">
        <pc:chgData name="木村　湊" userId="18030a92-e387-4fb8-9fb3-56230bee2947" providerId="ADAL" clId="{030EC1B9-3EBF-44BE-81D7-2337D5F35D5C}" dt="2025-02-03T13:56:32.741" v="2789"/>
        <pc:sldMkLst>
          <pc:docMk/>
          <pc:sldMk cId="2790651344" sldId="278"/>
        </pc:sldMkLst>
        <pc:spChg chg="mod">
          <ac:chgData name="木村　湊" userId="18030a92-e387-4fb8-9fb3-56230bee2947" providerId="ADAL" clId="{030EC1B9-3EBF-44BE-81D7-2337D5F35D5C}" dt="2025-02-03T13:43:00.925" v="2710" actId="14100"/>
          <ac:spMkLst>
            <pc:docMk/>
            <pc:sldMk cId="2790651344" sldId="278"/>
            <ac:spMk id="10" creationId="{27D25994-D7AD-E81D-5472-3FFC9CDE0E74}"/>
          </ac:spMkLst>
        </pc:spChg>
        <pc:spChg chg="mod">
          <ac:chgData name="木村　湊" userId="18030a92-e387-4fb8-9fb3-56230bee2947" providerId="ADAL" clId="{030EC1B9-3EBF-44BE-81D7-2337D5F35D5C}" dt="2025-02-03T13:43:23.997" v="2713" actId="208"/>
          <ac:spMkLst>
            <pc:docMk/>
            <pc:sldMk cId="2790651344" sldId="278"/>
            <ac:spMk id="11" creationId="{ACCDD6C1-FD12-FB22-DA5F-9E3895EFBB30}"/>
          </ac:spMkLst>
        </pc:spChg>
      </pc:sldChg>
      <pc:sldChg chg="addSp delSp modSp new mod modTransition modAnim">
        <pc:chgData name="木村　湊" userId="18030a92-e387-4fb8-9fb3-56230bee2947" providerId="ADAL" clId="{030EC1B9-3EBF-44BE-81D7-2337D5F35D5C}" dt="2025-02-03T15:19:05.382" v="5775"/>
        <pc:sldMkLst>
          <pc:docMk/>
          <pc:sldMk cId="128305907" sldId="279"/>
        </pc:sldMkLst>
        <pc:spChg chg="add del">
          <ac:chgData name="木村　湊" userId="18030a92-e387-4fb8-9fb3-56230bee2947" providerId="ADAL" clId="{030EC1B9-3EBF-44BE-81D7-2337D5F35D5C}" dt="2025-02-03T13:51:00.730" v="2725"/>
          <ac:spMkLst>
            <pc:docMk/>
            <pc:sldMk cId="128305907" sldId="279"/>
            <ac:spMk id="4" creationId="{E08FAF52-2B22-AF39-2863-82AAF323611B}"/>
          </ac:spMkLst>
        </pc:spChg>
        <pc:spChg chg="add del mod">
          <ac:chgData name="木村　湊" userId="18030a92-e387-4fb8-9fb3-56230bee2947" providerId="ADAL" clId="{030EC1B9-3EBF-44BE-81D7-2337D5F35D5C}" dt="2025-02-03T13:51:00.730" v="2725"/>
          <ac:spMkLst>
            <pc:docMk/>
            <pc:sldMk cId="128305907" sldId="279"/>
            <ac:spMk id="5" creationId="{76FAA7DD-2948-CFA5-364E-59EC618EF82B}"/>
          </ac:spMkLst>
        </pc:spChg>
        <pc:spChg chg="add del mod">
          <ac:chgData name="木村　湊" userId="18030a92-e387-4fb8-9fb3-56230bee2947" providerId="ADAL" clId="{030EC1B9-3EBF-44BE-81D7-2337D5F35D5C}" dt="2025-02-03T13:51:00.730" v="2725"/>
          <ac:spMkLst>
            <pc:docMk/>
            <pc:sldMk cId="128305907" sldId="279"/>
            <ac:spMk id="6" creationId="{58C188A5-072D-1E28-D716-3A5E99965AA9}"/>
          </ac:spMkLst>
        </pc:spChg>
        <pc:spChg chg="add del mod">
          <ac:chgData name="木村　湊" userId="18030a92-e387-4fb8-9fb3-56230bee2947" providerId="ADAL" clId="{030EC1B9-3EBF-44BE-81D7-2337D5F35D5C}" dt="2025-02-03T13:51:00.730" v="2725"/>
          <ac:spMkLst>
            <pc:docMk/>
            <pc:sldMk cId="128305907" sldId="279"/>
            <ac:spMk id="7" creationId="{E9925C60-658A-8412-015A-793B70BDB846}"/>
          </ac:spMkLst>
        </pc:spChg>
        <pc:spChg chg="del mod">
          <ac:chgData name="木村　湊" userId="18030a92-e387-4fb8-9fb3-56230bee2947" providerId="ADAL" clId="{030EC1B9-3EBF-44BE-81D7-2337D5F35D5C}" dt="2025-02-03T13:51:08.157" v="2726"/>
          <ac:spMkLst>
            <pc:docMk/>
            <pc:sldMk cId="128305907" sldId="279"/>
            <ac:spMk id="8" creationId="{6364AF6B-BFC2-67F6-E914-0389AE081363}"/>
          </ac:spMkLst>
        </pc:spChg>
        <pc:spChg chg="add mod">
          <ac:chgData name="木村　湊" userId="18030a92-e387-4fb8-9fb3-56230bee2947" providerId="ADAL" clId="{030EC1B9-3EBF-44BE-81D7-2337D5F35D5C}" dt="2025-02-03T13:52:16.076" v="2740" actId="1076"/>
          <ac:spMkLst>
            <pc:docMk/>
            <pc:sldMk cId="128305907" sldId="279"/>
            <ac:spMk id="10" creationId="{7951076E-C362-9082-7119-FDC76633139B}"/>
          </ac:spMkLst>
        </pc:spChg>
        <pc:spChg chg="add mod">
          <ac:chgData name="木村　湊" userId="18030a92-e387-4fb8-9fb3-56230bee2947" providerId="ADAL" clId="{030EC1B9-3EBF-44BE-81D7-2337D5F35D5C}" dt="2025-02-03T14:01:23.543" v="2995" actId="1076"/>
          <ac:spMkLst>
            <pc:docMk/>
            <pc:sldMk cId="128305907" sldId="279"/>
            <ac:spMk id="11" creationId="{2D245E0C-D310-842F-7408-5A4A4883C086}"/>
          </ac:spMkLst>
        </pc:spChg>
        <pc:spChg chg="add mod">
          <ac:chgData name="木村　湊" userId="18030a92-e387-4fb8-9fb3-56230bee2947" providerId="ADAL" clId="{030EC1B9-3EBF-44BE-81D7-2337D5F35D5C}" dt="2025-02-03T13:52:24.653" v="2742"/>
          <ac:spMkLst>
            <pc:docMk/>
            <pc:sldMk cId="128305907" sldId="279"/>
            <ac:spMk id="12" creationId="{12CC06E6-81F6-D305-92C1-D77069C070F9}"/>
          </ac:spMkLst>
        </pc:spChg>
        <pc:spChg chg="add mod">
          <ac:chgData name="木村　湊" userId="18030a92-e387-4fb8-9fb3-56230bee2947" providerId="ADAL" clId="{030EC1B9-3EBF-44BE-81D7-2337D5F35D5C}" dt="2025-02-03T13:52:24.653" v="2742"/>
          <ac:spMkLst>
            <pc:docMk/>
            <pc:sldMk cId="128305907" sldId="279"/>
            <ac:spMk id="13" creationId="{E7EA4003-7919-B425-4E97-3C07AEFDA373}"/>
          </ac:spMkLst>
        </pc:spChg>
        <pc:spChg chg="add mod">
          <ac:chgData name="木村　湊" userId="18030a92-e387-4fb8-9fb3-56230bee2947" providerId="ADAL" clId="{030EC1B9-3EBF-44BE-81D7-2337D5F35D5C}" dt="2025-02-03T14:25:34.045" v="4020" actId="20577"/>
          <ac:spMkLst>
            <pc:docMk/>
            <pc:sldMk cId="128305907" sldId="279"/>
            <ac:spMk id="14" creationId="{05D3E06C-845C-D4BD-4AD7-6417C73D4CE0}"/>
          </ac:spMkLst>
        </pc:spChg>
        <pc:spChg chg="add mod">
          <ac:chgData name="木村　湊" userId="18030a92-e387-4fb8-9fb3-56230bee2947" providerId="ADAL" clId="{030EC1B9-3EBF-44BE-81D7-2337D5F35D5C}" dt="2025-02-03T14:06:02.183" v="3033" actId="1076"/>
          <ac:spMkLst>
            <pc:docMk/>
            <pc:sldMk cId="128305907" sldId="279"/>
            <ac:spMk id="15" creationId="{E29177C4-674B-D302-38C9-A916C7095162}"/>
          </ac:spMkLst>
        </pc:spChg>
        <pc:spChg chg="add mod ord">
          <ac:chgData name="木村　湊" userId="18030a92-e387-4fb8-9fb3-56230bee2947" providerId="ADAL" clId="{030EC1B9-3EBF-44BE-81D7-2337D5F35D5C}" dt="2025-02-03T14:06:02.183" v="3033" actId="1076"/>
          <ac:spMkLst>
            <pc:docMk/>
            <pc:sldMk cId="128305907" sldId="279"/>
            <ac:spMk id="16" creationId="{E7276EB3-815A-DED5-2D5C-38035397F222}"/>
          </ac:spMkLst>
        </pc:spChg>
        <pc:spChg chg="add mod">
          <ac:chgData name="木村　湊" userId="18030a92-e387-4fb8-9fb3-56230bee2947" providerId="ADAL" clId="{030EC1B9-3EBF-44BE-81D7-2337D5F35D5C}" dt="2025-02-03T14:11:17.459" v="3456" actId="14100"/>
          <ac:spMkLst>
            <pc:docMk/>
            <pc:sldMk cId="128305907" sldId="279"/>
            <ac:spMk id="17" creationId="{94683494-24CE-04BA-545E-0AB45CF0AE79}"/>
          </ac:spMkLst>
        </pc:spChg>
        <pc:spChg chg="add mod">
          <ac:chgData name="木村　湊" userId="18030a92-e387-4fb8-9fb3-56230bee2947" providerId="ADAL" clId="{030EC1B9-3EBF-44BE-81D7-2337D5F35D5C}" dt="2025-02-03T14:15:31.744" v="3746" actId="20577"/>
          <ac:spMkLst>
            <pc:docMk/>
            <pc:sldMk cId="128305907" sldId="279"/>
            <ac:spMk id="18" creationId="{59607E68-A609-F941-1C25-22EF013822FC}"/>
          </ac:spMkLst>
        </pc:spChg>
        <pc:spChg chg="add mod">
          <ac:chgData name="木村　湊" userId="18030a92-e387-4fb8-9fb3-56230bee2947" providerId="ADAL" clId="{030EC1B9-3EBF-44BE-81D7-2337D5F35D5C}" dt="2025-02-03T14:14:26.785" v="3672" actId="14100"/>
          <ac:spMkLst>
            <pc:docMk/>
            <pc:sldMk cId="128305907" sldId="279"/>
            <ac:spMk id="19" creationId="{4C79ECF5-C5F7-7593-3805-0FC05C7822E0}"/>
          </ac:spMkLst>
        </pc:spChg>
        <pc:spChg chg="add mod">
          <ac:chgData name="木村　湊" userId="18030a92-e387-4fb8-9fb3-56230bee2947" providerId="ADAL" clId="{030EC1B9-3EBF-44BE-81D7-2337D5F35D5C}" dt="2025-02-03T14:21:10.617" v="3926" actId="1076"/>
          <ac:spMkLst>
            <pc:docMk/>
            <pc:sldMk cId="128305907" sldId="279"/>
            <ac:spMk id="25" creationId="{C93A6275-712F-6A56-8820-8EB4CB80968E}"/>
          </ac:spMkLst>
        </pc:spChg>
        <pc:spChg chg="add mod">
          <ac:chgData name="木村　湊" userId="18030a92-e387-4fb8-9fb3-56230bee2947" providerId="ADAL" clId="{030EC1B9-3EBF-44BE-81D7-2337D5F35D5C}" dt="2025-02-03T14:21:37.474" v="3944" actId="1076"/>
          <ac:spMkLst>
            <pc:docMk/>
            <pc:sldMk cId="128305907" sldId="279"/>
            <ac:spMk id="26" creationId="{55FC0E54-25AE-F67B-E8D8-FA30A54AF105}"/>
          </ac:spMkLst>
        </pc:spChg>
        <pc:spChg chg="add mod">
          <ac:chgData name="木村　湊" userId="18030a92-e387-4fb8-9fb3-56230bee2947" providerId="ADAL" clId="{030EC1B9-3EBF-44BE-81D7-2337D5F35D5C}" dt="2025-02-03T14:23:16.341" v="4016" actId="14100"/>
          <ac:spMkLst>
            <pc:docMk/>
            <pc:sldMk cId="128305907" sldId="279"/>
            <ac:spMk id="27" creationId="{5BA89DC4-DEAC-1967-9C91-76B4119D3BE7}"/>
          </ac:spMkLst>
        </pc:spChg>
        <pc:spChg chg="add mod">
          <ac:chgData name="木村　湊" userId="18030a92-e387-4fb8-9fb3-56230bee2947" providerId="ADAL" clId="{030EC1B9-3EBF-44BE-81D7-2337D5F35D5C}" dt="2025-02-03T14:23:10.333" v="4015" actId="20577"/>
          <ac:spMkLst>
            <pc:docMk/>
            <pc:sldMk cId="128305907" sldId="279"/>
            <ac:spMk id="28" creationId="{EEEFBD09-0768-1226-6E32-2CE2979DCA71}"/>
          </ac:spMkLst>
        </pc:spChg>
        <pc:spChg chg="add mod">
          <ac:chgData name="木村　湊" userId="18030a92-e387-4fb8-9fb3-56230bee2947" providerId="ADAL" clId="{030EC1B9-3EBF-44BE-81D7-2337D5F35D5C}" dt="2025-02-03T14:48:05.864" v="4852" actId="2711"/>
          <ac:spMkLst>
            <pc:docMk/>
            <pc:sldMk cId="128305907" sldId="279"/>
            <ac:spMk id="29" creationId="{3EBEBB0D-0484-991C-CC2F-AA73B5A2ADF6}"/>
          </ac:spMkLst>
        </pc:spChg>
        <pc:picChg chg="add del">
          <ac:chgData name="木村　湊" userId="18030a92-e387-4fb8-9fb3-56230bee2947" providerId="ADAL" clId="{030EC1B9-3EBF-44BE-81D7-2337D5F35D5C}" dt="2025-02-03T13:51:08.157" v="2726"/>
          <ac:picMkLst>
            <pc:docMk/>
            <pc:sldMk cId="128305907" sldId="279"/>
            <ac:picMk id="3" creationId="{651CF07B-055C-0A50-2E64-42383EDDD2D0}"/>
          </ac:picMkLst>
        </pc:picChg>
        <pc:picChg chg="mod">
          <ac:chgData name="木村　湊" userId="18030a92-e387-4fb8-9fb3-56230bee2947" providerId="ADAL" clId="{030EC1B9-3EBF-44BE-81D7-2337D5F35D5C}" dt="2025-02-03T14:01:31.787" v="2996" actId="1076"/>
          <ac:picMkLst>
            <pc:docMk/>
            <pc:sldMk cId="128305907" sldId="279"/>
            <ac:picMk id="9" creationId="{9946CA7D-79EB-7998-AE41-BBD98BC5C40C}"/>
          </ac:picMkLst>
        </pc:picChg>
        <pc:picChg chg="add mod">
          <ac:chgData name="木村　湊" userId="18030a92-e387-4fb8-9fb3-56230bee2947" providerId="ADAL" clId="{030EC1B9-3EBF-44BE-81D7-2337D5F35D5C}" dt="2025-02-03T14:18:08.053" v="3759" actId="1076"/>
          <ac:picMkLst>
            <pc:docMk/>
            <pc:sldMk cId="128305907" sldId="279"/>
            <ac:picMk id="21" creationId="{D2634AC2-43F9-1446-D42E-3DC306D9D610}"/>
          </ac:picMkLst>
        </pc:picChg>
        <pc:picChg chg="add mod">
          <ac:chgData name="木村　湊" userId="18030a92-e387-4fb8-9fb3-56230bee2947" providerId="ADAL" clId="{030EC1B9-3EBF-44BE-81D7-2337D5F35D5C}" dt="2025-02-03T14:18:03.246" v="3758" actId="14100"/>
          <ac:picMkLst>
            <pc:docMk/>
            <pc:sldMk cId="128305907" sldId="279"/>
            <ac:picMk id="23" creationId="{A3F07F27-D822-DF5E-D681-0E6958D5A134}"/>
          </ac:picMkLst>
        </pc:picChg>
      </pc:sldChg>
      <pc:sldChg chg="addSp delSp modSp add mod modTransition delAnim modAnim">
        <pc:chgData name="木村　湊" userId="18030a92-e387-4fb8-9fb3-56230bee2947" providerId="ADAL" clId="{030EC1B9-3EBF-44BE-81D7-2337D5F35D5C}" dt="2025-02-03T15:19:12.290" v="5776"/>
        <pc:sldMkLst>
          <pc:docMk/>
          <pc:sldMk cId="2495403871" sldId="280"/>
        </pc:sldMkLst>
        <pc:spChg chg="add mod">
          <ac:chgData name="木村　湊" userId="18030a92-e387-4fb8-9fb3-56230bee2947" providerId="ADAL" clId="{030EC1B9-3EBF-44BE-81D7-2337D5F35D5C}" dt="2025-02-03T14:32:06.403" v="4317" actId="14100"/>
          <ac:spMkLst>
            <pc:docMk/>
            <pc:sldMk cId="2495403871" sldId="280"/>
            <ac:spMk id="2" creationId="{3AF08FA7-FAD6-18F5-B982-6A9BB55915F4}"/>
          </ac:spMkLst>
        </pc:spChg>
        <pc:spChg chg="add mod">
          <ac:chgData name="木村　湊" userId="18030a92-e387-4fb8-9fb3-56230bee2947" providerId="ADAL" clId="{030EC1B9-3EBF-44BE-81D7-2337D5F35D5C}" dt="2025-02-03T14:33:37.918" v="4454" actId="20577"/>
          <ac:spMkLst>
            <pc:docMk/>
            <pc:sldMk cId="2495403871" sldId="280"/>
            <ac:spMk id="3" creationId="{81D655FC-2257-171D-DA80-6F7476F645AB}"/>
          </ac:spMkLst>
        </pc:spChg>
        <pc:spChg chg="add mod">
          <ac:chgData name="木村　湊" userId="18030a92-e387-4fb8-9fb3-56230bee2947" providerId="ADAL" clId="{030EC1B9-3EBF-44BE-81D7-2337D5F35D5C}" dt="2025-02-03T14:36:49.441" v="4471"/>
          <ac:spMkLst>
            <pc:docMk/>
            <pc:sldMk cId="2495403871" sldId="280"/>
            <ac:spMk id="4" creationId="{41BF82A5-71AF-B6A9-E7B6-3C937D16DF62}"/>
          </ac:spMkLst>
        </pc:spChg>
        <pc:spChg chg="mod">
          <ac:chgData name="木村　湊" userId="18030a92-e387-4fb8-9fb3-56230bee2947" providerId="ADAL" clId="{030EC1B9-3EBF-44BE-81D7-2337D5F35D5C}" dt="2025-02-03T14:38:03.708" v="4483" actId="1076"/>
          <ac:spMkLst>
            <pc:docMk/>
            <pc:sldMk cId="2495403871" sldId="280"/>
            <ac:spMk id="12" creationId="{9FB082F0-F127-4044-0401-3787A0E597FD}"/>
          </ac:spMkLst>
        </pc:spChg>
        <pc:spChg chg="del">
          <ac:chgData name="木村　湊" userId="18030a92-e387-4fb8-9fb3-56230bee2947" providerId="ADAL" clId="{030EC1B9-3EBF-44BE-81D7-2337D5F35D5C}" dt="2025-02-03T14:30:05.889" v="4112" actId="478"/>
          <ac:spMkLst>
            <pc:docMk/>
            <pc:sldMk cId="2495403871" sldId="280"/>
            <ac:spMk id="14" creationId="{9CA648E7-071F-A333-BABF-3FE825FD53CA}"/>
          </ac:spMkLst>
        </pc:spChg>
        <pc:spChg chg="del">
          <ac:chgData name="木村　湊" userId="18030a92-e387-4fb8-9fb3-56230bee2947" providerId="ADAL" clId="{030EC1B9-3EBF-44BE-81D7-2337D5F35D5C}" dt="2025-02-03T14:30:05.889" v="4112" actId="478"/>
          <ac:spMkLst>
            <pc:docMk/>
            <pc:sldMk cId="2495403871" sldId="280"/>
            <ac:spMk id="15" creationId="{F1992FF0-CAF5-5AD1-3DBB-7A20B1C1EC51}"/>
          </ac:spMkLst>
        </pc:spChg>
        <pc:spChg chg="del">
          <ac:chgData name="木村　湊" userId="18030a92-e387-4fb8-9fb3-56230bee2947" providerId="ADAL" clId="{030EC1B9-3EBF-44BE-81D7-2337D5F35D5C}" dt="2025-02-03T14:30:06.634" v="4113" actId="478"/>
          <ac:spMkLst>
            <pc:docMk/>
            <pc:sldMk cId="2495403871" sldId="280"/>
            <ac:spMk id="16" creationId="{3A220FC9-F935-AB63-3EDF-CA0FC0900A6E}"/>
          </ac:spMkLst>
        </pc:spChg>
        <pc:spChg chg="del">
          <ac:chgData name="木村　湊" userId="18030a92-e387-4fb8-9fb3-56230bee2947" providerId="ADAL" clId="{030EC1B9-3EBF-44BE-81D7-2337D5F35D5C}" dt="2025-02-03T14:29:58.501" v="4110" actId="478"/>
          <ac:spMkLst>
            <pc:docMk/>
            <pc:sldMk cId="2495403871" sldId="280"/>
            <ac:spMk id="17" creationId="{95BC7756-45FC-938B-E84F-DE920050F4E6}"/>
          </ac:spMkLst>
        </pc:spChg>
        <pc:spChg chg="del">
          <ac:chgData name="木村　湊" userId="18030a92-e387-4fb8-9fb3-56230bee2947" providerId="ADAL" clId="{030EC1B9-3EBF-44BE-81D7-2337D5F35D5C}" dt="2025-02-03T14:29:58.501" v="4110" actId="478"/>
          <ac:spMkLst>
            <pc:docMk/>
            <pc:sldMk cId="2495403871" sldId="280"/>
            <ac:spMk id="18" creationId="{C3C5F288-7774-4D7A-D800-0AC5D93831E9}"/>
          </ac:spMkLst>
        </pc:spChg>
        <pc:spChg chg="del">
          <ac:chgData name="木村　湊" userId="18030a92-e387-4fb8-9fb3-56230bee2947" providerId="ADAL" clId="{030EC1B9-3EBF-44BE-81D7-2337D5F35D5C}" dt="2025-02-03T14:29:58.501" v="4110" actId="478"/>
          <ac:spMkLst>
            <pc:docMk/>
            <pc:sldMk cId="2495403871" sldId="280"/>
            <ac:spMk id="19" creationId="{94CB9583-2BD8-1432-6285-D6A634936595}"/>
          </ac:spMkLst>
        </pc:spChg>
        <pc:spChg chg="del">
          <ac:chgData name="木村　湊" userId="18030a92-e387-4fb8-9fb3-56230bee2947" providerId="ADAL" clId="{030EC1B9-3EBF-44BE-81D7-2337D5F35D5C}" dt="2025-02-03T14:29:58.501" v="4110" actId="478"/>
          <ac:spMkLst>
            <pc:docMk/>
            <pc:sldMk cId="2495403871" sldId="280"/>
            <ac:spMk id="25" creationId="{15CFDF2E-1731-4048-06AE-95505382F730}"/>
          </ac:spMkLst>
        </pc:spChg>
        <pc:spChg chg="del">
          <ac:chgData name="木村　湊" userId="18030a92-e387-4fb8-9fb3-56230bee2947" providerId="ADAL" clId="{030EC1B9-3EBF-44BE-81D7-2337D5F35D5C}" dt="2025-02-03T14:29:58.501" v="4110" actId="478"/>
          <ac:spMkLst>
            <pc:docMk/>
            <pc:sldMk cId="2495403871" sldId="280"/>
            <ac:spMk id="26" creationId="{03EACCCA-0C48-3E1A-C2EE-4DAF75E5175B}"/>
          </ac:spMkLst>
        </pc:spChg>
        <pc:spChg chg="del">
          <ac:chgData name="木村　湊" userId="18030a92-e387-4fb8-9fb3-56230bee2947" providerId="ADAL" clId="{030EC1B9-3EBF-44BE-81D7-2337D5F35D5C}" dt="2025-02-03T14:29:58.501" v="4110" actId="478"/>
          <ac:spMkLst>
            <pc:docMk/>
            <pc:sldMk cId="2495403871" sldId="280"/>
            <ac:spMk id="27" creationId="{7BA1C248-8923-6EBB-6767-9547ED94C45E}"/>
          </ac:spMkLst>
        </pc:spChg>
        <pc:spChg chg="del">
          <ac:chgData name="木村　湊" userId="18030a92-e387-4fb8-9fb3-56230bee2947" providerId="ADAL" clId="{030EC1B9-3EBF-44BE-81D7-2337D5F35D5C}" dt="2025-02-03T14:29:58.501" v="4110" actId="478"/>
          <ac:spMkLst>
            <pc:docMk/>
            <pc:sldMk cId="2495403871" sldId="280"/>
            <ac:spMk id="28" creationId="{80602199-0047-60E1-9241-137C0E961D3A}"/>
          </ac:spMkLst>
        </pc:spChg>
        <pc:spChg chg="del">
          <ac:chgData name="木村　湊" userId="18030a92-e387-4fb8-9fb3-56230bee2947" providerId="ADAL" clId="{030EC1B9-3EBF-44BE-81D7-2337D5F35D5C}" dt="2025-02-03T14:29:58.501" v="4110" actId="478"/>
          <ac:spMkLst>
            <pc:docMk/>
            <pc:sldMk cId="2495403871" sldId="280"/>
            <ac:spMk id="29" creationId="{E268E69C-3B84-6E45-A13B-AB67234BAFF1}"/>
          </ac:spMkLst>
        </pc:spChg>
        <pc:spChg chg="add mod">
          <ac:chgData name="木村　湊" userId="18030a92-e387-4fb8-9fb3-56230bee2947" providerId="ADAL" clId="{030EC1B9-3EBF-44BE-81D7-2337D5F35D5C}" dt="2025-02-03T14:48:47.650" v="4853" actId="207"/>
          <ac:spMkLst>
            <pc:docMk/>
            <pc:sldMk cId="2495403871" sldId="280"/>
            <ac:spMk id="11308" creationId="{08D1EACC-3F69-A731-0FD5-69201EC64D07}"/>
          </ac:spMkLst>
        </pc:spChg>
        <pc:spChg chg="add mod">
          <ac:chgData name="木村　湊" userId="18030a92-e387-4fb8-9fb3-56230bee2947" providerId="ADAL" clId="{030EC1B9-3EBF-44BE-81D7-2337D5F35D5C}" dt="2025-02-03T14:45:07.792" v="4824" actId="1076"/>
          <ac:spMkLst>
            <pc:docMk/>
            <pc:sldMk cId="2495403871" sldId="280"/>
            <ac:spMk id="11309" creationId="{4C2231C2-3217-E3CB-3ED9-C8F7C333C41F}"/>
          </ac:spMkLst>
        </pc:spChg>
        <pc:spChg chg="add mod ord">
          <ac:chgData name="木村　湊" userId="18030a92-e387-4fb8-9fb3-56230bee2947" providerId="ADAL" clId="{030EC1B9-3EBF-44BE-81D7-2337D5F35D5C}" dt="2025-02-03T14:50:30.491" v="4898" actId="208"/>
          <ac:spMkLst>
            <pc:docMk/>
            <pc:sldMk cId="2495403871" sldId="280"/>
            <ac:spMk id="11311" creationId="{3EC6D3D7-E8E0-F412-33F1-14592EF44413}"/>
          </ac:spMkLst>
        </pc:spChg>
        <pc:grpChg chg="del mod">
          <ac:chgData name="木村　湊" userId="18030a92-e387-4fb8-9fb3-56230bee2947" providerId="ADAL" clId="{030EC1B9-3EBF-44BE-81D7-2337D5F35D5C}" dt="2025-02-03T14:43:22.435" v="4660"/>
          <ac:grpSpMkLst>
            <pc:docMk/>
            <pc:sldMk cId="2495403871" sldId="280"/>
            <ac:grpSpMk id="31" creationId="{C27B1C94-6AE8-CBCC-5428-16D824B1321F}"/>
          </ac:grpSpMkLst>
        </pc:grpChg>
        <pc:grpChg chg="del mod">
          <ac:chgData name="木村　湊" userId="18030a92-e387-4fb8-9fb3-56230bee2947" providerId="ADAL" clId="{030EC1B9-3EBF-44BE-81D7-2337D5F35D5C}" dt="2025-02-03T14:43:22.434" v="4657"/>
          <ac:grpSpMkLst>
            <pc:docMk/>
            <pc:sldMk cId="2495403871" sldId="280"/>
            <ac:grpSpMk id="47" creationId="{2ECF1BAC-685C-A8BD-DA67-359A5D448E28}"/>
          </ac:grpSpMkLst>
        </pc:grpChg>
        <pc:grpChg chg="del mod">
          <ac:chgData name="木村　湊" userId="18030a92-e387-4fb8-9fb3-56230bee2947" providerId="ADAL" clId="{030EC1B9-3EBF-44BE-81D7-2337D5F35D5C}" dt="2025-02-03T14:43:22.436" v="4663"/>
          <ac:grpSpMkLst>
            <pc:docMk/>
            <pc:sldMk cId="2495403871" sldId="280"/>
            <ac:grpSpMk id="11290" creationId="{154EA954-09A9-A2C9-7783-D804D46EE09F}"/>
          </ac:grpSpMkLst>
        </pc:grpChg>
        <pc:grpChg chg="del mod">
          <ac:chgData name="木村　湊" userId="18030a92-e387-4fb8-9fb3-56230bee2947" providerId="ADAL" clId="{030EC1B9-3EBF-44BE-81D7-2337D5F35D5C}" dt="2025-02-03T14:43:22.436" v="4665"/>
          <ac:grpSpMkLst>
            <pc:docMk/>
            <pc:sldMk cId="2495403871" sldId="280"/>
            <ac:grpSpMk id="11307" creationId="{B8D2E48F-86BE-E443-A02D-505730D2B1D4}"/>
          </ac:grpSpMkLst>
        </pc:grpChg>
        <pc:picChg chg="del">
          <ac:chgData name="木村　湊" userId="18030a92-e387-4fb8-9fb3-56230bee2947" providerId="ADAL" clId="{030EC1B9-3EBF-44BE-81D7-2337D5F35D5C}" dt="2025-02-03T14:30:03.508" v="4111" actId="478"/>
          <ac:picMkLst>
            <pc:docMk/>
            <pc:sldMk cId="2495403871" sldId="280"/>
            <ac:picMk id="9" creationId="{C09848F5-2339-C721-EF3F-402FB3161F55}"/>
          </ac:picMkLst>
        </pc:picChg>
        <pc:picChg chg="del">
          <ac:chgData name="木村　湊" userId="18030a92-e387-4fb8-9fb3-56230bee2947" providerId="ADAL" clId="{030EC1B9-3EBF-44BE-81D7-2337D5F35D5C}" dt="2025-02-03T14:29:58.501" v="4110" actId="478"/>
          <ac:picMkLst>
            <pc:docMk/>
            <pc:sldMk cId="2495403871" sldId="280"/>
            <ac:picMk id="21" creationId="{301A5DBA-2A3F-3CE0-9F06-6E301AA96249}"/>
          </ac:picMkLst>
        </pc:picChg>
        <pc:picChg chg="del">
          <ac:chgData name="木村　湊" userId="18030a92-e387-4fb8-9fb3-56230bee2947" providerId="ADAL" clId="{030EC1B9-3EBF-44BE-81D7-2337D5F35D5C}" dt="2025-02-03T14:29:58.501" v="4110" actId="478"/>
          <ac:picMkLst>
            <pc:docMk/>
            <pc:sldMk cId="2495403871" sldId="280"/>
            <ac:picMk id="23" creationId="{0FE45798-727A-D448-52B9-F0EA52876A9E}"/>
          </ac:picMkLst>
        </pc:picChg>
        <pc:picChg chg="add mod">
          <ac:chgData name="木村　湊" userId="18030a92-e387-4fb8-9fb3-56230bee2947" providerId="ADAL" clId="{030EC1B9-3EBF-44BE-81D7-2337D5F35D5C}" dt="2025-02-03T14:41:02.101" v="4498" actId="1076"/>
          <ac:picMkLst>
            <pc:docMk/>
            <pc:sldMk cId="2495403871" sldId="280"/>
            <ac:picMk id="11266" creationId="{C9175A99-ADD8-58FA-E8F4-E12857A88874}"/>
          </ac:picMkLst>
        </pc:picChg>
        <pc:picChg chg="add mod">
          <ac:chgData name="木村　湊" userId="18030a92-e387-4fb8-9fb3-56230bee2947" providerId="ADAL" clId="{030EC1B9-3EBF-44BE-81D7-2337D5F35D5C}" dt="2025-02-03T14:47:02.585" v="4850" actId="1076"/>
          <ac:picMkLst>
            <pc:docMk/>
            <pc:sldMk cId="2495403871" sldId="280"/>
            <ac:picMk id="11268" creationId="{E4C8D85F-615F-8E4B-EB4C-0B2CE7D19C85}"/>
          </ac:picMkLst>
        </pc:picChg>
        <pc:picChg chg="add mod">
          <ac:chgData name="木村　湊" userId="18030a92-e387-4fb8-9fb3-56230bee2947" providerId="ADAL" clId="{030EC1B9-3EBF-44BE-81D7-2337D5F35D5C}" dt="2025-02-03T14:41:41.177" v="4511" actId="1076"/>
          <ac:picMkLst>
            <pc:docMk/>
            <pc:sldMk cId="2495403871" sldId="280"/>
            <ac:picMk id="11270" creationId="{AA09D92B-69E1-CD97-4495-9B93ABFFED0B}"/>
          </ac:picMkLst>
        </pc:picChg>
        <pc:picChg chg="add mod">
          <ac:chgData name="木村　湊" userId="18030a92-e387-4fb8-9fb3-56230bee2947" providerId="ADAL" clId="{030EC1B9-3EBF-44BE-81D7-2337D5F35D5C}" dt="2025-02-03T14:46:57.203" v="4848" actId="1076"/>
          <ac:picMkLst>
            <pc:docMk/>
            <pc:sldMk cId="2495403871" sldId="280"/>
            <ac:picMk id="11274" creationId="{94F3C766-5865-41B0-2900-AF210D8BCD39}"/>
          </ac:picMkLst>
        </pc:picChg>
        <pc:picChg chg="add mod">
          <ac:chgData name="木村　湊" userId="18030a92-e387-4fb8-9fb3-56230bee2947" providerId="ADAL" clId="{030EC1B9-3EBF-44BE-81D7-2337D5F35D5C}" dt="2025-02-03T14:46:55.826" v="4847" actId="1076"/>
          <ac:picMkLst>
            <pc:docMk/>
            <pc:sldMk cId="2495403871" sldId="280"/>
            <ac:picMk id="11276" creationId="{B0C278D1-4F3B-BE2F-923E-3ABBB5B1790E}"/>
          </ac:picMkLst>
        </pc:picChg>
        <pc:picChg chg="add mod">
          <ac:chgData name="木村　湊" userId="18030a92-e387-4fb8-9fb3-56230bee2947" providerId="ADAL" clId="{030EC1B9-3EBF-44BE-81D7-2337D5F35D5C}" dt="2025-02-03T14:42:08.061" v="4521" actId="1076"/>
          <ac:picMkLst>
            <pc:docMk/>
            <pc:sldMk cId="2495403871" sldId="280"/>
            <ac:picMk id="11278" creationId="{7FFA6A0E-E894-BCAB-403B-C3C043481DBB}"/>
          </ac:picMkLst>
        </pc:picChg>
        <pc:picChg chg="add mod">
          <ac:chgData name="木村　湊" userId="18030a92-e387-4fb8-9fb3-56230bee2947" providerId="ADAL" clId="{030EC1B9-3EBF-44BE-81D7-2337D5F35D5C}" dt="2025-02-03T14:47:00.295" v="4849" actId="1076"/>
          <ac:picMkLst>
            <pc:docMk/>
            <pc:sldMk cId="2495403871" sldId="280"/>
            <ac:picMk id="11280" creationId="{1FAD6066-4050-3355-C19B-942811A31A84}"/>
          </ac:picMkLst>
        </pc:picChg>
        <pc:picChg chg="add mod">
          <ac:chgData name="木村　湊" userId="18030a92-e387-4fb8-9fb3-56230bee2947" providerId="ADAL" clId="{030EC1B9-3EBF-44BE-81D7-2337D5F35D5C}" dt="2025-02-03T14:46:18.415" v="4831" actId="14100"/>
          <ac:picMkLst>
            <pc:docMk/>
            <pc:sldMk cId="2495403871" sldId="280"/>
            <ac:picMk id="11282" creationId="{80318B87-3C57-AB7E-60A6-DCAA83A26CF4}"/>
          </ac:picMkLst>
        </pc:picChg>
        <pc:picChg chg="add mod">
          <ac:chgData name="木村　湊" userId="18030a92-e387-4fb8-9fb3-56230bee2947" providerId="ADAL" clId="{030EC1B9-3EBF-44BE-81D7-2337D5F35D5C}" dt="2025-02-03T14:39:30.736" v="4494"/>
          <ac:picMkLst>
            <pc:docMk/>
            <pc:sldMk cId="2495403871" sldId="280"/>
            <ac:picMk id="11284" creationId="{4EE3ABC3-60A0-23B0-6320-32F72C0AC422}"/>
          </ac:picMkLst>
        </pc:picChg>
        <pc:picChg chg="add mod">
          <ac:chgData name="木村　湊" userId="18030a92-e387-4fb8-9fb3-56230bee2947" providerId="ADAL" clId="{030EC1B9-3EBF-44BE-81D7-2337D5F35D5C}" dt="2025-02-03T14:46:27.891" v="4834" actId="1076"/>
          <ac:picMkLst>
            <pc:docMk/>
            <pc:sldMk cId="2495403871" sldId="280"/>
            <ac:picMk id="11286" creationId="{10532129-D1B2-17C0-86B3-606294BAD65B}"/>
          </ac:picMkLst>
        </pc:picChg>
        <pc:picChg chg="add mod">
          <ac:chgData name="木村　湊" userId="18030a92-e387-4fb8-9fb3-56230bee2947" providerId="ADAL" clId="{030EC1B9-3EBF-44BE-81D7-2337D5F35D5C}" dt="2025-02-03T14:46:46.179" v="4842" actId="1076"/>
          <ac:picMkLst>
            <pc:docMk/>
            <pc:sldMk cId="2495403871" sldId="280"/>
            <ac:picMk id="11310" creationId="{12604D4A-92F0-D091-4336-ED53B2E05DBB}"/>
          </ac:picMkLst>
        </pc:picChg>
        <pc:inkChg chg="add mod">
          <ac:chgData name="木村　湊" userId="18030a92-e387-4fb8-9fb3-56230bee2947" providerId="ADAL" clId="{030EC1B9-3EBF-44BE-81D7-2337D5F35D5C}" dt="2025-02-03T14:43:22.435" v="4660"/>
          <ac:inkMkLst>
            <pc:docMk/>
            <pc:sldMk cId="2495403871" sldId="280"/>
            <ac:inkMk id="5" creationId="{123AB49A-265D-A46E-853D-77C23C270E67}"/>
          </ac:inkMkLst>
        </pc:inkChg>
        <pc:inkChg chg="add del mod">
          <ac:chgData name="木村　湊" userId="18030a92-e387-4fb8-9fb3-56230bee2947" providerId="ADAL" clId="{030EC1B9-3EBF-44BE-81D7-2337D5F35D5C}" dt="2025-02-03T14:43:22.431" v="4640"/>
          <ac:inkMkLst>
            <pc:docMk/>
            <pc:sldMk cId="2495403871" sldId="280"/>
            <ac:inkMk id="6" creationId="{BBF5E7BE-9FB1-C750-83C5-CF8A0F173910}"/>
          </ac:inkMkLst>
        </pc:inkChg>
        <pc:inkChg chg="add del mod">
          <ac:chgData name="木村　湊" userId="18030a92-e387-4fb8-9fb3-56230bee2947" providerId="ADAL" clId="{030EC1B9-3EBF-44BE-81D7-2337D5F35D5C}" dt="2025-02-03T14:43:22.433" v="4650"/>
          <ac:inkMkLst>
            <pc:docMk/>
            <pc:sldMk cId="2495403871" sldId="280"/>
            <ac:inkMk id="7" creationId="{62B93E4F-75FB-9824-B817-C706EF957E07}"/>
          </ac:inkMkLst>
        </pc:inkChg>
        <pc:inkChg chg="add del mod">
          <ac:chgData name="木村　湊" userId="18030a92-e387-4fb8-9fb3-56230bee2947" providerId="ADAL" clId="{030EC1B9-3EBF-44BE-81D7-2337D5F35D5C}" dt="2025-02-03T14:43:22.426" v="4623"/>
          <ac:inkMkLst>
            <pc:docMk/>
            <pc:sldMk cId="2495403871" sldId="280"/>
            <ac:inkMk id="8" creationId="{67ED1924-85DB-6160-5FF0-E3836F5B4A9A}"/>
          </ac:inkMkLst>
        </pc:inkChg>
        <pc:inkChg chg="add del mod">
          <ac:chgData name="木村　湊" userId="18030a92-e387-4fb8-9fb3-56230bee2947" providerId="ADAL" clId="{030EC1B9-3EBF-44BE-81D7-2337D5F35D5C}" dt="2025-02-03T14:43:22.435" v="4660"/>
          <ac:inkMkLst>
            <pc:docMk/>
            <pc:sldMk cId="2495403871" sldId="280"/>
            <ac:inkMk id="20" creationId="{67352631-63E0-97F4-4A05-CCA4DB30074B}"/>
          </ac:inkMkLst>
        </pc:inkChg>
        <pc:inkChg chg="add del mod">
          <ac:chgData name="木村　湊" userId="18030a92-e387-4fb8-9fb3-56230bee2947" providerId="ADAL" clId="{030EC1B9-3EBF-44BE-81D7-2337D5F35D5C}" dt="2025-02-03T14:43:22.421" v="4604"/>
          <ac:inkMkLst>
            <pc:docMk/>
            <pc:sldMk cId="2495403871" sldId="280"/>
            <ac:inkMk id="22" creationId="{4018A5A4-35EF-C6BE-5BC2-72D957BAF5C6}"/>
          </ac:inkMkLst>
        </pc:inkChg>
        <pc:inkChg chg="add del mod">
          <ac:chgData name="木村　湊" userId="18030a92-e387-4fb8-9fb3-56230bee2947" providerId="ADAL" clId="{030EC1B9-3EBF-44BE-81D7-2337D5F35D5C}" dt="2025-02-03T14:43:22.431" v="4642"/>
          <ac:inkMkLst>
            <pc:docMk/>
            <pc:sldMk cId="2495403871" sldId="280"/>
            <ac:inkMk id="24" creationId="{8570C168-8C96-549A-CB7F-4C7C9B2EC4CF}"/>
          </ac:inkMkLst>
        </pc:inkChg>
        <pc:inkChg chg="add del mod">
          <ac:chgData name="木村　湊" userId="18030a92-e387-4fb8-9fb3-56230bee2947" providerId="ADAL" clId="{030EC1B9-3EBF-44BE-81D7-2337D5F35D5C}" dt="2025-02-03T14:43:22.419" v="4600"/>
          <ac:inkMkLst>
            <pc:docMk/>
            <pc:sldMk cId="2495403871" sldId="280"/>
            <ac:inkMk id="30" creationId="{B0BE90C8-7434-67F1-BAE7-4F3B4BCFAB2B}"/>
          </ac:inkMkLst>
        </pc:inkChg>
        <pc:inkChg chg="add del mod">
          <ac:chgData name="木村　湊" userId="18030a92-e387-4fb8-9fb3-56230bee2947" providerId="ADAL" clId="{030EC1B9-3EBF-44BE-81D7-2337D5F35D5C}" dt="2025-02-03T14:43:22.422" v="4608"/>
          <ac:inkMkLst>
            <pc:docMk/>
            <pc:sldMk cId="2495403871" sldId="280"/>
            <ac:inkMk id="32" creationId="{F7C54C4A-C9AB-D683-4964-F066D85D1C7D}"/>
          </ac:inkMkLst>
        </pc:inkChg>
        <pc:inkChg chg="add del mod">
          <ac:chgData name="木村　湊" userId="18030a92-e387-4fb8-9fb3-56230bee2947" providerId="ADAL" clId="{030EC1B9-3EBF-44BE-81D7-2337D5F35D5C}" dt="2025-02-03T14:43:22.425" v="4617"/>
          <ac:inkMkLst>
            <pc:docMk/>
            <pc:sldMk cId="2495403871" sldId="280"/>
            <ac:inkMk id="33" creationId="{403DBD61-4C6E-A75B-0733-3B0FA439D99C}"/>
          </ac:inkMkLst>
        </pc:inkChg>
        <pc:inkChg chg="add">
          <ac:chgData name="木村　湊" userId="18030a92-e387-4fb8-9fb3-56230bee2947" providerId="ADAL" clId="{030EC1B9-3EBF-44BE-81D7-2337D5F35D5C}" dt="2025-02-03T14:42:42.379" v="4534" actId="9405"/>
          <ac:inkMkLst>
            <pc:docMk/>
            <pc:sldMk cId="2495403871" sldId="280"/>
            <ac:inkMk id="34" creationId="{BE760410-C9BC-0765-136D-08B78E9F60E2}"/>
          </ac:inkMkLst>
        </pc:inkChg>
        <pc:inkChg chg="add">
          <ac:chgData name="木村　湊" userId="18030a92-e387-4fb8-9fb3-56230bee2947" providerId="ADAL" clId="{030EC1B9-3EBF-44BE-81D7-2337D5F35D5C}" dt="2025-02-03T14:42:42.659" v="4535" actId="9405"/>
          <ac:inkMkLst>
            <pc:docMk/>
            <pc:sldMk cId="2495403871" sldId="280"/>
            <ac:inkMk id="35" creationId="{4785457F-735D-AC1A-DBC2-10DDC3BD66A5}"/>
          </ac:inkMkLst>
        </pc:inkChg>
        <pc:inkChg chg="add del mod">
          <ac:chgData name="木村　湊" userId="18030a92-e387-4fb8-9fb3-56230bee2947" providerId="ADAL" clId="{030EC1B9-3EBF-44BE-81D7-2337D5F35D5C}" dt="2025-02-03T14:43:22.436" v="4666"/>
          <ac:inkMkLst>
            <pc:docMk/>
            <pc:sldMk cId="2495403871" sldId="280"/>
            <ac:inkMk id="36" creationId="{76E57ED9-A92A-D743-4E79-1BBE76E69C27}"/>
          </ac:inkMkLst>
        </pc:inkChg>
        <pc:inkChg chg="add del mod">
          <ac:chgData name="木村　湊" userId="18030a92-e387-4fb8-9fb3-56230bee2947" providerId="ADAL" clId="{030EC1B9-3EBF-44BE-81D7-2337D5F35D5C}" dt="2025-02-03T14:43:22.430" v="4635"/>
          <ac:inkMkLst>
            <pc:docMk/>
            <pc:sldMk cId="2495403871" sldId="280"/>
            <ac:inkMk id="37" creationId="{992DBF7D-9DB5-769A-8F3F-1C06BE8BEBAA}"/>
          </ac:inkMkLst>
        </pc:inkChg>
        <pc:inkChg chg="add del mod">
          <ac:chgData name="木村　湊" userId="18030a92-e387-4fb8-9fb3-56230bee2947" providerId="ADAL" clId="{030EC1B9-3EBF-44BE-81D7-2337D5F35D5C}" dt="2025-02-03T14:43:22.432" v="4646"/>
          <ac:inkMkLst>
            <pc:docMk/>
            <pc:sldMk cId="2495403871" sldId="280"/>
            <ac:inkMk id="38" creationId="{9F216E9A-D7AC-5698-EF7D-8ACF00BB2D83}"/>
          </ac:inkMkLst>
        </pc:inkChg>
        <pc:inkChg chg="add del mod">
          <ac:chgData name="木村　湊" userId="18030a92-e387-4fb8-9fb3-56230bee2947" providerId="ADAL" clId="{030EC1B9-3EBF-44BE-81D7-2337D5F35D5C}" dt="2025-02-03T14:43:22.432" v="4644"/>
          <ac:inkMkLst>
            <pc:docMk/>
            <pc:sldMk cId="2495403871" sldId="280"/>
            <ac:inkMk id="39" creationId="{5BBFA9D1-02FD-9B85-EB50-1C41243CED72}"/>
          </ac:inkMkLst>
        </pc:inkChg>
        <pc:inkChg chg="add del mod">
          <ac:chgData name="木村　湊" userId="18030a92-e387-4fb8-9fb3-56230bee2947" providerId="ADAL" clId="{030EC1B9-3EBF-44BE-81D7-2337D5F35D5C}" dt="2025-02-03T14:43:22.430" v="4638"/>
          <ac:inkMkLst>
            <pc:docMk/>
            <pc:sldMk cId="2495403871" sldId="280"/>
            <ac:inkMk id="40" creationId="{3E39BD45-8A48-B53B-D007-154281146DCB}"/>
          </ac:inkMkLst>
        </pc:inkChg>
        <pc:inkChg chg="add del mod">
          <ac:chgData name="木村　湊" userId="18030a92-e387-4fb8-9fb3-56230bee2947" providerId="ADAL" clId="{030EC1B9-3EBF-44BE-81D7-2337D5F35D5C}" dt="2025-02-03T14:43:22.434" v="4657"/>
          <ac:inkMkLst>
            <pc:docMk/>
            <pc:sldMk cId="2495403871" sldId="280"/>
            <ac:inkMk id="41" creationId="{48EFCF29-E430-C25A-639E-3D2DDD200AD5}"/>
          </ac:inkMkLst>
        </pc:inkChg>
        <pc:inkChg chg="add del mod">
          <ac:chgData name="木村　湊" userId="18030a92-e387-4fb8-9fb3-56230bee2947" providerId="ADAL" clId="{030EC1B9-3EBF-44BE-81D7-2337D5F35D5C}" dt="2025-02-03T14:43:22.433" v="4652"/>
          <ac:inkMkLst>
            <pc:docMk/>
            <pc:sldMk cId="2495403871" sldId="280"/>
            <ac:inkMk id="42" creationId="{0F2D43BF-E40E-B7B5-4F83-C6818AD2AABA}"/>
          </ac:inkMkLst>
        </pc:inkChg>
        <pc:inkChg chg="add del mod">
          <ac:chgData name="木村　湊" userId="18030a92-e387-4fb8-9fb3-56230bee2947" providerId="ADAL" clId="{030EC1B9-3EBF-44BE-81D7-2337D5F35D5C}" dt="2025-02-03T14:43:22.427" v="4625"/>
          <ac:inkMkLst>
            <pc:docMk/>
            <pc:sldMk cId="2495403871" sldId="280"/>
            <ac:inkMk id="43" creationId="{F0E92CDE-6483-B6F2-5DEE-166B703A62B2}"/>
          </ac:inkMkLst>
        </pc:inkChg>
        <pc:inkChg chg="add">
          <ac:chgData name="木村　湊" userId="18030a92-e387-4fb8-9fb3-56230bee2947" providerId="ADAL" clId="{030EC1B9-3EBF-44BE-81D7-2337D5F35D5C}" dt="2025-02-03T14:42:45.389" v="4544" actId="9405"/>
          <ac:inkMkLst>
            <pc:docMk/>
            <pc:sldMk cId="2495403871" sldId="280"/>
            <ac:inkMk id="44" creationId="{700187B4-6680-605B-032D-A4F2AE8BF29E}"/>
          </ac:inkMkLst>
        </pc:inkChg>
        <pc:inkChg chg="add del mod">
          <ac:chgData name="木村　湊" userId="18030a92-e387-4fb8-9fb3-56230bee2947" providerId="ADAL" clId="{030EC1B9-3EBF-44BE-81D7-2337D5F35D5C}" dt="2025-02-03T14:43:22.426" v="4620"/>
          <ac:inkMkLst>
            <pc:docMk/>
            <pc:sldMk cId="2495403871" sldId="280"/>
            <ac:inkMk id="45" creationId="{BE64E4AB-5A39-6186-9571-42B4F1BB54CF}"/>
          </ac:inkMkLst>
        </pc:inkChg>
        <pc:inkChg chg="add del mod">
          <ac:chgData name="木村　湊" userId="18030a92-e387-4fb8-9fb3-56230bee2947" providerId="ADAL" clId="{030EC1B9-3EBF-44BE-81D7-2337D5F35D5C}" dt="2025-02-03T14:43:22.429" v="4633"/>
          <ac:inkMkLst>
            <pc:docMk/>
            <pc:sldMk cId="2495403871" sldId="280"/>
            <ac:inkMk id="46" creationId="{CCE90272-86D6-6DF8-0B67-DB24C573E376}"/>
          </ac:inkMkLst>
        </pc:inkChg>
        <pc:inkChg chg="add">
          <ac:chgData name="木村　湊" userId="18030a92-e387-4fb8-9fb3-56230bee2947" providerId="ADAL" clId="{030EC1B9-3EBF-44BE-81D7-2337D5F35D5C}" dt="2025-02-03T14:42:48.213" v="4548" actId="9405"/>
          <ac:inkMkLst>
            <pc:docMk/>
            <pc:sldMk cId="2495403871" sldId="280"/>
            <ac:inkMk id="48" creationId="{DEFA4BDB-ACC6-6756-2A69-D65FC241967E}"/>
          </ac:inkMkLst>
        </pc:inkChg>
        <pc:inkChg chg="add mod">
          <ac:chgData name="木村　湊" userId="18030a92-e387-4fb8-9fb3-56230bee2947" providerId="ADAL" clId="{030EC1B9-3EBF-44BE-81D7-2337D5F35D5C}" dt="2025-02-03T14:43:22.428" v="4630"/>
          <ac:inkMkLst>
            <pc:docMk/>
            <pc:sldMk cId="2495403871" sldId="280"/>
            <ac:inkMk id="49" creationId="{6C4ACAF0-958D-6080-3AB2-DFFD83490F63}"/>
          </ac:inkMkLst>
        </pc:inkChg>
        <pc:inkChg chg="add del mod">
          <ac:chgData name="木村　湊" userId="18030a92-e387-4fb8-9fb3-56230bee2947" providerId="ADAL" clId="{030EC1B9-3EBF-44BE-81D7-2337D5F35D5C}" dt="2025-02-03T14:43:22.433" v="4648"/>
          <ac:inkMkLst>
            <pc:docMk/>
            <pc:sldMk cId="2495403871" sldId="280"/>
            <ac:inkMk id="50" creationId="{4819E0B4-6738-28EC-6393-59D6B1151645}"/>
          </ac:inkMkLst>
        </pc:inkChg>
        <pc:inkChg chg="add del mod">
          <ac:chgData name="木村　湊" userId="18030a92-e387-4fb8-9fb3-56230bee2947" providerId="ADAL" clId="{030EC1B9-3EBF-44BE-81D7-2337D5F35D5C}" dt="2025-02-03T14:43:22.434" v="4655"/>
          <ac:inkMkLst>
            <pc:docMk/>
            <pc:sldMk cId="2495403871" sldId="280"/>
            <ac:inkMk id="51" creationId="{70430587-79F1-F3D9-A93F-1F4E77BBD380}"/>
          </ac:inkMkLst>
        </pc:inkChg>
        <pc:inkChg chg="add del mod">
          <ac:chgData name="木村　湊" userId="18030a92-e387-4fb8-9fb3-56230bee2947" providerId="ADAL" clId="{030EC1B9-3EBF-44BE-81D7-2337D5F35D5C}" dt="2025-02-03T14:43:22.428" v="4630"/>
          <ac:inkMkLst>
            <pc:docMk/>
            <pc:sldMk cId="2495403871" sldId="280"/>
            <ac:inkMk id="52" creationId="{5B51A301-9648-27FC-2B91-8906D7C98CE2}"/>
          </ac:inkMkLst>
        </pc:inkChg>
        <pc:inkChg chg="add del mod">
          <ac:chgData name="木村　湊" userId="18030a92-e387-4fb8-9fb3-56230bee2947" providerId="ADAL" clId="{030EC1B9-3EBF-44BE-81D7-2337D5F35D5C}" dt="2025-02-03T14:43:22.435" v="4661"/>
          <ac:inkMkLst>
            <pc:docMk/>
            <pc:sldMk cId="2495403871" sldId="280"/>
            <ac:inkMk id="53" creationId="{8C53466F-5D80-4121-C314-6AE29AF37637}"/>
          </ac:inkMkLst>
        </pc:inkChg>
        <pc:inkChg chg="add">
          <ac:chgData name="木村　湊" userId="18030a92-e387-4fb8-9fb3-56230bee2947" providerId="ADAL" clId="{030EC1B9-3EBF-44BE-81D7-2337D5F35D5C}" dt="2025-02-03T14:42:50.805" v="4554" actId="9405"/>
          <ac:inkMkLst>
            <pc:docMk/>
            <pc:sldMk cId="2495403871" sldId="280"/>
            <ac:inkMk id="54" creationId="{50F85E59-3F4B-F90C-BC3A-924904AAA203}"/>
          </ac:inkMkLst>
        </pc:inkChg>
        <pc:inkChg chg="add">
          <ac:chgData name="木村　湊" userId="18030a92-e387-4fb8-9fb3-56230bee2947" providerId="ADAL" clId="{030EC1B9-3EBF-44BE-81D7-2337D5F35D5C}" dt="2025-02-03T14:42:51.013" v="4555" actId="9405"/>
          <ac:inkMkLst>
            <pc:docMk/>
            <pc:sldMk cId="2495403871" sldId="280"/>
            <ac:inkMk id="55" creationId="{0C6AA52C-485B-D1B5-8B3F-4E32E668D082}"/>
          </ac:inkMkLst>
        </pc:inkChg>
        <pc:inkChg chg="add mod">
          <ac:chgData name="木村　湊" userId="18030a92-e387-4fb8-9fb3-56230bee2947" providerId="ADAL" clId="{030EC1B9-3EBF-44BE-81D7-2337D5F35D5C}" dt="2025-02-03T14:43:22.422" v="4610"/>
          <ac:inkMkLst>
            <pc:docMk/>
            <pc:sldMk cId="2495403871" sldId="280"/>
            <ac:inkMk id="56" creationId="{1FCB138B-ED11-0ACE-5A5C-74C1AC94E075}"/>
          </ac:inkMkLst>
        </pc:inkChg>
        <pc:inkChg chg="add mod">
          <ac:chgData name="木村　湊" userId="18030a92-e387-4fb8-9fb3-56230bee2947" providerId="ADAL" clId="{030EC1B9-3EBF-44BE-81D7-2337D5F35D5C}" dt="2025-02-03T14:43:22.425" v="4618"/>
          <ac:inkMkLst>
            <pc:docMk/>
            <pc:sldMk cId="2495403871" sldId="280"/>
            <ac:inkMk id="57" creationId="{0777ABA0-FD72-71B2-6FB2-381B0883B992}"/>
          </ac:inkMkLst>
        </pc:inkChg>
        <pc:inkChg chg="add del mod">
          <ac:chgData name="木村　湊" userId="18030a92-e387-4fb8-9fb3-56230bee2947" providerId="ADAL" clId="{030EC1B9-3EBF-44BE-81D7-2337D5F35D5C}" dt="2025-02-03T14:43:22.430" v="4639"/>
          <ac:inkMkLst>
            <pc:docMk/>
            <pc:sldMk cId="2495403871" sldId="280"/>
            <ac:inkMk id="58" creationId="{B5EA6FA9-41A0-5A05-B9F0-CC2154C85D65}"/>
          </ac:inkMkLst>
        </pc:inkChg>
        <pc:inkChg chg="add">
          <ac:chgData name="木村　湊" userId="18030a92-e387-4fb8-9fb3-56230bee2947" providerId="ADAL" clId="{030EC1B9-3EBF-44BE-81D7-2337D5F35D5C}" dt="2025-02-03T14:42:52.016" v="4559" actId="9405"/>
          <ac:inkMkLst>
            <pc:docMk/>
            <pc:sldMk cId="2495403871" sldId="280"/>
            <ac:inkMk id="59" creationId="{C881A8D2-0A1F-6FF0-15C9-08A796B2BB4F}"/>
          </ac:inkMkLst>
        </pc:inkChg>
        <pc:inkChg chg="add">
          <ac:chgData name="木村　湊" userId="18030a92-e387-4fb8-9fb3-56230bee2947" providerId="ADAL" clId="{030EC1B9-3EBF-44BE-81D7-2337D5F35D5C}" dt="2025-02-03T14:42:52.574" v="4560" actId="9405"/>
          <ac:inkMkLst>
            <pc:docMk/>
            <pc:sldMk cId="2495403871" sldId="280"/>
            <ac:inkMk id="60" creationId="{423EA013-0898-D412-B453-8C98EFABCB05}"/>
          </ac:inkMkLst>
        </pc:inkChg>
        <pc:inkChg chg="add">
          <ac:chgData name="木村　湊" userId="18030a92-e387-4fb8-9fb3-56230bee2947" providerId="ADAL" clId="{030EC1B9-3EBF-44BE-81D7-2337D5F35D5C}" dt="2025-02-03T14:42:52.869" v="4561" actId="9405"/>
          <ac:inkMkLst>
            <pc:docMk/>
            <pc:sldMk cId="2495403871" sldId="280"/>
            <ac:inkMk id="61" creationId="{0F5C2310-811E-2E84-ECF7-2DA260F04917}"/>
          </ac:inkMkLst>
        </pc:inkChg>
        <pc:inkChg chg="add del mod">
          <ac:chgData name="木村　湊" userId="18030a92-e387-4fb8-9fb3-56230bee2947" providerId="ADAL" clId="{030EC1B9-3EBF-44BE-81D7-2337D5F35D5C}" dt="2025-02-03T14:43:22.427" v="4627"/>
          <ac:inkMkLst>
            <pc:docMk/>
            <pc:sldMk cId="2495403871" sldId="280"/>
            <ac:inkMk id="62" creationId="{95650EA8-5E04-EA15-3CF6-FBA98308DC1E}"/>
          </ac:inkMkLst>
        </pc:inkChg>
        <pc:inkChg chg="add del mod">
          <ac:chgData name="木村　湊" userId="18030a92-e387-4fb8-9fb3-56230bee2947" providerId="ADAL" clId="{030EC1B9-3EBF-44BE-81D7-2337D5F35D5C}" dt="2025-02-03T14:43:22.430" v="4636"/>
          <ac:inkMkLst>
            <pc:docMk/>
            <pc:sldMk cId="2495403871" sldId="280"/>
            <ac:inkMk id="63" creationId="{31F022C8-1AC4-CE4D-E13E-DC0C1B2C7E07}"/>
          </ac:inkMkLst>
        </pc:inkChg>
        <pc:inkChg chg="add mod">
          <ac:chgData name="木村　湊" userId="18030a92-e387-4fb8-9fb3-56230bee2947" providerId="ADAL" clId="{030EC1B9-3EBF-44BE-81D7-2337D5F35D5C}" dt="2025-02-03T14:43:22.421" v="4605"/>
          <ac:inkMkLst>
            <pc:docMk/>
            <pc:sldMk cId="2495403871" sldId="280"/>
            <ac:inkMk id="11264" creationId="{0E7F0200-D724-F4DB-6548-281D5C72E65B}"/>
          </ac:inkMkLst>
        </pc:inkChg>
        <pc:inkChg chg="add del mod">
          <ac:chgData name="木村　湊" userId="18030a92-e387-4fb8-9fb3-56230bee2947" providerId="ADAL" clId="{030EC1B9-3EBF-44BE-81D7-2337D5F35D5C}" dt="2025-02-03T14:43:22.432" v="4647"/>
          <ac:inkMkLst>
            <pc:docMk/>
            <pc:sldMk cId="2495403871" sldId="280"/>
            <ac:inkMk id="11265" creationId="{80FFB4F4-7FA1-94C6-5E3E-80716D5C7358}"/>
          </ac:inkMkLst>
        </pc:inkChg>
        <pc:inkChg chg="add mod">
          <ac:chgData name="木村　湊" userId="18030a92-e387-4fb8-9fb3-56230bee2947" providerId="ADAL" clId="{030EC1B9-3EBF-44BE-81D7-2337D5F35D5C}" dt="2025-02-03T14:43:22.425" v="4618"/>
          <ac:inkMkLst>
            <pc:docMk/>
            <pc:sldMk cId="2495403871" sldId="280"/>
            <ac:inkMk id="11267" creationId="{582B4E21-1B59-DCCD-F0FA-7C6D70BFDE08}"/>
          </ac:inkMkLst>
        </pc:inkChg>
        <pc:inkChg chg="add del mod">
          <ac:chgData name="木村　湊" userId="18030a92-e387-4fb8-9fb3-56230bee2947" providerId="ADAL" clId="{030EC1B9-3EBF-44BE-81D7-2337D5F35D5C}" dt="2025-02-03T14:43:22.436" v="4663"/>
          <ac:inkMkLst>
            <pc:docMk/>
            <pc:sldMk cId="2495403871" sldId="280"/>
            <ac:inkMk id="11269" creationId="{31B6520E-43F3-BE14-770E-82EF96A7F660}"/>
          </ac:inkMkLst>
        </pc:inkChg>
        <pc:inkChg chg="add">
          <ac:chgData name="木村　湊" userId="18030a92-e387-4fb8-9fb3-56230bee2947" providerId="ADAL" clId="{030EC1B9-3EBF-44BE-81D7-2337D5F35D5C}" dt="2025-02-03T14:42:55.119" v="4568" actId="9405"/>
          <ac:inkMkLst>
            <pc:docMk/>
            <pc:sldMk cId="2495403871" sldId="280"/>
            <ac:inkMk id="11271" creationId="{ABE1547D-8209-0C09-6928-4EDB62CA53B0}"/>
          </ac:inkMkLst>
        </pc:inkChg>
        <pc:inkChg chg="add del mod">
          <ac:chgData name="木村　湊" userId="18030a92-e387-4fb8-9fb3-56230bee2947" providerId="ADAL" clId="{030EC1B9-3EBF-44BE-81D7-2337D5F35D5C}" dt="2025-02-03T14:43:22.426" v="4622"/>
          <ac:inkMkLst>
            <pc:docMk/>
            <pc:sldMk cId="2495403871" sldId="280"/>
            <ac:inkMk id="11272" creationId="{B1520CAF-B5D9-5D58-DFC5-8D333AEEA70F}"/>
          </ac:inkMkLst>
        </pc:inkChg>
        <pc:inkChg chg="add del mod">
          <ac:chgData name="木村　湊" userId="18030a92-e387-4fb8-9fb3-56230bee2947" providerId="ADAL" clId="{030EC1B9-3EBF-44BE-81D7-2337D5F35D5C}" dt="2025-02-03T14:43:22.431" v="4643"/>
          <ac:inkMkLst>
            <pc:docMk/>
            <pc:sldMk cId="2495403871" sldId="280"/>
            <ac:inkMk id="11273" creationId="{84BDB077-F689-4D2B-20BD-4B9766FB2E06}"/>
          </ac:inkMkLst>
        </pc:inkChg>
        <pc:inkChg chg="add del mod">
          <ac:chgData name="木村　湊" userId="18030a92-e387-4fb8-9fb3-56230bee2947" providerId="ADAL" clId="{030EC1B9-3EBF-44BE-81D7-2337D5F35D5C}" dt="2025-02-03T14:43:22.435" v="4659"/>
          <ac:inkMkLst>
            <pc:docMk/>
            <pc:sldMk cId="2495403871" sldId="280"/>
            <ac:inkMk id="11275" creationId="{655C9027-B45D-29E7-5C08-7B64ED4AE1DF}"/>
          </ac:inkMkLst>
        </pc:inkChg>
        <pc:inkChg chg="add del mod">
          <ac:chgData name="木村　湊" userId="18030a92-e387-4fb8-9fb3-56230bee2947" providerId="ADAL" clId="{030EC1B9-3EBF-44BE-81D7-2337D5F35D5C}" dt="2025-02-03T14:43:22.429" v="4632"/>
          <ac:inkMkLst>
            <pc:docMk/>
            <pc:sldMk cId="2495403871" sldId="280"/>
            <ac:inkMk id="11277" creationId="{10145C0F-8BD5-4FD9-D462-B502A7B6B4F6}"/>
          </ac:inkMkLst>
        </pc:inkChg>
        <pc:inkChg chg="add">
          <ac:chgData name="木村　湊" userId="18030a92-e387-4fb8-9fb3-56230bee2947" providerId="ADAL" clId="{030EC1B9-3EBF-44BE-81D7-2337D5F35D5C}" dt="2025-02-03T14:42:56.500" v="4573" actId="9405"/>
          <ac:inkMkLst>
            <pc:docMk/>
            <pc:sldMk cId="2495403871" sldId="280"/>
            <ac:inkMk id="11279" creationId="{2C524393-8341-E106-C908-4BC4CA7B350B}"/>
          </ac:inkMkLst>
        </pc:inkChg>
        <pc:inkChg chg="add del mod">
          <ac:chgData name="木村　湊" userId="18030a92-e387-4fb8-9fb3-56230bee2947" providerId="ADAL" clId="{030EC1B9-3EBF-44BE-81D7-2337D5F35D5C}" dt="2025-02-03T14:43:22.423" v="4613"/>
          <ac:inkMkLst>
            <pc:docMk/>
            <pc:sldMk cId="2495403871" sldId="280"/>
            <ac:inkMk id="11281" creationId="{208AB458-EDF2-3C55-494A-D79D0D02C19C}"/>
          </ac:inkMkLst>
        </pc:inkChg>
        <pc:inkChg chg="add del mod">
          <ac:chgData name="木村　湊" userId="18030a92-e387-4fb8-9fb3-56230bee2947" providerId="ADAL" clId="{030EC1B9-3EBF-44BE-81D7-2337D5F35D5C}" dt="2025-02-03T14:43:22.434" v="4653"/>
          <ac:inkMkLst>
            <pc:docMk/>
            <pc:sldMk cId="2495403871" sldId="280"/>
            <ac:inkMk id="11283" creationId="{E632A0CE-73BC-5F36-4065-DAC43B9F9D68}"/>
          </ac:inkMkLst>
        </pc:inkChg>
        <pc:inkChg chg="add del mod">
          <ac:chgData name="木村　湊" userId="18030a92-e387-4fb8-9fb3-56230bee2947" providerId="ADAL" clId="{030EC1B9-3EBF-44BE-81D7-2337D5F35D5C}" dt="2025-02-03T14:43:22.435" v="4658"/>
          <ac:inkMkLst>
            <pc:docMk/>
            <pc:sldMk cId="2495403871" sldId="280"/>
            <ac:inkMk id="11285" creationId="{15A24CA2-52FC-7940-A3F9-787D69497779}"/>
          </ac:inkMkLst>
        </pc:inkChg>
        <pc:inkChg chg="add del mod">
          <ac:chgData name="木村　湊" userId="18030a92-e387-4fb8-9fb3-56230bee2947" providerId="ADAL" clId="{030EC1B9-3EBF-44BE-81D7-2337D5F35D5C}" dt="2025-02-03T14:43:22.426" v="4621"/>
          <ac:inkMkLst>
            <pc:docMk/>
            <pc:sldMk cId="2495403871" sldId="280"/>
            <ac:inkMk id="11287" creationId="{1CBB547F-5C62-4596-2442-F1BAE15CF02D}"/>
          </ac:inkMkLst>
        </pc:inkChg>
        <pc:inkChg chg="add del mod">
          <ac:chgData name="木村　湊" userId="18030a92-e387-4fb8-9fb3-56230bee2947" providerId="ADAL" clId="{030EC1B9-3EBF-44BE-81D7-2337D5F35D5C}" dt="2025-02-03T14:43:22.433" v="4649"/>
          <ac:inkMkLst>
            <pc:docMk/>
            <pc:sldMk cId="2495403871" sldId="280"/>
            <ac:inkMk id="11288" creationId="{41CBB38C-F526-3474-0E35-C786369CF6C3}"/>
          </ac:inkMkLst>
        </pc:inkChg>
        <pc:inkChg chg="add del mod">
          <ac:chgData name="木村　湊" userId="18030a92-e387-4fb8-9fb3-56230bee2947" providerId="ADAL" clId="{030EC1B9-3EBF-44BE-81D7-2337D5F35D5C}" dt="2025-02-03T14:43:22.436" v="4664"/>
          <ac:inkMkLst>
            <pc:docMk/>
            <pc:sldMk cId="2495403871" sldId="280"/>
            <ac:inkMk id="11289" creationId="{FDB9F0A9-CBF9-4B2E-BC1E-2E399227458F}"/>
          </ac:inkMkLst>
        </pc:inkChg>
        <pc:inkChg chg="add mod">
          <ac:chgData name="木村　湊" userId="18030a92-e387-4fb8-9fb3-56230bee2947" providerId="ADAL" clId="{030EC1B9-3EBF-44BE-81D7-2337D5F35D5C}" dt="2025-02-03T14:43:22.419" v="4599"/>
          <ac:inkMkLst>
            <pc:docMk/>
            <pc:sldMk cId="2495403871" sldId="280"/>
            <ac:inkMk id="11291" creationId="{5321972E-609D-B30E-E76E-E08674987D71}"/>
          </ac:inkMkLst>
        </pc:inkChg>
        <pc:inkChg chg="add del mod">
          <ac:chgData name="木村　湊" userId="18030a92-e387-4fb8-9fb3-56230bee2947" providerId="ADAL" clId="{030EC1B9-3EBF-44BE-81D7-2337D5F35D5C}" dt="2025-02-03T14:43:22.435" v="4662"/>
          <ac:inkMkLst>
            <pc:docMk/>
            <pc:sldMk cId="2495403871" sldId="280"/>
            <ac:inkMk id="11292" creationId="{35D1547F-FFC3-E74C-476F-D28687900C03}"/>
          </ac:inkMkLst>
        </pc:inkChg>
        <pc:inkChg chg="add del mod">
          <ac:chgData name="木村　湊" userId="18030a92-e387-4fb8-9fb3-56230bee2947" providerId="ADAL" clId="{030EC1B9-3EBF-44BE-81D7-2337D5F35D5C}" dt="2025-02-03T14:43:22.433" v="4651"/>
          <ac:inkMkLst>
            <pc:docMk/>
            <pc:sldMk cId="2495403871" sldId="280"/>
            <ac:inkMk id="11293" creationId="{07CB8586-74F0-3D29-5A07-DB8398CBE5B3}"/>
          </ac:inkMkLst>
        </pc:inkChg>
        <pc:inkChg chg="add del mod">
          <ac:chgData name="木村　湊" userId="18030a92-e387-4fb8-9fb3-56230bee2947" providerId="ADAL" clId="{030EC1B9-3EBF-44BE-81D7-2337D5F35D5C}" dt="2025-02-03T14:43:24.017" v="4667"/>
          <ac:inkMkLst>
            <pc:docMk/>
            <pc:sldMk cId="2495403871" sldId="280"/>
            <ac:inkMk id="11294" creationId="{97C87B83-7F2C-0587-D8AE-FF2D516ED14D}"/>
          </ac:inkMkLst>
        </pc:inkChg>
        <pc:inkChg chg="add del mod">
          <ac:chgData name="木村　湊" userId="18030a92-e387-4fb8-9fb3-56230bee2947" providerId="ADAL" clId="{030EC1B9-3EBF-44BE-81D7-2337D5F35D5C}" dt="2025-02-03T14:43:22.431" v="4641"/>
          <ac:inkMkLst>
            <pc:docMk/>
            <pc:sldMk cId="2495403871" sldId="280"/>
            <ac:inkMk id="11295" creationId="{E3EDAAE5-376B-9B87-5F9A-BC78C6EF5B2B}"/>
          </ac:inkMkLst>
        </pc:inkChg>
        <pc:inkChg chg="add del">
          <ac:chgData name="木村　湊" userId="18030a92-e387-4fb8-9fb3-56230bee2947" providerId="ADAL" clId="{030EC1B9-3EBF-44BE-81D7-2337D5F35D5C}" dt="2025-02-03T14:43:22.428" v="4628"/>
          <ac:inkMkLst>
            <pc:docMk/>
            <pc:sldMk cId="2495403871" sldId="280"/>
            <ac:inkMk id="11296" creationId="{301D537B-658C-2847-6292-B5DCA0EBD517}"/>
          </ac:inkMkLst>
        </pc:inkChg>
        <pc:inkChg chg="add del mod">
          <ac:chgData name="木村　湊" userId="18030a92-e387-4fb8-9fb3-56230bee2947" providerId="ADAL" clId="{030EC1B9-3EBF-44BE-81D7-2337D5F35D5C}" dt="2025-02-03T14:43:22.434" v="4656"/>
          <ac:inkMkLst>
            <pc:docMk/>
            <pc:sldMk cId="2495403871" sldId="280"/>
            <ac:inkMk id="11297" creationId="{2A042CF9-9205-956F-DC7F-86A13AD2D523}"/>
          </ac:inkMkLst>
        </pc:inkChg>
        <pc:inkChg chg="add del mod">
          <ac:chgData name="木村　湊" userId="18030a92-e387-4fb8-9fb3-56230bee2947" providerId="ADAL" clId="{030EC1B9-3EBF-44BE-81D7-2337D5F35D5C}" dt="2025-02-03T14:43:22.436" v="4665"/>
          <ac:inkMkLst>
            <pc:docMk/>
            <pc:sldMk cId="2495403871" sldId="280"/>
            <ac:inkMk id="11298" creationId="{3E31062A-BE21-9434-9B5C-BAC9A267F7DE}"/>
          </ac:inkMkLst>
        </pc:inkChg>
        <pc:inkChg chg="add del mod">
          <ac:chgData name="木村　湊" userId="18030a92-e387-4fb8-9fb3-56230bee2947" providerId="ADAL" clId="{030EC1B9-3EBF-44BE-81D7-2337D5F35D5C}" dt="2025-02-03T14:43:22.434" v="4654"/>
          <ac:inkMkLst>
            <pc:docMk/>
            <pc:sldMk cId="2495403871" sldId="280"/>
            <ac:inkMk id="11299" creationId="{DC8865F2-21BB-4F73-5690-D2C57487CE3A}"/>
          </ac:inkMkLst>
        </pc:inkChg>
        <pc:inkChg chg="add del mod">
          <ac:chgData name="木村　湊" userId="18030a92-e387-4fb8-9fb3-56230bee2947" providerId="ADAL" clId="{030EC1B9-3EBF-44BE-81D7-2337D5F35D5C}" dt="2025-02-03T14:43:22.424" v="4615"/>
          <ac:inkMkLst>
            <pc:docMk/>
            <pc:sldMk cId="2495403871" sldId="280"/>
            <ac:inkMk id="11300" creationId="{8FB52596-2089-8165-E8BA-5ADDFB665DCA}"/>
          </ac:inkMkLst>
        </pc:inkChg>
        <pc:inkChg chg="add">
          <ac:chgData name="木村　湊" userId="18030a92-e387-4fb8-9fb3-56230bee2947" providerId="ADAL" clId="{030EC1B9-3EBF-44BE-81D7-2337D5F35D5C}" dt="2025-02-03T14:43:03.405" v="4591" actId="9405"/>
          <ac:inkMkLst>
            <pc:docMk/>
            <pc:sldMk cId="2495403871" sldId="280"/>
            <ac:inkMk id="11301" creationId="{EFE58EA0-14F5-9C0F-040E-31F3B07FD7BE}"/>
          </ac:inkMkLst>
        </pc:inkChg>
        <pc:inkChg chg="add del mod">
          <ac:chgData name="木村　湊" userId="18030a92-e387-4fb8-9fb3-56230bee2947" providerId="ADAL" clId="{030EC1B9-3EBF-44BE-81D7-2337D5F35D5C}" dt="2025-02-03T14:43:22.430" v="4637"/>
          <ac:inkMkLst>
            <pc:docMk/>
            <pc:sldMk cId="2495403871" sldId="280"/>
            <ac:inkMk id="11302" creationId="{E91DBECC-E506-568D-5A96-6293996FBF79}"/>
          </ac:inkMkLst>
        </pc:inkChg>
        <pc:inkChg chg="add del mod">
          <ac:chgData name="木村　湊" userId="18030a92-e387-4fb8-9fb3-56230bee2947" providerId="ADAL" clId="{030EC1B9-3EBF-44BE-81D7-2337D5F35D5C}" dt="2025-02-03T14:43:22.427" v="4626"/>
          <ac:inkMkLst>
            <pc:docMk/>
            <pc:sldMk cId="2495403871" sldId="280"/>
            <ac:inkMk id="11303" creationId="{4CF97EA1-1160-85E5-4472-19900FD3707A}"/>
          </ac:inkMkLst>
        </pc:inkChg>
        <pc:inkChg chg="add del mod">
          <ac:chgData name="木村　湊" userId="18030a92-e387-4fb8-9fb3-56230bee2947" providerId="ADAL" clId="{030EC1B9-3EBF-44BE-81D7-2337D5F35D5C}" dt="2025-02-03T14:43:22.424" v="4616"/>
          <ac:inkMkLst>
            <pc:docMk/>
            <pc:sldMk cId="2495403871" sldId="280"/>
            <ac:inkMk id="11304" creationId="{E0D0797B-164B-A556-7FB4-3FCD0A32DA63}"/>
          </ac:inkMkLst>
        </pc:inkChg>
        <pc:inkChg chg="add del mod">
          <ac:chgData name="木村　湊" userId="18030a92-e387-4fb8-9fb3-56230bee2947" providerId="ADAL" clId="{030EC1B9-3EBF-44BE-81D7-2337D5F35D5C}" dt="2025-02-03T14:43:22.429" v="4634"/>
          <ac:inkMkLst>
            <pc:docMk/>
            <pc:sldMk cId="2495403871" sldId="280"/>
            <ac:inkMk id="11305" creationId="{8CE762F5-0FAA-4C8F-EBAC-09FF3201A54E}"/>
          </ac:inkMkLst>
        </pc:inkChg>
        <pc:inkChg chg="add del mod">
          <ac:chgData name="木村　湊" userId="18030a92-e387-4fb8-9fb3-56230bee2947" providerId="ADAL" clId="{030EC1B9-3EBF-44BE-81D7-2337D5F35D5C}" dt="2025-02-03T14:43:22.432" v="4645"/>
          <ac:inkMkLst>
            <pc:docMk/>
            <pc:sldMk cId="2495403871" sldId="280"/>
            <ac:inkMk id="11306" creationId="{D60C5D85-8D02-8787-EB18-F6302DFA00B5}"/>
          </ac:inkMkLst>
        </pc:inkChg>
      </pc:sldChg>
      <pc:sldChg chg="addSp delSp modSp add mod modTransition modAnim">
        <pc:chgData name="木村　湊" userId="18030a92-e387-4fb8-9fb3-56230bee2947" providerId="ADAL" clId="{030EC1B9-3EBF-44BE-81D7-2337D5F35D5C}" dt="2025-02-03T15:16:50.373" v="5774"/>
        <pc:sldMkLst>
          <pc:docMk/>
          <pc:sldMk cId="203578381" sldId="281"/>
        </pc:sldMkLst>
        <pc:spChg chg="del">
          <ac:chgData name="木村　湊" userId="18030a92-e387-4fb8-9fb3-56230bee2947" providerId="ADAL" clId="{030EC1B9-3EBF-44BE-81D7-2337D5F35D5C}" dt="2025-02-03T14:51:01.378" v="4900" actId="478"/>
          <ac:spMkLst>
            <pc:docMk/>
            <pc:sldMk cId="203578381" sldId="281"/>
            <ac:spMk id="2" creationId="{9A5993D5-2168-1F76-13B4-7D1ADD95A8BF}"/>
          </ac:spMkLst>
        </pc:spChg>
        <pc:spChg chg="del">
          <ac:chgData name="木村　湊" userId="18030a92-e387-4fb8-9fb3-56230bee2947" providerId="ADAL" clId="{030EC1B9-3EBF-44BE-81D7-2337D5F35D5C}" dt="2025-02-03T14:51:01.378" v="4900" actId="478"/>
          <ac:spMkLst>
            <pc:docMk/>
            <pc:sldMk cId="203578381" sldId="281"/>
            <ac:spMk id="3" creationId="{0261E553-06C9-5CDE-7BC0-D2B86A5E63EA}"/>
          </ac:spMkLst>
        </pc:spChg>
        <pc:spChg chg="add mod">
          <ac:chgData name="木村　湊" userId="18030a92-e387-4fb8-9fb3-56230bee2947" providerId="ADAL" clId="{030EC1B9-3EBF-44BE-81D7-2337D5F35D5C}" dt="2025-02-03T14:53:27.363" v="5005" actId="1076"/>
          <ac:spMkLst>
            <pc:docMk/>
            <pc:sldMk cId="203578381" sldId="281"/>
            <ac:spMk id="4" creationId="{63E0888C-642C-9B85-7D7B-E529D94F8C47}"/>
          </ac:spMkLst>
        </pc:spChg>
        <pc:spChg chg="add mod">
          <ac:chgData name="木村　湊" userId="18030a92-e387-4fb8-9fb3-56230bee2947" providerId="ADAL" clId="{030EC1B9-3EBF-44BE-81D7-2337D5F35D5C}" dt="2025-02-03T14:52:26.659" v="4978" actId="1076"/>
          <ac:spMkLst>
            <pc:docMk/>
            <pc:sldMk cId="203578381" sldId="281"/>
            <ac:spMk id="6" creationId="{5BE165E1-594C-8D26-DD34-E23C8D216F94}"/>
          </ac:spMkLst>
        </pc:spChg>
        <pc:spChg chg="add mod">
          <ac:chgData name="木村　湊" userId="18030a92-e387-4fb8-9fb3-56230bee2947" providerId="ADAL" clId="{030EC1B9-3EBF-44BE-81D7-2337D5F35D5C}" dt="2025-02-03T14:53:19.030" v="5003" actId="208"/>
          <ac:spMkLst>
            <pc:docMk/>
            <pc:sldMk cId="203578381" sldId="281"/>
            <ac:spMk id="7" creationId="{B31DECBD-3260-157D-6DC2-3EF63EF17814}"/>
          </ac:spMkLst>
        </pc:spChg>
        <pc:spChg chg="add mod">
          <ac:chgData name="木村　湊" userId="18030a92-e387-4fb8-9fb3-56230bee2947" providerId="ADAL" clId="{030EC1B9-3EBF-44BE-81D7-2337D5F35D5C}" dt="2025-02-03T14:53:34.766" v="5007" actId="1076"/>
          <ac:spMkLst>
            <pc:docMk/>
            <pc:sldMk cId="203578381" sldId="281"/>
            <ac:spMk id="8" creationId="{570AD2E5-D6F5-A324-25BD-4F8E1C75146B}"/>
          </ac:spMkLst>
        </pc:spChg>
        <pc:spChg chg="add mod">
          <ac:chgData name="木村　湊" userId="18030a92-e387-4fb8-9fb3-56230bee2947" providerId="ADAL" clId="{030EC1B9-3EBF-44BE-81D7-2337D5F35D5C}" dt="2025-02-03T14:54:08.843" v="5031" actId="1076"/>
          <ac:spMkLst>
            <pc:docMk/>
            <pc:sldMk cId="203578381" sldId="281"/>
            <ac:spMk id="9" creationId="{8E47B5D6-F2E3-BC92-D8CC-43C09F803721}"/>
          </ac:spMkLst>
        </pc:spChg>
        <pc:spChg chg="add mod">
          <ac:chgData name="木村　湊" userId="18030a92-e387-4fb8-9fb3-56230bee2947" providerId="ADAL" clId="{030EC1B9-3EBF-44BE-81D7-2337D5F35D5C}" dt="2025-02-03T15:02:11.766" v="5272" actId="14100"/>
          <ac:spMkLst>
            <pc:docMk/>
            <pc:sldMk cId="203578381" sldId="281"/>
            <ac:spMk id="17" creationId="{73CDE449-97EC-4FCB-2853-F0EDA793A204}"/>
          </ac:spMkLst>
        </pc:spChg>
        <pc:spChg chg="add mod">
          <ac:chgData name="木村　湊" userId="18030a92-e387-4fb8-9fb3-56230bee2947" providerId="ADAL" clId="{030EC1B9-3EBF-44BE-81D7-2337D5F35D5C}" dt="2025-02-03T15:02:16.764" v="5273" actId="1076"/>
          <ac:spMkLst>
            <pc:docMk/>
            <pc:sldMk cId="203578381" sldId="281"/>
            <ac:spMk id="18" creationId="{4DD9ADBD-4AAA-D785-EA7D-2FB1A42C19FF}"/>
          </ac:spMkLst>
        </pc:spChg>
        <pc:spChg chg="add mod">
          <ac:chgData name="木村　湊" userId="18030a92-e387-4fb8-9fb3-56230bee2947" providerId="ADAL" clId="{030EC1B9-3EBF-44BE-81D7-2337D5F35D5C}" dt="2025-02-03T15:06:54.153" v="5513" actId="208"/>
          <ac:spMkLst>
            <pc:docMk/>
            <pc:sldMk cId="203578381" sldId="281"/>
            <ac:spMk id="19" creationId="{E2499517-E716-68DB-E086-CB9413FFF115}"/>
          </ac:spMkLst>
        </pc:spChg>
        <pc:spChg chg="add mod">
          <ac:chgData name="木村　湊" userId="18030a92-e387-4fb8-9fb3-56230bee2947" providerId="ADAL" clId="{030EC1B9-3EBF-44BE-81D7-2337D5F35D5C}" dt="2025-02-03T15:01:49.856" v="5267" actId="1076"/>
          <ac:spMkLst>
            <pc:docMk/>
            <pc:sldMk cId="203578381" sldId="281"/>
            <ac:spMk id="22" creationId="{34D7BEE7-C03C-EA0F-8D88-F1C30F5BD71A}"/>
          </ac:spMkLst>
        </pc:spChg>
        <pc:spChg chg="add mod">
          <ac:chgData name="木村　湊" userId="18030a92-e387-4fb8-9fb3-56230bee2947" providerId="ADAL" clId="{030EC1B9-3EBF-44BE-81D7-2337D5F35D5C}" dt="2025-02-03T15:02:21.106" v="5274" actId="1076"/>
          <ac:spMkLst>
            <pc:docMk/>
            <pc:sldMk cId="203578381" sldId="281"/>
            <ac:spMk id="23" creationId="{386FAB6F-3F12-2327-5DAE-CEF9093AEB71}"/>
          </ac:spMkLst>
        </pc:spChg>
        <pc:spChg chg="add mod">
          <ac:chgData name="木村　湊" userId="18030a92-e387-4fb8-9fb3-56230bee2947" providerId="ADAL" clId="{030EC1B9-3EBF-44BE-81D7-2337D5F35D5C}" dt="2025-02-03T15:04:03.193" v="5357" actId="1076"/>
          <ac:spMkLst>
            <pc:docMk/>
            <pc:sldMk cId="203578381" sldId="281"/>
            <ac:spMk id="24" creationId="{55544B50-7B14-C9FD-2E6B-2D9280B3B99E}"/>
          </ac:spMkLst>
        </pc:spChg>
        <pc:spChg chg="add mod">
          <ac:chgData name="木村　湊" userId="18030a92-e387-4fb8-9fb3-56230bee2947" providerId="ADAL" clId="{030EC1B9-3EBF-44BE-81D7-2337D5F35D5C}" dt="2025-02-03T15:05:47.177" v="5429" actId="14100"/>
          <ac:spMkLst>
            <pc:docMk/>
            <pc:sldMk cId="203578381" sldId="281"/>
            <ac:spMk id="28" creationId="{8C22F1A8-44EA-764B-6051-716F6C1EE76A}"/>
          </ac:spMkLst>
        </pc:spChg>
        <pc:spChg chg="add mod">
          <ac:chgData name="木村　湊" userId="18030a92-e387-4fb8-9fb3-56230bee2947" providerId="ADAL" clId="{030EC1B9-3EBF-44BE-81D7-2337D5F35D5C}" dt="2025-02-03T15:05:50.141" v="5430" actId="1076"/>
          <ac:spMkLst>
            <pc:docMk/>
            <pc:sldMk cId="203578381" sldId="281"/>
            <ac:spMk id="29" creationId="{4B82B18D-D800-E098-D8CC-C5CD348976EE}"/>
          </ac:spMkLst>
        </pc:spChg>
        <pc:spChg chg="add mod">
          <ac:chgData name="木村　湊" userId="18030a92-e387-4fb8-9fb3-56230bee2947" providerId="ADAL" clId="{030EC1B9-3EBF-44BE-81D7-2337D5F35D5C}" dt="2025-02-03T15:07:57.629" v="5610" actId="1076"/>
          <ac:spMkLst>
            <pc:docMk/>
            <pc:sldMk cId="203578381" sldId="281"/>
            <ac:spMk id="30" creationId="{462CABEA-6926-3B0B-A5CC-364B5164B3FB}"/>
          </ac:spMkLst>
        </pc:spChg>
        <pc:spChg chg="add mod">
          <ac:chgData name="木村　湊" userId="18030a92-e387-4fb8-9fb3-56230bee2947" providerId="ADAL" clId="{030EC1B9-3EBF-44BE-81D7-2337D5F35D5C}" dt="2025-02-03T15:06:47.166" v="5510" actId="208"/>
          <ac:spMkLst>
            <pc:docMk/>
            <pc:sldMk cId="203578381" sldId="281"/>
            <ac:spMk id="31" creationId="{74E286B1-A598-715D-AFC3-84BF05B59D12}"/>
          </ac:spMkLst>
        </pc:spChg>
        <pc:spChg chg="add mod">
          <ac:chgData name="木村　湊" userId="18030a92-e387-4fb8-9fb3-56230bee2947" providerId="ADAL" clId="{030EC1B9-3EBF-44BE-81D7-2337D5F35D5C}" dt="2025-02-03T15:08:14.972" v="5618" actId="20577"/>
          <ac:spMkLst>
            <pc:docMk/>
            <pc:sldMk cId="203578381" sldId="281"/>
            <ac:spMk id="32" creationId="{E3D2D734-16F4-94EE-91CD-EEEB05A1F565}"/>
          </ac:spMkLst>
        </pc:spChg>
        <pc:spChg chg="del">
          <ac:chgData name="木村　湊" userId="18030a92-e387-4fb8-9fb3-56230bee2947" providerId="ADAL" clId="{030EC1B9-3EBF-44BE-81D7-2337D5F35D5C}" dt="2025-02-03T14:51:01.378" v="4900" actId="478"/>
          <ac:spMkLst>
            <pc:docMk/>
            <pc:sldMk cId="203578381" sldId="281"/>
            <ac:spMk id="11308" creationId="{05A12424-D02A-5C1A-AF16-1483DA2AF256}"/>
          </ac:spMkLst>
        </pc:spChg>
        <pc:spChg chg="del">
          <ac:chgData name="木村　湊" userId="18030a92-e387-4fb8-9fb3-56230bee2947" providerId="ADAL" clId="{030EC1B9-3EBF-44BE-81D7-2337D5F35D5C}" dt="2025-02-03T14:51:01.378" v="4900" actId="478"/>
          <ac:spMkLst>
            <pc:docMk/>
            <pc:sldMk cId="203578381" sldId="281"/>
            <ac:spMk id="11309" creationId="{F72BBA2D-D6A5-3F5A-E9D3-1C51658EF7C4}"/>
          </ac:spMkLst>
        </pc:spChg>
        <pc:spChg chg="del">
          <ac:chgData name="木村　湊" userId="18030a92-e387-4fb8-9fb3-56230bee2947" providerId="ADAL" clId="{030EC1B9-3EBF-44BE-81D7-2337D5F35D5C}" dt="2025-02-03T14:51:01.378" v="4900" actId="478"/>
          <ac:spMkLst>
            <pc:docMk/>
            <pc:sldMk cId="203578381" sldId="281"/>
            <ac:spMk id="11311" creationId="{8FD59AEE-299E-60DC-DBD5-EBA54C540CAF}"/>
          </ac:spMkLst>
        </pc:spChg>
        <pc:picChg chg="del">
          <ac:chgData name="木村　湊" userId="18030a92-e387-4fb8-9fb3-56230bee2947" providerId="ADAL" clId="{030EC1B9-3EBF-44BE-81D7-2337D5F35D5C}" dt="2025-02-03T14:51:01.378" v="4900" actId="478"/>
          <ac:picMkLst>
            <pc:docMk/>
            <pc:sldMk cId="203578381" sldId="281"/>
            <ac:picMk id="11266" creationId="{643BF518-F70A-EBE0-975B-86E737D37445}"/>
          </ac:picMkLst>
        </pc:picChg>
        <pc:picChg chg="del">
          <ac:chgData name="木村　湊" userId="18030a92-e387-4fb8-9fb3-56230bee2947" providerId="ADAL" clId="{030EC1B9-3EBF-44BE-81D7-2337D5F35D5C}" dt="2025-02-03T14:51:01.378" v="4900" actId="478"/>
          <ac:picMkLst>
            <pc:docMk/>
            <pc:sldMk cId="203578381" sldId="281"/>
            <ac:picMk id="11268" creationId="{5D5AD7CE-8AB8-1530-F37F-7E17370F9E9C}"/>
          </ac:picMkLst>
        </pc:picChg>
        <pc:picChg chg="del">
          <ac:chgData name="木村　湊" userId="18030a92-e387-4fb8-9fb3-56230bee2947" providerId="ADAL" clId="{030EC1B9-3EBF-44BE-81D7-2337D5F35D5C}" dt="2025-02-03T14:51:01.378" v="4900" actId="478"/>
          <ac:picMkLst>
            <pc:docMk/>
            <pc:sldMk cId="203578381" sldId="281"/>
            <ac:picMk id="11270" creationId="{567187F9-2E8E-1CCF-B6C9-EBD48640D62E}"/>
          </ac:picMkLst>
        </pc:picChg>
        <pc:picChg chg="del">
          <ac:chgData name="木村　湊" userId="18030a92-e387-4fb8-9fb3-56230bee2947" providerId="ADAL" clId="{030EC1B9-3EBF-44BE-81D7-2337D5F35D5C}" dt="2025-02-03T14:51:01.378" v="4900" actId="478"/>
          <ac:picMkLst>
            <pc:docMk/>
            <pc:sldMk cId="203578381" sldId="281"/>
            <ac:picMk id="11278" creationId="{25BD6433-0D19-7E79-E2B4-EA52F65BB0C8}"/>
          </ac:picMkLst>
        </pc:picChg>
        <pc:picChg chg="del">
          <ac:chgData name="木村　湊" userId="18030a92-e387-4fb8-9fb3-56230bee2947" providerId="ADAL" clId="{030EC1B9-3EBF-44BE-81D7-2337D5F35D5C}" dt="2025-02-03T14:51:01.378" v="4900" actId="478"/>
          <ac:picMkLst>
            <pc:docMk/>
            <pc:sldMk cId="203578381" sldId="281"/>
            <ac:picMk id="11280" creationId="{1AB8DCC4-B739-EBCF-BD23-2DB2A189FF4F}"/>
          </ac:picMkLst>
        </pc:picChg>
        <pc:picChg chg="del">
          <ac:chgData name="木村　湊" userId="18030a92-e387-4fb8-9fb3-56230bee2947" providerId="ADAL" clId="{030EC1B9-3EBF-44BE-81D7-2337D5F35D5C}" dt="2025-02-03T14:51:03.386" v="4901" actId="478"/>
          <ac:picMkLst>
            <pc:docMk/>
            <pc:sldMk cId="203578381" sldId="281"/>
            <ac:picMk id="11286" creationId="{3FCCF5B3-C696-59D8-8947-2559573F35DE}"/>
          </ac:picMkLst>
        </pc:picChg>
        <pc:cxnChg chg="add mod">
          <ac:chgData name="木村　湊" userId="18030a92-e387-4fb8-9fb3-56230bee2947" providerId="ADAL" clId="{030EC1B9-3EBF-44BE-81D7-2337D5F35D5C}" dt="2025-02-03T14:54:58.779" v="5034" actId="208"/>
          <ac:cxnSpMkLst>
            <pc:docMk/>
            <pc:sldMk cId="203578381" sldId="281"/>
            <ac:cxnSpMk id="15" creationId="{937E83B3-6E19-2A8B-2B0C-CDC5DC756A8B}"/>
          </ac:cxnSpMkLst>
        </pc:cxnChg>
        <pc:cxnChg chg="add mod">
          <ac:chgData name="木村　湊" userId="18030a92-e387-4fb8-9fb3-56230bee2947" providerId="ADAL" clId="{030EC1B9-3EBF-44BE-81D7-2337D5F35D5C}" dt="2025-02-03T14:57:35.936" v="5100" actId="13822"/>
          <ac:cxnSpMkLst>
            <pc:docMk/>
            <pc:sldMk cId="203578381" sldId="281"/>
            <ac:cxnSpMk id="21" creationId="{09CE8E1F-903E-5340-82F9-E13F791DF277}"/>
          </ac:cxnSpMkLst>
        </pc:cxnChg>
        <pc:cxnChg chg="add del mod">
          <ac:chgData name="木村　湊" userId="18030a92-e387-4fb8-9fb3-56230bee2947" providerId="ADAL" clId="{030EC1B9-3EBF-44BE-81D7-2337D5F35D5C}" dt="2025-02-03T15:03:25.977" v="5280" actId="478"/>
          <ac:cxnSpMkLst>
            <pc:docMk/>
            <pc:sldMk cId="203578381" sldId="281"/>
            <ac:cxnSpMk id="26" creationId="{C1632C2E-9BC6-A8D1-9636-93BF3105D545}"/>
          </ac:cxnSpMkLst>
        </pc:cxnChg>
      </pc:sldChg>
      <pc:sldChg chg="addSp delSp modSp add mod modTransition">
        <pc:chgData name="木村　湊" userId="18030a92-e387-4fb8-9fb3-56230bee2947" providerId="ADAL" clId="{030EC1B9-3EBF-44BE-81D7-2337D5F35D5C}" dt="2025-02-03T15:16:50.373" v="5774"/>
        <pc:sldMkLst>
          <pc:docMk/>
          <pc:sldMk cId="2087500597" sldId="282"/>
        </pc:sldMkLst>
        <pc:spChg chg="add mod">
          <ac:chgData name="木村　湊" userId="18030a92-e387-4fb8-9fb3-56230bee2947" providerId="ADAL" clId="{030EC1B9-3EBF-44BE-81D7-2337D5F35D5C}" dt="2025-02-03T15:14:35.821" v="5772" actId="113"/>
          <ac:spMkLst>
            <pc:docMk/>
            <pc:sldMk cId="2087500597" sldId="282"/>
            <ac:spMk id="3" creationId="{44A2BF61-0AD9-0C49-8704-B5BED9EC66CE}"/>
          </ac:spMkLst>
        </pc:spChg>
        <pc:spChg chg="del">
          <ac:chgData name="木村　湊" userId="18030a92-e387-4fb8-9fb3-56230bee2947" providerId="ADAL" clId="{030EC1B9-3EBF-44BE-81D7-2337D5F35D5C}" dt="2025-02-03T15:09:38.962" v="5620" actId="478"/>
          <ac:spMkLst>
            <pc:docMk/>
            <pc:sldMk cId="2087500597" sldId="282"/>
            <ac:spMk id="4" creationId="{A587F619-6739-5749-1E5D-A5B9C3B06619}"/>
          </ac:spMkLst>
        </pc:spChg>
        <pc:spChg chg="del">
          <ac:chgData name="木村　湊" userId="18030a92-e387-4fb8-9fb3-56230bee2947" providerId="ADAL" clId="{030EC1B9-3EBF-44BE-81D7-2337D5F35D5C}" dt="2025-02-03T15:09:38.962" v="5620" actId="478"/>
          <ac:spMkLst>
            <pc:docMk/>
            <pc:sldMk cId="2087500597" sldId="282"/>
            <ac:spMk id="6" creationId="{0761A376-6E65-A4CB-6F4F-4A4399C9BCB3}"/>
          </ac:spMkLst>
        </pc:spChg>
        <pc:spChg chg="del">
          <ac:chgData name="木村　湊" userId="18030a92-e387-4fb8-9fb3-56230bee2947" providerId="ADAL" clId="{030EC1B9-3EBF-44BE-81D7-2337D5F35D5C}" dt="2025-02-03T15:09:38.962" v="5620" actId="478"/>
          <ac:spMkLst>
            <pc:docMk/>
            <pc:sldMk cId="2087500597" sldId="282"/>
            <ac:spMk id="7" creationId="{038CBE49-B6BC-8954-A1EE-7AB3351A4A23}"/>
          </ac:spMkLst>
        </pc:spChg>
        <pc:spChg chg="del">
          <ac:chgData name="木村　湊" userId="18030a92-e387-4fb8-9fb3-56230bee2947" providerId="ADAL" clId="{030EC1B9-3EBF-44BE-81D7-2337D5F35D5C}" dt="2025-02-03T15:09:38.962" v="5620" actId="478"/>
          <ac:spMkLst>
            <pc:docMk/>
            <pc:sldMk cId="2087500597" sldId="282"/>
            <ac:spMk id="8" creationId="{41B0E5EE-8D62-86D9-2935-0AEDB820BF4A}"/>
          </ac:spMkLst>
        </pc:spChg>
        <pc:spChg chg="del">
          <ac:chgData name="木村　湊" userId="18030a92-e387-4fb8-9fb3-56230bee2947" providerId="ADAL" clId="{030EC1B9-3EBF-44BE-81D7-2337D5F35D5C}" dt="2025-02-03T15:09:38.962" v="5620" actId="478"/>
          <ac:spMkLst>
            <pc:docMk/>
            <pc:sldMk cId="2087500597" sldId="282"/>
            <ac:spMk id="9" creationId="{961EE4D8-EC19-1457-397A-2A7B0B876D11}"/>
          </ac:spMkLst>
        </pc:spChg>
        <pc:spChg chg="add mod">
          <ac:chgData name="木村　湊" userId="18030a92-e387-4fb8-9fb3-56230bee2947" providerId="ADAL" clId="{030EC1B9-3EBF-44BE-81D7-2337D5F35D5C}" dt="2025-02-03T15:12:39.779" v="5669" actId="1076"/>
          <ac:spMkLst>
            <pc:docMk/>
            <pc:sldMk cId="2087500597" sldId="282"/>
            <ac:spMk id="14" creationId="{A3B5DB53-8BCA-A47D-2844-73F52415A152}"/>
          </ac:spMkLst>
        </pc:spChg>
        <pc:spChg chg="add del mod">
          <ac:chgData name="木村　湊" userId="18030a92-e387-4fb8-9fb3-56230bee2947" providerId="ADAL" clId="{030EC1B9-3EBF-44BE-81D7-2337D5F35D5C}" dt="2025-02-03T15:14:30.688" v="5771" actId="478"/>
          <ac:spMkLst>
            <pc:docMk/>
            <pc:sldMk cId="2087500597" sldId="282"/>
            <ac:spMk id="16" creationId="{3F0B783D-490C-C686-80C6-7A9A86E5DE3A}"/>
          </ac:spMkLst>
        </pc:spChg>
        <pc:spChg chg="del">
          <ac:chgData name="木村　湊" userId="18030a92-e387-4fb8-9fb3-56230bee2947" providerId="ADAL" clId="{030EC1B9-3EBF-44BE-81D7-2337D5F35D5C}" dt="2025-02-03T15:09:38.962" v="5620" actId="478"/>
          <ac:spMkLst>
            <pc:docMk/>
            <pc:sldMk cId="2087500597" sldId="282"/>
            <ac:spMk id="18" creationId="{ECA8AF15-1A22-4C2D-5689-D300B5A43B34}"/>
          </ac:spMkLst>
        </pc:spChg>
        <pc:spChg chg="del">
          <ac:chgData name="木村　湊" userId="18030a92-e387-4fb8-9fb3-56230bee2947" providerId="ADAL" clId="{030EC1B9-3EBF-44BE-81D7-2337D5F35D5C}" dt="2025-02-03T15:09:41.249" v="5621" actId="478"/>
          <ac:spMkLst>
            <pc:docMk/>
            <pc:sldMk cId="2087500597" sldId="282"/>
            <ac:spMk id="19" creationId="{70960EE6-4C4D-F9CA-916E-1016B513A630}"/>
          </ac:spMkLst>
        </pc:spChg>
        <pc:spChg chg="del">
          <ac:chgData name="木村　湊" userId="18030a92-e387-4fb8-9fb3-56230bee2947" providerId="ADAL" clId="{030EC1B9-3EBF-44BE-81D7-2337D5F35D5C}" dt="2025-02-03T15:09:42.863" v="5622" actId="478"/>
          <ac:spMkLst>
            <pc:docMk/>
            <pc:sldMk cId="2087500597" sldId="282"/>
            <ac:spMk id="22" creationId="{C42AF3DF-EE8A-3AE5-AAA7-7F2FEE0529EA}"/>
          </ac:spMkLst>
        </pc:spChg>
        <pc:spChg chg="del">
          <ac:chgData name="木村　湊" userId="18030a92-e387-4fb8-9fb3-56230bee2947" providerId="ADAL" clId="{030EC1B9-3EBF-44BE-81D7-2337D5F35D5C}" dt="2025-02-03T15:09:38.962" v="5620" actId="478"/>
          <ac:spMkLst>
            <pc:docMk/>
            <pc:sldMk cId="2087500597" sldId="282"/>
            <ac:spMk id="23" creationId="{040BB8C8-723C-2A57-78C8-618062EDCD6F}"/>
          </ac:spMkLst>
        </pc:spChg>
        <pc:spChg chg="del">
          <ac:chgData name="木村　湊" userId="18030a92-e387-4fb8-9fb3-56230bee2947" providerId="ADAL" clId="{030EC1B9-3EBF-44BE-81D7-2337D5F35D5C}" dt="2025-02-03T15:09:38.962" v="5620" actId="478"/>
          <ac:spMkLst>
            <pc:docMk/>
            <pc:sldMk cId="2087500597" sldId="282"/>
            <ac:spMk id="24" creationId="{52ED3292-A939-67F6-819B-EA07FF8D7602}"/>
          </ac:spMkLst>
        </pc:spChg>
        <pc:spChg chg="del">
          <ac:chgData name="木村　湊" userId="18030a92-e387-4fb8-9fb3-56230bee2947" providerId="ADAL" clId="{030EC1B9-3EBF-44BE-81D7-2337D5F35D5C}" dt="2025-02-03T15:09:38.962" v="5620" actId="478"/>
          <ac:spMkLst>
            <pc:docMk/>
            <pc:sldMk cId="2087500597" sldId="282"/>
            <ac:spMk id="28" creationId="{36987373-1E7D-8A0E-191E-FB5BAB48C083}"/>
          </ac:spMkLst>
        </pc:spChg>
        <pc:spChg chg="del">
          <ac:chgData name="木村　湊" userId="18030a92-e387-4fb8-9fb3-56230bee2947" providerId="ADAL" clId="{030EC1B9-3EBF-44BE-81D7-2337D5F35D5C}" dt="2025-02-03T15:09:38.962" v="5620" actId="478"/>
          <ac:spMkLst>
            <pc:docMk/>
            <pc:sldMk cId="2087500597" sldId="282"/>
            <ac:spMk id="30" creationId="{2977EB1D-43B1-2EC0-5D6F-B1DB5D2EF641}"/>
          </ac:spMkLst>
        </pc:spChg>
      </pc:sldChg>
      <pc:sldChg chg="new modTransition">
        <pc:chgData name="木村　湊" userId="18030a92-e387-4fb8-9fb3-56230bee2947" providerId="ADAL" clId="{030EC1B9-3EBF-44BE-81D7-2337D5F35D5C}" dt="2025-02-03T15:16:50.373" v="5774"/>
        <pc:sldMkLst>
          <pc:docMk/>
          <pc:sldMk cId="1481654492" sldId="283"/>
        </pc:sldMkLst>
      </pc:sldChg>
    </pc:docChg>
  </pc:docChgLst>
</pc:chgInfo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in="-2.14748E9" max="2.14748E9" units="cm"/>
          <inkml:channel name="Y" type="integer" min="-2.14748E9" max="2.14748E9" units="cm"/>
          <inkml:channel name="F" type="integer" max="32767" units="dev"/>
          <inkml:channel name="OA" type="integer" max="360" units="deg"/>
          <inkml:channel name="OE" type="integer" max="90" units="deg"/>
        </inkml:traceFormat>
        <inkml:channelProperties>
          <inkml:channelProperty channel="X" name="resolution" value="1000" units="1/cm"/>
          <inkml:channelProperty channel="Y" name="resolution" value="1000" units="1/cm"/>
          <inkml:channelProperty channel="F" name="resolution" value="0" units="1/dev"/>
          <inkml:channelProperty channel="OA" name="resolution" value="1000" units="1/deg"/>
          <inkml:channelProperty channel="OE" name="resolution" value="1000" units="1/deg"/>
        </inkml:channelProperties>
      </inkml:inkSource>
      <inkml:timestamp xml:id="ts0" timeString="2025-02-03T14:42:33.121"/>
    </inkml:context>
    <inkml:brush xml:id="br0">
      <inkml:brushProperty name="width" value="0.035" units="cm"/>
      <inkml:brushProperty name="height" value="0.035" units="cm"/>
      <inkml:brushProperty name="color" value="#E71224"/>
    </inkml:brush>
  </inkml:definitions>
  <inkml:trace contextRef="#ctx0" brushRef="#br0">20766 1215 5569 0 0,'0'0'12520'0'0,"3"-4"-11833"0"0,-2 3-598 0 0,0-1 0 0 0,0 0 1 0 0,0 0-1 0 0,0 0 1 0 0,0 0-1 0 0,0 0 0 0 0,-1 0 1 0 0,1 0-1 0 0,-1 0 1 0 0,1 0-1 0 0,-1 0 0 0 0,0 0 1 0 0,0-1-1 0 0,0 1 0 0 0,0 0 1 0 0,0 0-1 0 0,0 0 1 0 0,-1 0-1 0 0,1 0 0 0 0,-1 0 1 0 0,1-1-1 0 0,-3-2 0 0 0,1 0-3 0 0,-1 1 0 0 0,0-1 0 0 0,-1 1-1 0 0,1 0 1 0 0,-1 0 0 0 0,1 0-1 0 0,-1 0 1 0 0,0 1 0 0 0,-6-4 0 0 0,-7-4 44 0 0,0 1 1 0 0,-1 0 0 0 0,0 1-1 0 0,-23-7 1 0 0,3 4 110 0 0,-1 1 1 0 0,0 3-1 0 0,-63-7 0 0 0,-126 5 448 0 0,-1-1-169 0 0,-245-65 1300 0 0,2-32 223 0 0,360 81-1913 0 0,-279-89 1230 0 0,-12-3-320 0 0,-21 6-304 0 0,-179-37 193 0 0,-41 66-719 0 0,-7 44-240 0 0,264 19 43 0 0,-1167 7-13 0 0,443 20 0 0 0,1057-7 0 0 0,-1709-15 0 0 0,-4 10 0 0 0,835-53 0 0 0,-171 10 0 0 0,254 82 0 0 0,-197-1 0 0 0,789-36 0 0 0,-494 0 0 0 0,4 58 0 0 0,-569 182 0 0 0,1191-204 0 0 0,2 4 0 0 0,1 6 0 0 0,2 6 0 0 0,-198 108 0 0 0,253-117 0 0 0,2 3 0 0 0,1 2 0 0 0,3 2 0 0 0,1 4 0 0 0,3 2 0 0 0,2 2 0 0 0,3 2 0 0 0,-83 120 0 0 0,70-80 0 0 0,4 3 0 0 0,-57 131 0 0 0,-29 189 0 0 0,84-227 0 0 0,29-92-46 0 0,5 1 0 0 0,4 1-1 0 0,5 0 1 0 0,4 2 0 0 0,4 0 0 0 0,9 194 0 0 0,25-30 410 0 0,8 152-822 0 0,-23-215-277 0 0,-2 516 892 0 0,-16-504-467 0 0,-23 279 1136 0 0,7-256-817 0 0,6 269 0 0 0,20-464-160 0 0,3 946 763 0 0,-16-555-612 0 0,-26 524 0 0 0,-6-537 0 0 0,-9 199 0 0 0,63-171 0 0 0,2-63 0 0 0,-30 134 0 0 0,9 267 0 0 0,41-329 0 0 0,28 546 0 0 0,-56-882 0 0 0,28 539 0 0 0,-24-573 0 0 0,3-1 0 0 0,4-1 0 0 0,44 141 0 0 0,-44-186 0 0 0,3 0 0 0 0,1 0 0 0 0,3-2 0 0 0,1-1 0 0 0,2-1 0 0 0,1 0 0 0 0,2-2 0 0 0,2-2 0 0 0,1 0 0 0 0,2-2 0 0 0,52 40 0 0 0,-43-40 0 0 0,0-2 0 0 0,2-2 0 0 0,2-2 0 0 0,0-2 0 0 0,1-2 0 0 0,84 27 0 0 0,587 124 0 0 0,-263-115 0 0 0,-328-46 0 0 0,397 12 0 0 0,-18-1 0 0 0,405 113 0 0 0,-359 10 0 0 0,-182-43 0 0 0,137-7 0 0 0,7-39 0 0 0,-352-41 0 0 0,544 20 0 0 0,-393-27 0 0 0,882-21 0 0 0,-328-14 0 0 0,37-2 0 0 0,-829 24 0 0 0,555-34 0 0 0,-7-44 0 0 0,1621-217 0 0 0,-2062 291 0 0 0,1 9 0 0 0,-1 7 0 0 0,359 66 0 0 0,-151 25 0 0 0,53 11 0 0 0,-319-92 0 0 0,1-5 0 0 0,1-6 0 0 0,232-15 0 0 0,982-9 0 0 0,-285 82 0 0 0,-635-36 0 0 0,562 18 0 0 0,563-113 0 0 0,-991 32-96 0 0,703 48-1 0 0,120-24 290 0 0,-493-76-255 0 0,-646 56 99 0 0,544-49-11 0 0,-300 32-27 0 0,331-8 2 0 0,-659 47-2 0 0,-105 5-1 0 0,712-61-193 0 0,-652 47 139 0 0,0-6-1 0 0,-1-4 0 0 0,-2-5 1 0 0,192-84-1 0 0,267-207-108 0 0,-447 249 109 0 0,-46 29 100 0 0,256-146-1393 0 0,-214 134 1207 0 0,322-181 264 0 0,-363 190 94 0 0,-36 26-104 0 0,-2-2 0 0 0,-1-2 0 0 0,53-48 1 0 0,-60 45-187 0 0,0-1 1 0 0,-2-1-1 0 0,-1-1 1 0 0,21-37-1 0 0,-38 56 47 0 0,14-25-110 0 0,0-2 0 0 0,22-61 0 0 0,-37 81 167 0 0,5-13 138 0 0,2 0 0 0 0,29-56 0 0 0,45-84 366 0 0,6 13-370 0 0,28-44-951 0 0,-86 151 747 0 0,66-92 197 0 0,-87 124-44 0 0,-1-1 0 0 0,-1 0 0 0 0,15-37 0 0 0,12-22-224 0 0,-13 38 160 0 0,-17 31-23 0 0,-2-2 0 0 0,1 1 1 0 0,-1-1-1 0 0,-1 0 0 0 0,0 0 0 0 0,5-21 1 0 0,-7 22-36 0 0,0 0 0 0 0,1-1 1 0 0,1 2-1 0 0,-1-1 0 0 0,9-11 1 0 0,-7 12 28 0 0,-1 0 1 0 0,0-1 0 0 0,0 0 0 0 0,6-23 0 0 0,-2 0 19 0 0,27-63 0 0 0,-6 21 74 0 0,-22 53-144 0 0,-4 12-19 0 0,-1 0 0 0 0,0-1 0 0 0,-1 1 0 0 0,0-1 0 0 0,2-14 0 0 0,12-60-15 0 0,-12 55 111 0 0,1 0 0 0 0,1 0 0 0 0,16-41 0 0 0,-10 37-49 0 0,-3 0 0 0 0,7-44 0 0 0,-13 54 10 0 0,5-64-24 0 0,-8 61 49 0 0,9-46 0 0 0,1-17-112 0 0,-4-64 115 0 0,-7 130-14 0 0,0 0 1 0 0,-2 0-1 0 0,-1 0 1 0 0,-2 0-1 0 0,-8-32 1 0 0,-9-57-11 0 0,-3-28 95 0 0,15 99-193 0 0,2-1-1 0 0,-2-55 1 0 0,6 16 157 0 0,-18-110 0 0 0,20 179-53 0 0,1 0 0 0 0,1 0 0 0 0,0-1 0 0 0,3-17 0 0 0,-1 18-3 0 0,-1 0 0 0 0,0 0 0 0 0,-1 0-1 0 0,-3-20 1 0 0,1 18 2 0 0,0 0-1 0 0,2 1 0 0 0,2-30 1 0 0,0 27-4 0 0,-1-1-1 0 0,-3-26 1 0 0,-12-176 223 0 0,11 104-148 0 0,0 86-74 0 0,1 0 0 0 0,1 1 0 0 0,4-33 0 0 0,-1 24-51 0 0,-3-50-1 0 0,-1 51-59 0 0,5-48 1 0 0,-1 26 55 0 0,2-17-130 0 0,-1 42 68 0 0,-3-50 0 0 0,-2 31 160 0 0,2 0 0 0 0,2 0-1 0 0,17-97 1 0 0,-9 91-55 0 0,4-112 1 0 0,-18 87-36 0 0,1 53-55 0 0,2-1 1 0 0,3-37-1 0 0,-1 55 86 0 0,-1 0 0 0 0,-1 0 1 0 0,-4-30-1 0 0,-2-35 265 0 0,6 3-258 0 0,-4 0 1 0 0,-3 1-1 0 0,-19-85 0 0 0,14 112 124 0 0,-1 1 0 0 0,-26-60 0 0 0,19 55 9 0 0,-19-75 1 0 0,29 93-139 0 0,-1 1 0 0 0,-1 0 0 0 0,-26-45 0 0 0,-4-13 0 0 0,25 32 0 0 0,-3-6 0 0 0,-247-508 0 0 0,216 446 0 0 0,34 79 0 0 0,-39-75 0 0 0,32 75 0 0 0,-23-68 0 0 0,31 73 0 0 0,-1 1 0 0 0,-34-58 0 0 0,-18-14 0 0 0,-97-145 0 0 0,-59-81 0 0 0,185 283 0 0 0,-3 2 0 0 0,-3 2 0 0 0,-95-88 0 0 0,-8 16 0 0 0,-93-54 0 0 0,125 94 0 0 0,-503-326 0 0 0,577 385 0 0 0,-229-154 0 0 0,-142-85 0 0 0,131 107 0 0 0,-624-343 0 0 0,-221-19 0 0 0,523 230 0 0 0,-58-22 0 0 0,-773-181 0 0 0,121 198 0 0 0,917 218 0 0 0,-554-115 0 0 0,660 145 0 0 0,-487-20 0 0 0,-302 68 0 0 0,981 2 208 0 0,1-5-1 0 0,-120-18 1 0 0,160 11-1025 0 0,-84-27 0 0 0,97 22-2000 0 0,1-3 1 0 0,-55-30-1 0 0,-106-78-7335 0 0,107 62-242 0 0</inkml:trace>
</inkml:ink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タイトル スライド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E267A9F-8B38-4FC3-151F-5E014156DD85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字幕 2">
            <a:extLst>
              <a:ext uri="{FF2B5EF4-FFF2-40B4-BE49-F238E27FC236}">
                <a16:creationId xmlns:a16="http://schemas.microsoft.com/office/drawing/2014/main" id="{FE80E510-D26B-0A3A-B3CD-A30698513B7C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kumimoji="1" lang="ja-JP" altLang="en-US"/>
              <a:t>マスター サブタイトルの書式設定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E19C905-FEDA-6C24-B7AD-A64CA0AC5327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2618-C77B-4102-B019-D792952533EA}" type="datetimeFigureOut">
              <a:rPr kumimoji="1" lang="ja-JP" altLang="en-US" smtClean="0"/>
              <a:t>2025/2/12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4CF56E4-01FF-F36D-8059-F60F78787C9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BF263BC0-699E-576F-D52F-9E771F8BE5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5D90-A3B8-417A-8486-C458F4C9D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29728425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タイトルと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244696C9-25FB-77AF-8DC6-2F252D566EF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1F760135-5FEA-D4EA-F08F-E601A79EFF90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25B24ACE-F0A3-6679-6CF2-4F0117487B6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2618-C77B-4102-B019-D792952533EA}" type="datetimeFigureOut">
              <a:rPr kumimoji="1" lang="ja-JP" altLang="en-US" smtClean="0"/>
              <a:t>2025/2/12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DC79FAD8-806F-55EC-A1E2-315826028B7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5B208687-D7E4-DDC0-BE98-2EC200485D9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5D90-A3B8-417A-8486-C458F4C9D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612976463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セクション見出し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EFD2882F-BAA8-18EF-EAF2-DF5068FA0BC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12533CA1-8B30-429E-828A-44D2AA451BB9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908964BB-7A06-4D9B-B684-2FFD8ECE1E8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2618-C77B-4102-B019-D792952533EA}" type="datetimeFigureOut">
              <a:rPr kumimoji="1" lang="ja-JP" altLang="en-US" smtClean="0"/>
              <a:t>2025/2/12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169F3954-FC95-0D57-E690-A9BAC91D34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3DEC9306-D817-FC38-C94E-F7191C8468F1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5D90-A3B8-417A-8486-C458F4C9D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513958850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2 つ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DE440AF3-61C6-D021-8552-9946353984C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BF46F7BC-20F6-EB26-C292-D83EE4CBC2D5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636DF14C-F1DC-F838-AE1B-9DF427479E79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18A71862-5379-FBFF-EA0B-5DCF3E848C0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2618-C77B-4102-B019-D792952533EA}" type="datetimeFigureOut">
              <a:rPr kumimoji="1" lang="ja-JP" altLang="en-US" smtClean="0"/>
              <a:t>2025/2/12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4128B87B-B8F1-8B35-F47C-EC73CDC6F1A3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E54FEAE5-FDEF-0519-DA9F-6EA5A5CD97D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5D90-A3B8-417A-8486-C458F4C9D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817078578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比較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69DA0939-A6D8-5CA9-1642-BB5DD750544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B2962879-1F49-A953-E766-B150687C1487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4" name="コンテンツ プレースホルダー 3">
            <a:extLst>
              <a:ext uri="{FF2B5EF4-FFF2-40B4-BE49-F238E27FC236}">
                <a16:creationId xmlns:a16="http://schemas.microsoft.com/office/drawing/2014/main" id="{B5880963-5E57-F72B-03F9-4E3613D78568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5" name="テキスト プレースホルダー 4">
            <a:extLst>
              <a:ext uri="{FF2B5EF4-FFF2-40B4-BE49-F238E27FC236}">
                <a16:creationId xmlns:a16="http://schemas.microsoft.com/office/drawing/2014/main" id="{A4AB0ACB-48BB-05FA-FA0C-D78F064021A0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6" name="コンテンツ プレースホルダー 5">
            <a:extLst>
              <a:ext uri="{FF2B5EF4-FFF2-40B4-BE49-F238E27FC236}">
                <a16:creationId xmlns:a16="http://schemas.microsoft.com/office/drawing/2014/main" id="{DE41C189-27CA-5689-80C6-64FFDA70B87A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7" name="日付プレースホルダー 6">
            <a:extLst>
              <a:ext uri="{FF2B5EF4-FFF2-40B4-BE49-F238E27FC236}">
                <a16:creationId xmlns:a16="http://schemas.microsoft.com/office/drawing/2014/main" id="{44613356-4F9B-5806-226E-7CB8E900015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2618-C77B-4102-B019-D792952533EA}" type="datetimeFigureOut">
              <a:rPr kumimoji="1" lang="ja-JP" altLang="en-US" smtClean="0"/>
              <a:t>2025/2/12</a:t>
            </a:fld>
            <a:endParaRPr kumimoji="1" lang="ja-JP" altLang="en-US"/>
          </a:p>
        </p:txBody>
      </p:sp>
      <p:sp>
        <p:nvSpPr>
          <p:cNvPr id="8" name="フッター プレースホルダー 7">
            <a:extLst>
              <a:ext uri="{FF2B5EF4-FFF2-40B4-BE49-F238E27FC236}">
                <a16:creationId xmlns:a16="http://schemas.microsoft.com/office/drawing/2014/main" id="{AF0BB6C7-208D-ED53-C8A1-7937E444F60B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9" name="スライド番号プレースホルダー 8">
            <a:extLst>
              <a:ext uri="{FF2B5EF4-FFF2-40B4-BE49-F238E27FC236}">
                <a16:creationId xmlns:a16="http://schemas.microsoft.com/office/drawing/2014/main" id="{DC3DBE58-A5CC-15A2-76BD-4B9457555D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5D90-A3B8-417A-8486-C458F4C9D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14071413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タイトルのみ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952DF439-C1A4-7EAA-6CAD-B47D495F6143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日付プレースホルダー 2">
            <a:extLst>
              <a:ext uri="{FF2B5EF4-FFF2-40B4-BE49-F238E27FC236}">
                <a16:creationId xmlns:a16="http://schemas.microsoft.com/office/drawing/2014/main" id="{DCEC4656-F067-01DB-81E0-08C91EEF234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2618-C77B-4102-B019-D792952533EA}" type="datetimeFigureOut">
              <a:rPr kumimoji="1" lang="ja-JP" altLang="en-US" smtClean="0"/>
              <a:t>2025/2/12</a:t>
            </a:fld>
            <a:endParaRPr kumimoji="1" lang="ja-JP" altLang="en-US"/>
          </a:p>
        </p:txBody>
      </p:sp>
      <p:sp>
        <p:nvSpPr>
          <p:cNvPr id="4" name="フッター プレースホルダー 3">
            <a:extLst>
              <a:ext uri="{FF2B5EF4-FFF2-40B4-BE49-F238E27FC236}">
                <a16:creationId xmlns:a16="http://schemas.microsoft.com/office/drawing/2014/main" id="{894A9354-04F9-0332-D730-AF4D84F5F1A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5" name="スライド番号プレースホルダー 4">
            <a:extLst>
              <a:ext uri="{FF2B5EF4-FFF2-40B4-BE49-F238E27FC236}">
                <a16:creationId xmlns:a16="http://schemas.microsoft.com/office/drawing/2014/main" id="{E6D58898-A969-8954-C4D8-71596902419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5D90-A3B8-417A-8486-C458F4C9D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43332327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白紙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日付プレースホルダー 1">
            <a:extLst>
              <a:ext uri="{FF2B5EF4-FFF2-40B4-BE49-F238E27FC236}">
                <a16:creationId xmlns:a16="http://schemas.microsoft.com/office/drawing/2014/main" id="{50EEBFFD-8680-F1BB-158C-2426984D381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2618-C77B-4102-B019-D792952533EA}" type="datetimeFigureOut">
              <a:rPr kumimoji="1" lang="ja-JP" altLang="en-US" smtClean="0"/>
              <a:t>2025/2/12</a:t>
            </a:fld>
            <a:endParaRPr kumimoji="1" lang="ja-JP" altLang="en-US"/>
          </a:p>
        </p:txBody>
      </p:sp>
      <p:sp>
        <p:nvSpPr>
          <p:cNvPr id="3" name="フッター プレースホルダー 2">
            <a:extLst>
              <a:ext uri="{FF2B5EF4-FFF2-40B4-BE49-F238E27FC236}">
                <a16:creationId xmlns:a16="http://schemas.microsoft.com/office/drawing/2014/main" id="{EFA9EDC9-D0D9-9D20-DEC3-3CFF35AB737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4" name="スライド番号プレースホルダー 3">
            <a:extLst>
              <a:ext uri="{FF2B5EF4-FFF2-40B4-BE49-F238E27FC236}">
                <a16:creationId xmlns:a16="http://schemas.microsoft.com/office/drawing/2014/main" id="{4C631C6A-BFE6-39E9-CF28-93A4B60977F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5D90-A3B8-417A-8486-C458F4C9D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605466434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タイトル付きのコンテンツ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1C165687-7019-4ECF-BE19-D73FB8A9E427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コンテンツ プレースホルダー 2">
            <a:extLst>
              <a:ext uri="{FF2B5EF4-FFF2-40B4-BE49-F238E27FC236}">
                <a16:creationId xmlns:a16="http://schemas.microsoft.com/office/drawing/2014/main" id="{83484284-F0D8-A09D-8547-8912BA664A13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B49DCDEC-4DC3-F2D3-190C-647CDBC455A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9E7BD63F-FECA-070D-3E1C-BB299F66C0B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2618-C77B-4102-B019-D792952533EA}" type="datetimeFigureOut">
              <a:rPr kumimoji="1" lang="ja-JP" altLang="en-US" smtClean="0"/>
              <a:t>2025/2/12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30B818B7-4634-7368-0EC3-AB67167D77F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F590003D-9D19-655F-41E9-E72C4E44A882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5D90-A3B8-417A-8486-C458F4C9D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339392127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タイトル付きの図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42FF8849-96F8-2DC5-20C5-A8E7E3728E1C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図プレースホルダー 2">
            <a:extLst>
              <a:ext uri="{FF2B5EF4-FFF2-40B4-BE49-F238E27FC236}">
                <a16:creationId xmlns:a16="http://schemas.microsoft.com/office/drawing/2014/main" id="{CD8305AC-2FCD-CF75-7F18-47F1F7B33D18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kumimoji="1" lang="ja-JP" altLang="en-US"/>
          </a:p>
        </p:txBody>
      </p:sp>
      <p:sp>
        <p:nvSpPr>
          <p:cNvPr id="4" name="テキスト プレースホルダー 3">
            <a:extLst>
              <a:ext uri="{FF2B5EF4-FFF2-40B4-BE49-F238E27FC236}">
                <a16:creationId xmlns:a16="http://schemas.microsoft.com/office/drawing/2014/main" id="{DDDD046F-E445-268C-3E4B-D96C9BA75A19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kumimoji="1" lang="ja-JP" altLang="en-US"/>
              <a:t>マスター テキストの書式設定</a:t>
            </a:r>
          </a:p>
        </p:txBody>
      </p:sp>
      <p:sp>
        <p:nvSpPr>
          <p:cNvPr id="5" name="日付プレースホルダー 4">
            <a:extLst>
              <a:ext uri="{FF2B5EF4-FFF2-40B4-BE49-F238E27FC236}">
                <a16:creationId xmlns:a16="http://schemas.microsoft.com/office/drawing/2014/main" id="{4A47BD03-C598-C3DD-4678-D8D593932D2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2618-C77B-4102-B019-D792952533EA}" type="datetimeFigureOut">
              <a:rPr kumimoji="1" lang="ja-JP" altLang="en-US" smtClean="0"/>
              <a:t>2025/2/12</a:t>
            </a:fld>
            <a:endParaRPr kumimoji="1" lang="ja-JP" altLang="en-US"/>
          </a:p>
        </p:txBody>
      </p:sp>
      <p:sp>
        <p:nvSpPr>
          <p:cNvPr id="6" name="フッター プレースホルダー 5">
            <a:extLst>
              <a:ext uri="{FF2B5EF4-FFF2-40B4-BE49-F238E27FC236}">
                <a16:creationId xmlns:a16="http://schemas.microsoft.com/office/drawing/2014/main" id="{6FF98F10-ECDD-CD27-8B22-929A32FA15E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7" name="スライド番号プレースホルダー 6">
            <a:extLst>
              <a:ext uri="{FF2B5EF4-FFF2-40B4-BE49-F238E27FC236}">
                <a16:creationId xmlns:a16="http://schemas.microsoft.com/office/drawing/2014/main" id="{88524CAA-D6E9-BC81-7973-09417F69BC3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5D90-A3B8-417A-8486-C458F4C9D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929360882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タイトルと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1">
            <a:extLst>
              <a:ext uri="{FF2B5EF4-FFF2-40B4-BE49-F238E27FC236}">
                <a16:creationId xmlns:a16="http://schemas.microsoft.com/office/drawing/2014/main" id="{B002BD20-7356-EA7B-3180-C23E12FC4C5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8B7887AE-B3A0-A694-3E08-FF5F90DCB682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C7633CD8-E113-3224-E402-E5080545C36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2618-C77B-4102-B019-D792952533EA}" type="datetimeFigureOut">
              <a:rPr kumimoji="1" lang="ja-JP" altLang="en-US" smtClean="0"/>
              <a:t>2025/2/12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9EB3E3E-E864-6605-ED0F-740EC11707E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77EC9FBE-AE5D-6ADB-3CD0-8F39A996054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5D90-A3B8-417A-8486-C458F4C9D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828334579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縦書きタイトルと&#10;縦書きテキスト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縦書きタイトル 1">
            <a:extLst>
              <a:ext uri="{FF2B5EF4-FFF2-40B4-BE49-F238E27FC236}">
                <a16:creationId xmlns:a16="http://schemas.microsoft.com/office/drawing/2014/main" id="{FF50E324-45D2-1997-6A1E-995255A370F2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縦書きテキスト プレースホルダー 2">
            <a:extLst>
              <a:ext uri="{FF2B5EF4-FFF2-40B4-BE49-F238E27FC236}">
                <a16:creationId xmlns:a16="http://schemas.microsoft.com/office/drawing/2014/main" id="{A96A4217-EE47-052A-5F5F-6ABD75F1801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BCEF6A68-5DA1-304F-2188-EABCACADFD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85A32618-C77B-4102-B019-D792952533EA}" type="datetimeFigureOut">
              <a:rPr kumimoji="1" lang="ja-JP" altLang="en-US" smtClean="0"/>
              <a:t>2025/2/12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356DD5C6-9369-4757-C4E8-E2FBEE153C5C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461CB42A-613D-281F-DB8A-78C764F8E81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676E5D90-A3B8-417A-8486-C458F4C9D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068836326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theme" Target="../theme/theme1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タイトル プレースホルダー 1">
            <a:extLst>
              <a:ext uri="{FF2B5EF4-FFF2-40B4-BE49-F238E27FC236}">
                <a16:creationId xmlns:a16="http://schemas.microsoft.com/office/drawing/2014/main" id="{389F51A3-9D6B-9AC8-6D3B-DB28A12640C8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kumimoji="1" lang="ja-JP" altLang="en-US"/>
              <a:t>マスター タイトルの書式設定</a:t>
            </a:r>
          </a:p>
        </p:txBody>
      </p:sp>
      <p:sp>
        <p:nvSpPr>
          <p:cNvPr id="3" name="テキスト プレースホルダー 2">
            <a:extLst>
              <a:ext uri="{FF2B5EF4-FFF2-40B4-BE49-F238E27FC236}">
                <a16:creationId xmlns:a16="http://schemas.microsoft.com/office/drawing/2014/main" id="{40B86E59-2247-74A5-9DEA-C95F69E0D0FB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kumimoji="1" lang="ja-JP" altLang="en-US"/>
              <a:t>マスター テキストの書式設定</a:t>
            </a:r>
          </a:p>
          <a:p>
            <a:pPr lvl="1"/>
            <a:r>
              <a:rPr kumimoji="1" lang="ja-JP" altLang="en-US"/>
              <a:t>第 </a:t>
            </a:r>
            <a:r>
              <a:rPr kumimoji="1" lang="en-US" altLang="ja-JP"/>
              <a:t>2 </a:t>
            </a:r>
            <a:r>
              <a:rPr kumimoji="1" lang="ja-JP" altLang="en-US"/>
              <a:t>レベル</a:t>
            </a:r>
          </a:p>
          <a:p>
            <a:pPr lvl="2"/>
            <a:r>
              <a:rPr kumimoji="1" lang="ja-JP" altLang="en-US"/>
              <a:t>第 </a:t>
            </a:r>
            <a:r>
              <a:rPr kumimoji="1" lang="en-US" altLang="ja-JP"/>
              <a:t>3 </a:t>
            </a:r>
            <a:r>
              <a:rPr kumimoji="1" lang="ja-JP" altLang="en-US"/>
              <a:t>レベル</a:t>
            </a:r>
          </a:p>
          <a:p>
            <a:pPr lvl="3"/>
            <a:r>
              <a:rPr kumimoji="1" lang="ja-JP" altLang="en-US"/>
              <a:t>第 </a:t>
            </a:r>
            <a:r>
              <a:rPr kumimoji="1" lang="en-US" altLang="ja-JP"/>
              <a:t>4 </a:t>
            </a:r>
            <a:r>
              <a:rPr kumimoji="1" lang="ja-JP" altLang="en-US"/>
              <a:t>レベル</a:t>
            </a:r>
          </a:p>
          <a:p>
            <a:pPr lvl="4"/>
            <a:r>
              <a:rPr kumimoji="1" lang="ja-JP" altLang="en-US"/>
              <a:t>第 </a:t>
            </a:r>
            <a:r>
              <a:rPr kumimoji="1" lang="en-US" altLang="ja-JP"/>
              <a:t>5 </a:t>
            </a:r>
            <a:r>
              <a:rPr kumimoji="1" lang="ja-JP" altLang="en-US"/>
              <a:t>レベル</a:t>
            </a:r>
          </a:p>
        </p:txBody>
      </p:sp>
      <p:sp>
        <p:nvSpPr>
          <p:cNvPr id="4" name="日付プレースホルダー 3">
            <a:extLst>
              <a:ext uri="{FF2B5EF4-FFF2-40B4-BE49-F238E27FC236}">
                <a16:creationId xmlns:a16="http://schemas.microsoft.com/office/drawing/2014/main" id="{4C7E2EEE-EB00-E1EC-F566-A1C98DC2E3A1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85A32618-C77B-4102-B019-D792952533EA}" type="datetimeFigureOut">
              <a:rPr kumimoji="1" lang="ja-JP" altLang="en-US" smtClean="0"/>
              <a:t>2025/2/12</a:t>
            </a:fld>
            <a:endParaRPr kumimoji="1" lang="ja-JP" altLang="en-US"/>
          </a:p>
        </p:txBody>
      </p:sp>
      <p:sp>
        <p:nvSpPr>
          <p:cNvPr id="5" name="フッター プレースホルダー 4">
            <a:extLst>
              <a:ext uri="{FF2B5EF4-FFF2-40B4-BE49-F238E27FC236}">
                <a16:creationId xmlns:a16="http://schemas.microsoft.com/office/drawing/2014/main" id="{779AAF0B-0640-006F-D4E8-D949F71A8ED7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kumimoji="1" lang="ja-JP" altLang="en-US"/>
          </a:p>
        </p:txBody>
      </p:sp>
      <p:sp>
        <p:nvSpPr>
          <p:cNvPr id="6" name="スライド番号プレースホルダー 5">
            <a:extLst>
              <a:ext uri="{FF2B5EF4-FFF2-40B4-BE49-F238E27FC236}">
                <a16:creationId xmlns:a16="http://schemas.microsoft.com/office/drawing/2014/main" id="{914AAAFA-AB10-6640-95E2-91C0B14E04CF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76E5D90-A3B8-417A-8486-C458F4C9D79D}" type="slidenum">
              <a:rPr kumimoji="1" lang="ja-JP" altLang="en-US" smtClean="0"/>
              <a:t>‹#›</a:t>
            </a:fld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41080213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kumimoji="1"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kumimoji="1"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ja-JP"/>
      </a:defPPr>
      <a:lvl1pPr marL="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kumimoji="1"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4" Type="http://schemas.openxmlformats.org/officeDocument/2006/relationships/image" Target="../media/image4.png"/></Relationships>
</file>

<file path=ppt/slides/_rels/slide8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1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6.jpeg"/><Relationship Id="rId5" Type="http://schemas.openxmlformats.org/officeDocument/2006/relationships/image" Target="../media/image5.png"/><Relationship Id="rId4" Type="http://schemas.openxmlformats.org/officeDocument/2006/relationships/image" Target="../media/image4.png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0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1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2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image" Target="../media/image7.png"/><Relationship Id="rId1" Type="http://schemas.openxmlformats.org/officeDocument/2006/relationships/slideLayout" Target="../slideLayouts/slideLayout7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8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29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0.png"/><Relationship Id="rId2" Type="http://schemas.openxmlformats.org/officeDocument/2006/relationships/image" Target="../media/image9.png"/><Relationship Id="rId1" Type="http://schemas.openxmlformats.org/officeDocument/2006/relationships/slideLayout" Target="../slideLayouts/slideLayout7.xml"/></Relationships>
</file>

<file path=ppt/slides/_rels/slide3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png"/><Relationship Id="rId1" Type="http://schemas.openxmlformats.org/officeDocument/2006/relationships/slideLayout" Target="../slideLayouts/slideLayout7.xml"/></Relationships>
</file>

<file path=ppt/slides/_rels/slide3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8.jpeg"/><Relationship Id="rId3" Type="http://schemas.openxmlformats.org/officeDocument/2006/relationships/image" Target="../media/image13.jpeg"/><Relationship Id="rId7" Type="http://schemas.openxmlformats.org/officeDocument/2006/relationships/image" Target="../media/image17.pn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6.jpeg"/><Relationship Id="rId11" Type="http://schemas.openxmlformats.org/officeDocument/2006/relationships/image" Target="../media/image21.png"/><Relationship Id="rId5" Type="http://schemas.openxmlformats.org/officeDocument/2006/relationships/image" Target="../media/image15.jpeg"/><Relationship Id="rId10" Type="http://schemas.openxmlformats.org/officeDocument/2006/relationships/image" Target="../media/image20.png"/><Relationship Id="rId4" Type="http://schemas.openxmlformats.org/officeDocument/2006/relationships/image" Target="../media/image14.png"/><Relationship Id="rId9" Type="http://schemas.openxmlformats.org/officeDocument/2006/relationships/image" Target="../media/image19.png"/></Relationships>
</file>

<file path=ppt/slides/_rels/slide37.xml.rels><?xml version="1.0" encoding="UTF-8" standalone="yes"?>
<Relationships xmlns="http://schemas.openxmlformats.org/package/2006/relationships"><Relationship Id="rId8" Type="http://schemas.openxmlformats.org/officeDocument/2006/relationships/image" Target="../media/image20.png"/><Relationship Id="rId13" Type="http://schemas.openxmlformats.org/officeDocument/2006/relationships/image" Target="../media/image14.png"/><Relationship Id="rId3" Type="http://schemas.openxmlformats.org/officeDocument/2006/relationships/image" Target="../media/image15.jpeg"/><Relationship Id="rId7" Type="http://schemas.openxmlformats.org/officeDocument/2006/relationships/image" Target="../media/image19.png"/><Relationship Id="rId12" Type="http://schemas.openxmlformats.org/officeDocument/2006/relationships/image" Target="../media/image13.jpeg"/><Relationship Id="rId2" Type="http://schemas.openxmlformats.org/officeDocument/2006/relationships/image" Target="../media/image12.jpeg"/><Relationship Id="rId1" Type="http://schemas.openxmlformats.org/officeDocument/2006/relationships/slideLayout" Target="../slideLayouts/slideLayout7.xml"/><Relationship Id="rId6" Type="http://schemas.openxmlformats.org/officeDocument/2006/relationships/image" Target="../media/image18.jpeg"/><Relationship Id="rId11" Type="http://schemas.openxmlformats.org/officeDocument/2006/relationships/image" Target="../media/image21.png"/><Relationship Id="rId5" Type="http://schemas.openxmlformats.org/officeDocument/2006/relationships/image" Target="../media/image17.png"/><Relationship Id="rId10" Type="http://schemas.openxmlformats.org/officeDocument/2006/relationships/image" Target="../media/image22.png"/><Relationship Id="rId4" Type="http://schemas.openxmlformats.org/officeDocument/2006/relationships/image" Target="../media/image16.jpeg"/><Relationship Id="rId9" Type="http://schemas.openxmlformats.org/officeDocument/2006/relationships/customXml" Target="../ink/ink1.xml"/></Relationships>
</file>

<file path=ppt/slides/_rels/slide3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26" name="Picture 2">
            <a:extLst>
              <a:ext uri="{FF2B5EF4-FFF2-40B4-BE49-F238E27FC236}">
                <a16:creationId xmlns:a16="http://schemas.microsoft.com/office/drawing/2014/main" id="{92940BA4-F3C3-554E-D45E-D060DBDB72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" y="0"/>
            <a:ext cx="12191999" cy="813206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5" name="正方形/長方形 4">
            <a:extLst>
              <a:ext uri="{FF2B5EF4-FFF2-40B4-BE49-F238E27FC236}">
                <a16:creationId xmlns:a16="http://schemas.microsoft.com/office/drawing/2014/main" id="{844B4379-638E-F7D2-ED69-D71803672B06}"/>
              </a:ext>
            </a:extLst>
          </p:cNvPr>
          <p:cNvSpPr/>
          <p:nvPr/>
        </p:nvSpPr>
        <p:spPr>
          <a:xfrm>
            <a:off x="0" y="0"/>
            <a:ext cx="12191999" cy="7126941"/>
          </a:xfrm>
          <a:prstGeom prst="rect">
            <a:avLst/>
          </a:prstGeom>
          <a:solidFill>
            <a:srgbClr val="808080">
              <a:alpha val="50196"/>
            </a:srgbClr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9B0AD36F-1568-32A8-40B9-D26929176153}"/>
              </a:ext>
            </a:extLst>
          </p:cNvPr>
          <p:cNvSpPr txBox="1"/>
          <p:nvPr/>
        </p:nvSpPr>
        <p:spPr>
          <a:xfrm>
            <a:off x="0" y="3989294"/>
            <a:ext cx="1219200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4800" b="1" dirty="0">
                <a:ln>
                  <a:solidFill>
                    <a:schemeClr val="bg1"/>
                  </a:solidFill>
                </a:ln>
              </a:rPr>
              <a:t>～背景に潜む中華人民共和国の戦略とは～</a:t>
            </a:r>
            <a:endParaRPr kumimoji="1" lang="ja-JP" altLang="en-US" sz="4800" b="1" dirty="0">
              <a:ln>
                <a:solidFill>
                  <a:schemeClr val="bg1"/>
                </a:solidFill>
              </a:ln>
            </a:endParaRPr>
          </a:p>
        </p:txBody>
      </p:sp>
      <p:sp>
        <p:nvSpPr>
          <p:cNvPr id="6" name="タイトル 1">
            <a:extLst>
              <a:ext uri="{FF2B5EF4-FFF2-40B4-BE49-F238E27FC236}">
                <a16:creationId xmlns:a16="http://schemas.microsoft.com/office/drawing/2014/main" id="{D5413F29-DB18-1F13-C0E3-87BC7B26AB6B}"/>
              </a:ext>
            </a:extLst>
          </p:cNvPr>
          <p:cNvSpPr txBox="1">
            <a:spLocks/>
          </p:cNvSpPr>
          <p:nvPr/>
        </p:nvSpPr>
        <p:spPr>
          <a:xfrm>
            <a:off x="1" y="1604234"/>
            <a:ext cx="12191999" cy="2385060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8500" b="1" dirty="0">
                <a:ln>
                  <a:solidFill>
                    <a:schemeClr val="bg1"/>
                  </a:solidFill>
                </a:ln>
                <a:latin typeface="+mn-ea"/>
                <a:ea typeface="+mn-ea"/>
              </a:rPr>
              <a:t>グリーンテクノロジーは本当にグリーン？</a:t>
            </a:r>
          </a:p>
        </p:txBody>
      </p:sp>
    </p:spTree>
    <p:extLst>
      <p:ext uri="{BB962C8B-B14F-4D97-AF65-F5344CB8AC3E}">
        <p14:creationId xmlns:p14="http://schemas.microsoft.com/office/powerpoint/2010/main" val="362090109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xmlns:p14="http://schemas.microsoft.com/office/powerpoint/2010/main" p14:dur="250">
        <p159:morph option="byObject"/>
      </p:transition>
    </mc:Choice>
    <mc:Fallback xmlns="">
      <p:transition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0E48FA26-7017-9250-4766-AE27F3155E02}"/>
              </a:ext>
            </a:extLst>
          </p:cNvPr>
          <p:cNvSpPr/>
          <p:nvPr/>
        </p:nvSpPr>
        <p:spPr>
          <a:xfrm>
            <a:off x="1662953" y="-546847"/>
            <a:ext cx="5015753" cy="5468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6AC9BF22-0203-3E10-F0EA-3D417978F920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061AF092-9F05-23EE-B3E7-9C48BD78013D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DA61622B-7EB6-628D-E3B5-B6B57F36DBB9}"/>
              </a:ext>
            </a:extLst>
          </p:cNvPr>
          <p:cNvSpPr txBox="1"/>
          <p:nvPr/>
        </p:nvSpPr>
        <p:spPr>
          <a:xfrm>
            <a:off x="1662953" y="1154668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19386E0-E583-2AF1-FA49-8D8C2327970D}"/>
              </a:ext>
            </a:extLst>
          </p:cNvPr>
          <p:cNvSpPr txBox="1"/>
          <p:nvPr/>
        </p:nvSpPr>
        <p:spPr>
          <a:xfrm>
            <a:off x="1662953" y="2214283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7D64B6A-93DD-6B53-D403-791786A5740C}"/>
              </a:ext>
            </a:extLst>
          </p:cNvPr>
          <p:cNvSpPr txBox="1"/>
          <p:nvPr/>
        </p:nvSpPr>
        <p:spPr>
          <a:xfrm>
            <a:off x="1662953" y="3273898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B95FAAD0-A194-19A7-BE00-E10333529A8E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7683DA06-23F9-522F-2B6F-02802B6EEF03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05C9CA2-66CC-29FF-D36C-7F400E3C1744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41762558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E05FE7C-134D-4E87-4BE6-5BDF37091B0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8AD51122-0655-4238-747D-BF49D83176EF}"/>
              </a:ext>
            </a:extLst>
          </p:cNvPr>
          <p:cNvSpPr/>
          <p:nvPr/>
        </p:nvSpPr>
        <p:spPr>
          <a:xfrm>
            <a:off x="1662953" y="1048871"/>
            <a:ext cx="5015753" cy="54684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D9368DEC-8955-8B6F-915E-EB03895A8D1C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43190EB-2D87-6494-5B58-1CF671C20BD3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BD147FF-4A3A-5834-6AB9-983987DAF6B7}"/>
              </a:ext>
            </a:extLst>
          </p:cNvPr>
          <p:cNvSpPr txBox="1"/>
          <p:nvPr/>
        </p:nvSpPr>
        <p:spPr>
          <a:xfrm>
            <a:off x="1662953" y="1154668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FE24F49F-8008-736F-87AB-B3693274FE24}"/>
              </a:ext>
            </a:extLst>
          </p:cNvPr>
          <p:cNvSpPr txBox="1"/>
          <p:nvPr/>
        </p:nvSpPr>
        <p:spPr>
          <a:xfrm>
            <a:off x="1662953" y="2214283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1835527-1078-F9E5-FFDF-FD23A21B3625}"/>
              </a:ext>
            </a:extLst>
          </p:cNvPr>
          <p:cNvSpPr txBox="1"/>
          <p:nvPr/>
        </p:nvSpPr>
        <p:spPr>
          <a:xfrm>
            <a:off x="1662953" y="3273898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CC04AF26-2420-62F5-D28A-858DFC0DB2F0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B0873A44-5E19-EB2B-6166-1C06D526DF57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783CD3E4-6F4D-F989-B22B-4FC1048C2DA0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138254314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5CC3CFEC-3136-887B-26E0-9D8FB370562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01341D52-6B57-2422-182F-27897C5E4A8C}"/>
              </a:ext>
            </a:extLst>
          </p:cNvPr>
          <p:cNvSpPr/>
          <p:nvPr/>
        </p:nvSpPr>
        <p:spPr>
          <a:xfrm>
            <a:off x="1662953" y="1048871"/>
            <a:ext cx="9894462" cy="7521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D160E3BE-B575-8A2C-05EE-C9C414535DD0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7735306-9EE5-6A3A-F2FC-7F3D6FC72A7D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44774374-22FB-490F-A5B4-A50DF9BF5CF1}"/>
              </a:ext>
            </a:extLst>
          </p:cNvPr>
          <p:cNvSpPr txBox="1"/>
          <p:nvPr/>
        </p:nvSpPr>
        <p:spPr>
          <a:xfrm>
            <a:off x="1662952" y="1154668"/>
            <a:ext cx="989446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4CEFD85B-F901-446B-A288-1072D83068AD}"/>
              </a:ext>
            </a:extLst>
          </p:cNvPr>
          <p:cNvSpPr txBox="1"/>
          <p:nvPr/>
        </p:nvSpPr>
        <p:spPr>
          <a:xfrm>
            <a:off x="1662953" y="2214283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0D4433F3-4C54-E0D0-2F2D-8EE126FD0F53}"/>
              </a:ext>
            </a:extLst>
          </p:cNvPr>
          <p:cNvSpPr txBox="1"/>
          <p:nvPr/>
        </p:nvSpPr>
        <p:spPr>
          <a:xfrm>
            <a:off x="1662953" y="3273898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  <a:endParaRPr kumimoji="1" lang="en-US" altLang="ja-JP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D373B08-E18F-60FC-ECC8-A8D3BBE2F2AD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AF52D460-270D-7A17-B864-256B9366E588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9D07F2A-A48D-2991-39B1-E371AC275669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382817486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503D141-7914-91A7-B22F-C81B47713B2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6AC2BDAA-6CCE-4F22-5AC1-669840F36B2F}"/>
              </a:ext>
            </a:extLst>
          </p:cNvPr>
          <p:cNvSpPr/>
          <p:nvPr/>
        </p:nvSpPr>
        <p:spPr>
          <a:xfrm>
            <a:off x="-1725706" y="-343274"/>
            <a:ext cx="5015753" cy="546847"/>
          </a:xfrm>
          <a:prstGeom prst="round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E17D80E-9B31-5C40-3938-810E07B0506A}"/>
              </a:ext>
            </a:extLst>
          </p:cNvPr>
          <p:cNvSpPr txBox="1"/>
          <p:nvPr/>
        </p:nvSpPr>
        <p:spPr>
          <a:xfrm>
            <a:off x="-67234" y="-10744"/>
            <a:ext cx="3467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F2E2B25D-E9D9-3433-BD41-D60D292268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8774" y="1867693"/>
            <a:ext cx="6094451" cy="312261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3212944-1D36-3251-936A-055079623774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5" name="タイトル 1">
            <a:extLst>
              <a:ext uri="{FF2B5EF4-FFF2-40B4-BE49-F238E27FC236}">
                <a16:creationId xmlns:a16="http://schemas.microsoft.com/office/drawing/2014/main" id="{129236B5-E152-0737-7676-3301B5B61908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</p:spTree>
    <p:extLst>
      <p:ext uri="{BB962C8B-B14F-4D97-AF65-F5344CB8AC3E}">
        <p14:creationId xmlns:p14="http://schemas.microsoft.com/office/powerpoint/2010/main" val="1756627488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0">
        <p159:morph option="byObject"/>
      </p:transition>
    </mc:Choice>
    <mc:Fallback>
      <p:transition spd="med" advClick="0" advTm="0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020EF81-3CAD-3143-ED4F-61848EEA0C8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E57322E-A4DF-7BD9-0555-64F30BC86EB9}"/>
              </a:ext>
            </a:extLst>
          </p:cNvPr>
          <p:cNvSpPr/>
          <p:nvPr/>
        </p:nvSpPr>
        <p:spPr>
          <a:xfrm>
            <a:off x="-1725706" y="-343274"/>
            <a:ext cx="5015753" cy="546847"/>
          </a:xfrm>
          <a:prstGeom prst="round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D5942525-80A1-DAD1-CCBA-D858A04AEE26}"/>
              </a:ext>
            </a:extLst>
          </p:cNvPr>
          <p:cNvSpPr txBox="1"/>
          <p:nvPr/>
        </p:nvSpPr>
        <p:spPr>
          <a:xfrm>
            <a:off x="-67234" y="-10744"/>
            <a:ext cx="3467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9532D6E6-18CF-3BA1-A77B-20C8917DE3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948" y="598785"/>
            <a:ext cx="2289098" cy="117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9ACBE2-34B2-05D6-CA64-7EF0141F8C9C}"/>
              </a:ext>
            </a:extLst>
          </p:cNvPr>
          <p:cNvSpPr txBox="1"/>
          <p:nvPr/>
        </p:nvSpPr>
        <p:spPr>
          <a:xfrm>
            <a:off x="626259" y="1771650"/>
            <a:ext cx="3038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</a:t>
            </a:r>
            <a:r>
              <a:rPr lang="ja-JP" altLang="en-US" sz="1000" dirty="0"/>
              <a:t>：</a:t>
            </a:r>
            <a:r>
              <a:rPr kumimoji="1" lang="en-US" altLang="ja-JP" sz="1000" dirty="0"/>
              <a:t>https://eco-life-japan.com/wp-content/uploads/2023/01/</a:t>
            </a:r>
            <a:r>
              <a:rPr lang="ja-JP" altLang="en-US" sz="1000" dirty="0"/>
              <a:t>パネル</a:t>
            </a:r>
            <a:r>
              <a:rPr kumimoji="1" lang="en-US" altLang="ja-JP" sz="1000" dirty="0"/>
              <a:t>-2048x1049.jpg</a:t>
            </a:r>
            <a:endParaRPr kumimoji="1" lang="ja-JP" altLang="en-US" sz="1000" dirty="0"/>
          </a:p>
        </p:txBody>
      </p:sp>
      <p:pic>
        <p:nvPicPr>
          <p:cNvPr id="7" name="図 6">
            <a:extLst>
              <a:ext uri="{FF2B5EF4-FFF2-40B4-BE49-F238E27FC236}">
                <a16:creationId xmlns:a16="http://schemas.microsoft.com/office/drawing/2014/main" id="{5EE002AA-0372-6125-BFF1-290AB7CB36E4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3052762" y="1400175"/>
            <a:ext cx="6086475" cy="4057650"/>
          </a:xfrm>
          <a:prstGeom prst="rect">
            <a:avLst/>
          </a:prstGeom>
        </p:spPr>
      </p:pic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03606DF-3199-AF83-C6FB-DDB082EB14A6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9" name="タイトル 1">
            <a:extLst>
              <a:ext uri="{FF2B5EF4-FFF2-40B4-BE49-F238E27FC236}">
                <a16:creationId xmlns:a16="http://schemas.microsoft.com/office/drawing/2014/main" id="{24A7C1D8-3A14-A27A-760E-764815F1F3BD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</p:spTree>
    <p:extLst>
      <p:ext uri="{BB962C8B-B14F-4D97-AF65-F5344CB8AC3E}">
        <p14:creationId xmlns:p14="http://schemas.microsoft.com/office/powerpoint/2010/main" val="288383948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BE061B96-FFCE-EEE8-9605-A1B2E50E74D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1A92E31B-6DCA-3933-2BF8-0821B969F621}"/>
              </a:ext>
            </a:extLst>
          </p:cNvPr>
          <p:cNvSpPr/>
          <p:nvPr/>
        </p:nvSpPr>
        <p:spPr>
          <a:xfrm>
            <a:off x="-1725706" y="-343274"/>
            <a:ext cx="5015753" cy="546847"/>
          </a:xfrm>
          <a:prstGeom prst="round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F4BD5BC-107F-6779-232B-5E193A9FCA95}"/>
              </a:ext>
            </a:extLst>
          </p:cNvPr>
          <p:cNvSpPr txBox="1"/>
          <p:nvPr/>
        </p:nvSpPr>
        <p:spPr>
          <a:xfrm>
            <a:off x="-67234" y="-10744"/>
            <a:ext cx="3467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A0D9645-29D9-AE46-B0D4-604E6CF3C2F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949" y="598785"/>
            <a:ext cx="2289098" cy="117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485AF349-F53C-D41D-1742-117CAD2BC664}"/>
              </a:ext>
            </a:extLst>
          </p:cNvPr>
          <p:cNvSpPr txBox="1"/>
          <p:nvPr/>
        </p:nvSpPr>
        <p:spPr>
          <a:xfrm>
            <a:off x="626260" y="1771650"/>
            <a:ext cx="3038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</a:t>
            </a:r>
            <a:r>
              <a:rPr lang="ja-JP" altLang="en-US" sz="1000" dirty="0"/>
              <a:t>：</a:t>
            </a:r>
            <a:r>
              <a:rPr kumimoji="1" lang="en-US" altLang="ja-JP" sz="1000" dirty="0"/>
              <a:t>https://eco-life-japan.com/wp-content/uploads/2023/01/</a:t>
            </a:r>
            <a:r>
              <a:rPr lang="ja-JP" altLang="en-US" sz="1000" dirty="0"/>
              <a:t>パネル</a:t>
            </a:r>
            <a:r>
              <a:rPr kumimoji="1" lang="en-US" altLang="ja-JP" sz="1000" dirty="0"/>
              <a:t>-2048x1049.jpg</a:t>
            </a:r>
            <a:endParaRPr kumimoji="1" lang="ja-JP" altLang="en-US" sz="1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7FE4A03D-8C2D-5E6A-DDD8-1CCF208F2C58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207" y="608310"/>
            <a:ext cx="1773585" cy="118239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114903A-58CB-CD4A-1B5D-99D2EF2AEF15}"/>
              </a:ext>
            </a:extLst>
          </p:cNvPr>
          <p:cNvSpPr txBox="1"/>
          <p:nvPr/>
        </p:nvSpPr>
        <p:spPr>
          <a:xfrm>
            <a:off x="4543424" y="1790700"/>
            <a:ext cx="3105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引用：</a:t>
            </a:r>
            <a:r>
              <a:rPr kumimoji="1" lang="en-US" altLang="ja-JP" sz="1000" dirty="0"/>
              <a:t>https://www.yoridori.jp/earth-note/wp-content/uploads/2023/07/046_03-jpg.webp</a:t>
            </a:r>
            <a:endParaRPr kumimoji="1" lang="ja-JP" altLang="en-US" sz="1000" dirty="0"/>
          </a:p>
        </p:txBody>
      </p:sp>
      <p:pic>
        <p:nvPicPr>
          <p:cNvPr id="8194" name="Picture 2" descr="電気自動車(EV)とは | バッテリー用語の基礎知識 | DHC-DS">
            <a:extLst>
              <a:ext uri="{FF2B5EF4-FFF2-40B4-BE49-F238E27FC236}">
                <a16:creationId xmlns:a16="http://schemas.microsoft.com/office/drawing/2014/main" id="{D1A27082-6095-51D0-8EBB-6EF73A121F5D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9" y="1756954"/>
            <a:ext cx="6096000" cy="334409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AEEC47DC-AFC2-F828-4C05-8FD3A870F3F7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B47FAEBE-152F-4673-8926-D21C49E1698C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</p:spTree>
    <p:extLst>
      <p:ext uri="{BB962C8B-B14F-4D97-AF65-F5344CB8AC3E}">
        <p14:creationId xmlns:p14="http://schemas.microsoft.com/office/powerpoint/2010/main" val="202262240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F7979927-1F19-4740-C26F-E0D8BAFB4F4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70CD4666-98BE-F7FD-EDE9-DAAB9E4AAD20}"/>
              </a:ext>
            </a:extLst>
          </p:cNvPr>
          <p:cNvSpPr/>
          <p:nvPr/>
        </p:nvSpPr>
        <p:spPr>
          <a:xfrm>
            <a:off x="-1725706" y="-343274"/>
            <a:ext cx="5015753" cy="546847"/>
          </a:xfrm>
          <a:prstGeom prst="round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E05FF567-3089-0801-061D-68002A10909D}"/>
              </a:ext>
            </a:extLst>
          </p:cNvPr>
          <p:cNvSpPr txBox="1"/>
          <p:nvPr/>
        </p:nvSpPr>
        <p:spPr>
          <a:xfrm>
            <a:off x="-67234" y="-10744"/>
            <a:ext cx="3467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E4CF5652-B3FC-BE90-A3EE-DF9594BC84A3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949" y="598785"/>
            <a:ext cx="2289098" cy="117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175C069A-3E0F-1102-AC8D-EC0F6BE1AA7B}"/>
              </a:ext>
            </a:extLst>
          </p:cNvPr>
          <p:cNvSpPr txBox="1"/>
          <p:nvPr/>
        </p:nvSpPr>
        <p:spPr>
          <a:xfrm>
            <a:off x="626260" y="1771650"/>
            <a:ext cx="3038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</a:t>
            </a:r>
            <a:r>
              <a:rPr lang="ja-JP" altLang="en-US" sz="1000" dirty="0"/>
              <a:t>：</a:t>
            </a:r>
            <a:r>
              <a:rPr kumimoji="1" lang="en-US" altLang="ja-JP" sz="1000" dirty="0"/>
              <a:t>https://eco-life-japan.com/wp-content/uploads/2023/01/</a:t>
            </a:r>
            <a:r>
              <a:rPr lang="ja-JP" altLang="en-US" sz="1000" dirty="0"/>
              <a:t>パネル</a:t>
            </a:r>
            <a:r>
              <a:rPr kumimoji="1" lang="en-US" altLang="ja-JP" sz="1000" dirty="0"/>
              <a:t>-2048x1049.jpg</a:t>
            </a:r>
            <a:endParaRPr kumimoji="1" lang="ja-JP" altLang="en-US" sz="1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6882BB3F-7CAC-BA35-C37C-121036CDB683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207" y="608310"/>
            <a:ext cx="1773585" cy="118239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AD16A5C9-85F0-1671-31F1-8E598029DF34}"/>
              </a:ext>
            </a:extLst>
          </p:cNvPr>
          <p:cNvSpPr txBox="1"/>
          <p:nvPr/>
        </p:nvSpPr>
        <p:spPr>
          <a:xfrm>
            <a:off x="4543424" y="1790700"/>
            <a:ext cx="3105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引用：</a:t>
            </a:r>
            <a:r>
              <a:rPr kumimoji="1" lang="en-US" altLang="ja-JP" sz="1000" dirty="0"/>
              <a:t>https://www.yoridori.jp/earth-note/wp-content/uploads/2023/07/046_03-jpg.webp</a:t>
            </a:r>
            <a:endParaRPr kumimoji="1" lang="ja-JP" altLang="en-US" sz="1000" dirty="0"/>
          </a:p>
        </p:txBody>
      </p:sp>
      <p:pic>
        <p:nvPicPr>
          <p:cNvPr id="8194" name="Picture 2" descr="電気自動車(EV)とは | バッテリー用語の基礎知識 | DHC-DS">
            <a:extLst>
              <a:ext uri="{FF2B5EF4-FFF2-40B4-BE49-F238E27FC236}">
                <a16:creationId xmlns:a16="http://schemas.microsoft.com/office/drawing/2014/main" id="{301DDDD3-47C2-668D-9352-E9677D2A5E3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046" y="608311"/>
            <a:ext cx="2372694" cy="1301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D875524D-97A8-373E-9166-3396D035E626}"/>
              </a:ext>
            </a:extLst>
          </p:cNvPr>
          <p:cNvSpPr txBox="1"/>
          <p:nvPr/>
        </p:nvSpPr>
        <p:spPr>
          <a:xfrm>
            <a:off x="9193046" y="1790700"/>
            <a:ext cx="2372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引用：</a:t>
            </a:r>
            <a:r>
              <a:rPr kumimoji="1" lang="en-US" altLang="ja-JP" sz="1000" dirty="0"/>
              <a:t>https://www.dhc-ds.com/images/word/electriccar.png</a:t>
            </a:r>
            <a:endParaRPr kumimoji="1" lang="ja-JP" altLang="en-US" sz="10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2AD6D755-FA20-6F78-DBEE-C3755577E804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3014662" y="1379019"/>
            <a:ext cx="6162674" cy="4099961"/>
          </a:xfrm>
          <a:prstGeom prst="rect">
            <a:avLst/>
          </a:prstGeom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C466EDB-7196-D4EB-E73A-00467926DE93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0" name="タイトル 1">
            <a:extLst>
              <a:ext uri="{FF2B5EF4-FFF2-40B4-BE49-F238E27FC236}">
                <a16:creationId xmlns:a16="http://schemas.microsoft.com/office/drawing/2014/main" id="{DFC6ADB7-AC50-8E57-2686-D8AE36D9D470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</p:spTree>
    <p:extLst>
      <p:ext uri="{BB962C8B-B14F-4D97-AF65-F5344CB8AC3E}">
        <p14:creationId xmlns:p14="http://schemas.microsoft.com/office/powerpoint/2010/main" val="347403766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9B1DA88-5785-AB5A-15EB-0E509AF55C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F85641B6-1765-7131-8F36-BAC255563040}"/>
              </a:ext>
            </a:extLst>
          </p:cNvPr>
          <p:cNvSpPr/>
          <p:nvPr/>
        </p:nvSpPr>
        <p:spPr>
          <a:xfrm>
            <a:off x="-1725706" y="-343274"/>
            <a:ext cx="5015753" cy="546847"/>
          </a:xfrm>
          <a:prstGeom prst="round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41338465-3B10-0A50-08C0-044907DA21FF}"/>
              </a:ext>
            </a:extLst>
          </p:cNvPr>
          <p:cNvSpPr txBox="1"/>
          <p:nvPr/>
        </p:nvSpPr>
        <p:spPr>
          <a:xfrm>
            <a:off x="-67234" y="-10744"/>
            <a:ext cx="3467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33804ED6-53CF-F4E9-0DC9-083CFA7E4C6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949" y="598785"/>
            <a:ext cx="2289098" cy="117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D05280D-3A05-1A3D-06D5-FCF7E225D07C}"/>
              </a:ext>
            </a:extLst>
          </p:cNvPr>
          <p:cNvSpPr txBox="1"/>
          <p:nvPr/>
        </p:nvSpPr>
        <p:spPr>
          <a:xfrm>
            <a:off x="626260" y="1771650"/>
            <a:ext cx="3038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</a:t>
            </a:r>
            <a:r>
              <a:rPr lang="ja-JP" altLang="en-US" sz="1000" dirty="0"/>
              <a:t>：</a:t>
            </a:r>
            <a:r>
              <a:rPr kumimoji="1" lang="en-US" altLang="ja-JP" sz="1000" dirty="0"/>
              <a:t>https://eco-life-japan.com/wp-content/uploads/2023/01/</a:t>
            </a:r>
            <a:r>
              <a:rPr lang="ja-JP" altLang="en-US" sz="1000" dirty="0"/>
              <a:t>パネル</a:t>
            </a:r>
            <a:r>
              <a:rPr kumimoji="1" lang="en-US" altLang="ja-JP" sz="1000" dirty="0"/>
              <a:t>-2048x1049.jpg</a:t>
            </a:r>
            <a:endParaRPr kumimoji="1" lang="ja-JP" altLang="en-US" sz="1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00FE1B9E-5644-3FC2-402E-D071581F6E41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207" y="608310"/>
            <a:ext cx="1773585" cy="118239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BBB17EE-03F3-6210-5EF1-1E74A95438A8}"/>
              </a:ext>
            </a:extLst>
          </p:cNvPr>
          <p:cNvSpPr txBox="1"/>
          <p:nvPr/>
        </p:nvSpPr>
        <p:spPr>
          <a:xfrm>
            <a:off x="4543424" y="1790700"/>
            <a:ext cx="3105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引用：</a:t>
            </a:r>
            <a:r>
              <a:rPr kumimoji="1" lang="en-US" altLang="ja-JP" sz="1000" dirty="0"/>
              <a:t>https://www.yoridori.jp/earth-note/wp-content/uploads/2023/07/046_03-jpg.webp</a:t>
            </a:r>
            <a:endParaRPr kumimoji="1" lang="ja-JP" altLang="en-US" sz="1000" dirty="0"/>
          </a:p>
        </p:txBody>
      </p:sp>
      <p:pic>
        <p:nvPicPr>
          <p:cNvPr id="8194" name="Picture 2" descr="電気自動車(EV)とは | バッテリー用語の基礎知識 | DHC-DS">
            <a:extLst>
              <a:ext uri="{FF2B5EF4-FFF2-40B4-BE49-F238E27FC236}">
                <a16:creationId xmlns:a16="http://schemas.microsoft.com/office/drawing/2014/main" id="{081C69F8-DC20-2863-1165-5A994C00E30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046" y="608311"/>
            <a:ext cx="2372694" cy="1301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00225BEC-D156-F6ED-F04C-25D377FC9D5C}"/>
              </a:ext>
            </a:extLst>
          </p:cNvPr>
          <p:cNvSpPr txBox="1"/>
          <p:nvPr/>
        </p:nvSpPr>
        <p:spPr>
          <a:xfrm>
            <a:off x="9193046" y="1790700"/>
            <a:ext cx="2372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引用：</a:t>
            </a:r>
            <a:r>
              <a:rPr kumimoji="1" lang="en-US" altLang="ja-JP" sz="1000" dirty="0"/>
              <a:t>https://www.dhc-ds.com/images/word/electriccar.png</a:t>
            </a:r>
            <a:endParaRPr kumimoji="1" lang="ja-JP" altLang="en-US" sz="10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32E90BCE-3782-450E-6B32-57D74C331BAE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9718" y="4686241"/>
            <a:ext cx="2411778" cy="1604530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03635953-2AB0-B3CE-7DB2-D6E121CDDAB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047999" y="1534886"/>
            <a:ext cx="6096000" cy="37882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48E04DB3-84A1-66A9-F8D8-D7152BED7D65}"/>
              </a:ext>
            </a:extLst>
          </p:cNvPr>
          <p:cNvSpPr txBox="1"/>
          <p:nvPr/>
        </p:nvSpPr>
        <p:spPr>
          <a:xfrm>
            <a:off x="1782007" y="6290771"/>
            <a:ext cx="342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引用：https://image.e-nenpi.com/article_images/202210/363148/1810384.jpg</a:t>
            </a:r>
          </a:p>
        </p:txBody>
      </p:sp>
      <p:sp>
        <p:nvSpPr>
          <p:cNvPr id="13" name="テキスト ボックス 12">
            <a:extLst>
              <a:ext uri="{FF2B5EF4-FFF2-40B4-BE49-F238E27FC236}">
                <a16:creationId xmlns:a16="http://schemas.microsoft.com/office/drawing/2014/main" id="{A6AAEF61-02CC-FA17-6FA5-E54209C92B72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4" name="タイトル 1">
            <a:extLst>
              <a:ext uri="{FF2B5EF4-FFF2-40B4-BE49-F238E27FC236}">
                <a16:creationId xmlns:a16="http://schemas.microsoft.com/office/drawing/2014/main" id="{C64FFC37-6CF5-00A1-7569-8AF640A91C56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</p:spTree>
    <p:extLst>
      <p:ext uri="{BB962C8B-B14F-4D97-AF65-F5344CB8AC3E}">
        <p14:creationId xmlns:p14="http://schemas.microsoft.com/office/powerpoint/2010/main" val="22934678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advClick="0" advTm="0">
        <p159:morph option="byObject"/>
      </p:transition>
    </mc:Choice>
    <mc:Fallback>
      <p:transition advClick="0" advTm="0">
        <p:fade/>
      </p:transition>
    </mc:Fallback>
  </mc:AlternateContent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690857F-2731-5967-FC07-F12A3FE9BC5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254B3173-CB95-1534-8EEC-217EA2D9C338}"/>
              </a:ext>
            </a:extLst>
          </p:cNvPr>
          <p:cNvSpPr/>
          <p:nvPr/>
        </p:nvSpPr>
        <p:spPr>
          <a:xfrm>
            <a:off x="-1725706" y="-343274"/>
            <a:ext cx="5015753" cy="546847"/>
          </a:xfrm>
          <a:prstGeom prst="round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A1D0D073-BD17-3379-2589-866C0F592921}"/>
              </a:ext>
            </a:extLst>
          </p:cNvPr>
          <p:cNvSpPr txBox="1"/>
          <p:nvPr/>
        </p:nvSpPr>
        <p:spPr>
          <a:xfrm>
            <a:off x="-67234" y="-10744"/>
            <a:ext cx="3467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1F8F8036-316E-E7FB-A31F-81E8970602A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00949" y="598785"/>
            <a:ext cx="2289098" cy="117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95145AF-8F19-4A98-5747-1F5B91603BAB}"/>
              </a:ext>
            </a:extLst>
          </p:cNvPr>
          <p:cNvSpPr txBox="1"/>
          <p:nvPr/>
        </p:nvSpPr>
        <p:spPr>
          <a:xfrm>
            <a:off x="626260" y="1771650"/>
            <a:ext cx="3038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</a:t>
            </a:r>
            <a:r>
              <a:rPr lang="ja-JP" altLang="en-US" sz="1000" dirty="0"/>
              <a:t>：</a:t>
            </a:r>
            <a:r>
              <a:rPr kumimoji="1" lang="en-US" altLang="ja-JP" sz="1000" dirty="0"/>
              <a:t>https://eco-life-japan.com/wp-content/uploads/2023/01/</a:t>
            </a:r>
            <a:r>
              <a:rPr lang="ja-JP" altLang="en-US" sz="1000" dirty="0"/>
              <a:t>パネル</a:t>
            </a:r>
            <a:r>
              <a:rPr kumimoji="1" lang="en-US" altLang="ja-JP" sz="1000" dirty="0"/>
              <a:t>-2048x1049.jpg</a:t>
            </a:r>
            <a:endParaRPr kumimoji="1" lang="ja-JP" altLang="en-US" sz="1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5CAB1A17-9486-F442-9531-09B956B48779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5209207" y="608310"/>
            <a:ext cx="1773585" cy="118239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76D20F-5BD3-BD65-0C3C-F2F06C37181D}"/>
              </a:ext>
            </a:extLst>
          </p:cNvPr>
          <p:cNvSpPr txBox="1"/>
          <p:nvPr/>
        </p:nvSpPr>
        <p:spPr>
          <a:xfrm>
            <a:off x="4543424" y="1790700"/>
            <a:ext cx="3105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引用：</a:t>
            </a:r>
            <a:r>
              <a:rPr kumimoji="1" lang="en-US" altLang="ja-JP" sz="1000" dirty="0"/>
              <a:t>https://www.yoridori.jp/earth-note/wp-content/uploads/2023/07/046_03-jpg.webp</a:t>
            </a:r>
            <a:endParaRPr kumimoji="1" lang="ja-JP" altLang="en-US" sz="1000" dirty="0"/>
          </a:p>
        </p:txBody>
      </p:sp>
      <p:pic>
        <p:nvPicPr>
          <p:cNvPr id="8194" name="Picture 2" descr="電気自動車(EV)とは | バッテリー用語の基礎知識 | DHC-DS">
            <a:extLst>
              <a:ext uri="{FF2B5EF4-FFF2-40B4-BE49-F238E27FC236}">
                <a16:creationId xmlns:a16="http://schemas.microsoft.com/office/drawing/2014/main" id="{12119F65-710A-982F-AC12-15DD188C21A6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9193046" y="608311"/>
            <a:ext cx="2372694" cy="1301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24ACD53A-7FEF-D199-7D8C-1E1403C4616E}"/>
              </a:ext>
            </a:extLst>
          </p:cNvPr>
          <p:cNvSpPr txBox="1"/>
          <p:nvPr/>
        </p:nvSpPr>
        <p:spPr>
          <a:xfrm>
            <a:off x="9193046" y="1790700"/>
            <a:ext cx="2372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引用：</a:t>
            </a:r>
            <a:r>
              <a:rPr kumimoji="1" lang="en-US" altLang="ja-JP" sz="1000" dirty="0"/>
              <a:t>https://www.dhc-ds.com/images/word/electriccar.png</a:t>
            </a:r>
            <a:endParaRPr kumimoji="1" lang="ja-JP" altLang="en-US" sz="10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C996975-56EB-CB79-B5CC-120D28FC6CC8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>
            <a:off x="2289718" y="4686241"/>
            <a:ext cx="2411778" cy="1604530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C2506F93-18A0-8139-F57F-21AD61708312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941554" y="4667191"/>
            <a:ext cx="2372695" cy="147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BB087301-8422-588B-C42A-E96694688F9E}"/>
              </a:ext>
            </a:extLst>
          </p:cNvPr>
          <p:cNvSpPr txBox="1"/>
          <p:nvPr/>
        </p:nvSpPr>
        <p:spPr>
          <a:xfrm>
            <a:off x="1782007" y="6290771"/>
            <a:ext cx="342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引用：https://image.e-nenpi.com/article_images/202210/363148/1810384.jpg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F8C7D0BB-3361-9005-B7AC-52FDC9A1E8A6}"/>
              </a:ext>
            </a:extLst>
          </p:cNvPr>
          <p:cNvSpPr txBox="1"/>
          <p:nvPr/>
        </p:nvSpPr>
        <p:spPr>
          <a:xfrm>
            <a:off x="7845808" y="6141652"/>
            <a:ext cx="2564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dirty="0"/>
              <a:t>引用：https://www.nextmobility.jp/wp-content/uploads/2018/06/Petroleum-coke-power-generation-facility-of-Mizushima-Refinery-of-JXTG-Energy-was-completed-20180621-1.jpg</a:t>
            </a: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5286F79C-0AF1-946C-C690-79FF93B5988A}"/>
              </a:ext>
            </a:extLst>
          </p:cNvPr>
          <p:cNvSpPr/>
          <p:nvPr/>
        </p:nvSpPr>
        <p:spPr>
          <a:xfrm>
            <a:off x="1322514" y="4448176"/>
            <a:ext cx="9469311" cy="2278252"/>
          </a:xfrm>
          <a:custGeom>
            <a:avLst/>
            <a:gdLst>
              <a:gd name="connsiteX0" fmla="*/ 0 w 9469311"/>
              <a:gd name="connsiteY0" fmla="*/ 0 h 2278252"/>
              <a:gd name="connsiteX1" fmla="*/ 1283141 w 9469311"/>
              <a:gd name="connsiteY1" fmla="*/ 0 h 2278252"/>
              <a:gd name="connsiteX2" fmla="*/ 4773486 w 9469311"/>
              <a:gd name="connsiteY2" fmla="*/ 971381 h 2278252"/>
              <a:gd name="connsiteX3" fmla="*/ 8263830 w 9469311"/>
              <a:gd name="connsiteY3" fmla="*/ 0 h 2278252"/>
              <a:gd name="connsiteX4" fmla="*/ 9421685 w 9469311"/>
              <a:gd name="connsiteY4" fmla="*/ 0 h 2278252"/>
              <a:gd name="connsiteX5" fmla="*/ 5352413 w 9469311"/>
              <a:gd name="connsiteY5" fmla="*/ 1132499 h 2278252"/>
              <a:gd name="connsiteX6" fmla="*/ 9469311 w 9469311"/>
              <a:gd name="connsiteY6" fmla="*/ 2278252 h 2278252"/>
              <a:gd name="connsiteX7" fmla="*/ 8186170 w 9469311"/>
              <a:gd name="connsiteY7" fmla="*/ 2278252 h 2278252"/>
              <a:gd name="connsiteX8" fmla="*/ 4710843 w 9469311"/>
              <a:gd name="connsiteY8" fmla="*/ 1311051 h 2278252"/>
              <a:gd name="connsiteX9" fmla="*/ 1235515 w 9469311"/>
              <a:gd name="connsiteY9" fmla="*/ 2278252 h 2278252"/>
              <a:gd name="connsiteX10" fmla="*/ 77660 w 9469311"/>
              <a:gd name="connsiteY10" fmla="*/ 2278252 h 2278252"/>
              <a:gd name="connsiteX11" fmla="*/ 4131915 w 9469311"/>
              <a:gd name="connsiteY11" fmla="*/ 1149933 h 2278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69311" h="2278252">
                <a:moveTo>
                  <a:pt x="0" y="0"/>
                </a:moveTo>
                <a:lnTo>
                  <a:pt x="1283141" y="0"/>
                </a:lnTo>
                <a:lnTo>
                  <a:pt x="4773486" y="971381"/>
                </a:lnTo>
                <a:lnTo>
                  <a:pt x="8263830" y="0"/>
                </a:lnTo>
                <a:lnTo>
                  <a:pt x="9421685" y="0"/>
                </a:lnTo>
                <a:lnTo>
                  <a:pt x="5352413" y="1132499"/>
                </a:lnTo>
                <a:lnTo>
                  <a:pt x="9469311" y="2278252"/>
                </a:lnTo>
                <a:lnTo>
                  <a:pt x="8186170" y="2278252"/>
                </a:lnTo>
                <a:lnTo>
                  <a:pt x="4710843" y="1311051"/>
                </a:lnTo>
                <a:lnTo>
                  <a:pt x="1235515" y="2278252"/>
                </a:lnTo>
                <a:lnTo>
                  <a:pt x="77660" y="2278252"/>
                </a:lnTo>
                <a:lnTo>
                  <a:pt x="4131915" y="1149933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F13C09F5-A13B-0F1F-C258-0506B7FD6243}"/>
              </a:ext>
            </a:extLst>
          </p:cNvPr>
          <p:cNvSpPr txBox="1"/>
          <p:nvPr/>
        </p:nvSpPr>
        <p:spPr>
          <a:xfrm>
            <a:off x="3309936" y="2409824"/>
            <a:ext cx="55721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b="1" dirty="0"/>
              <a:t>第三次産業革命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007AAD8-F139-23C5-B858-9FC4668F464D}"/>
              </a:ext>
            </a:extLst>
          </p:cNvPr>
          <p:cNvSpPr txBox="1"/>
          <p:nvPr/>
        </p:nvSpPr>
        <p:spPr>
          <a:xfrm>
            <a:off x="2989653" y="3213499"/>
            <a:ext cx="62126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ちな</a:t>
            </a:r>
            <a:r>
              <a:rPr kumimoji="1" lang="ja-JP" altLang="en-US" dirty="0"/>
              <a:t>みに、</a:t>
            </a:r>
            <a:endParaRPr kumimoji="1" lang="en-US" altLang="ja-JP" dirty="0"/>
          </a:p>
          <a:p>
            <a:r>
              <a:rPr kumimoji="1" lang="ja-JP" altLang="en-US" dirty="0"/>
              <a:t>第二次産業革命は第一次世界大戦前の時期で、</a:t>
            </a:r>
            <a:br>
              <a:rPr kumimoji="1" lang="en-US" altLang="ja-JP" dirty="0"/>
            </a:br>
            <a:r>
              <a:rPr kumimoji="1" lang="ja-JP" altLang="en-US" dirty="0"/>
              <a:t>イギリス以外の国が成長し、化学・電気・石油が発展した。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1A9CEE11-209C-59B0-C5E4-13BFE3945C07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8" name="タイトル 1">
            <a:extLst>
              <a:ext uri="{FF2B5EF4-FFF2-40B4-BE49-F238E27FC236}">
                <a16:creationId xmlns:a16="http://schemas.microsoft.com/office/drawing/2014/main" id="{9C0570A5-156E-99E5-CB68-F4AA181AB41D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</p:spTree>
    <p:extLst>
      <p:ext uri="{BB962C8B-B14F-4D97-AF65-F5344CB8AC3E}">
        <p14:creationId xmlns:p14="http://schemas.microsoft.com/office/powerpoint/2010/main" val="74521162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10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5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13" fill="hold">
                            <p:stCondLst>
                              <p:cond delay="250"/>
                            </p:stCondLst>
                            <p:childTnLst>
                              <p:par>
                                <p:cTn id="1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 animBg="1"/>
      <p:bldP spid="15" grpId="0"/>
      <p:bldP spid="16" grpId="0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20DADE8-6AE9-2BCE-C821-CB61B11FBF7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四角形: 角を丸くする 1">
            <a:extLst>
              <a:ext uri="{FF2B5EF4-FFF2-40B4-BE49-F238E27FC236}">
                <a16:creationId xmlns:a16="http://schemas.microsoft.com/office/drawing/2014/main" id="{D51C735A-E236-9689-A313-6785640C2F30}"/>
              </a:ext>
            </a:extLst>
          </p:cNvPr>
          <p:cNvSpPr/>
          <p:nvPr/>
        </p:nvSpPr>
        <p:spPr>
          <a:xfrm rot="3990323">
            <a:off x="-1542928" y="4250246"/>
            <a:ext cx="5015753" cy="546847"/>
          </a:xfrm>
          <a:prstGeom prst="roundRect">
            <a:avLst/>
          </a:prstGeom>
          <a:noFill/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6D4E0452-4DCF-6292-4E16-AB61394AD4C8}"/>
              </a:ext>
            </a:extLst>
          </p:cNvPr>
          <p:cNvSpPr txBox="1"/>
          <p:nvPr/>
        </p:nvSpPr>
        <p:spPr>
          <a:xfrm rot="20792814">
            <a:off x="-125007" y="5109784"/>
            <a:ext cx="34676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pic>
        <p:nvPicPr>
          <p:cNvPr id="5122" name="Picture 2">
            <a:extLst>
              <a:ext uri="{FF2B5EF4-FFF2-40B4-BE49-F238E27FC236}">
                <a16:creationId xmlns:a16="http://schemas.microsoft.com/office/drawing/2014/main" id="{7428FC5B-4868-1FCC-F402-1B06FD386D5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20377564">
            <a:off x="2257739" y="5311861"/>
            <a:ext cx="2289098" cy="117286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965015DB-0AEC-50F4-0AB6-4E330548C0F5}"/>
              </a:ext>
            </a:extLst>
          </p:cNvPr>
          <p:cNvSpPr txBox="1"/>
          <p:nvPr/>
        </p:nvSpPr>
        <p:spPr>
          <a:xfrm rot="19854523">
            <a:off x="41499" y="5476231"/>
            <a:ext cx="303847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</a:t>
            </a:r>
            <a:r>
              <a:rPr lang="ja-JP" altLang="en-US" sz="1000" dirty="0"/>
              <a:t>：</a:t>
            </a:r>
            <a:r>
              <a:rPr kumimoji="1" lang="en-US" altLang="ja-JP" sz="1000" dirty="0"/>
              <a:t>https://eco-life-japan.com/wp-content/uploads/2023/01/</a:t>
            </a:r>
            <a:r>
              <a:rPr lang="ja-JP" altLang="en-US" sz="1000" dirty="0"/>
              <a:t>パネル</a:t>
            </a:r>
            <a:r>
              <a:rPr kumimoji="1" lang="en-US" altLang="ja-JP" sz="1000" dirty="0"/>
              <a:t>-2048x1049.jpg</a:t>
            </a:r>
            <a:endParaRPr kumimoji="1" lang="ja-JP" altLang="en-US" sz="1000" dirty="0"/>
          </a:p>
        </p:txBody>
      </p:sp>
      <p:pic>
        <p:nvPicPr>
          <p:cNvPr id="6" name="図 5">
            <a:extLst>
              <a:ext uri="{FF2B5EF4-FFF2-40B4-BE49-F238E27FC236}">
                <a16:creationId xmlns:a16="http://schemas.microsoft.com/office/drawing/2014/main" id="{E0C6C7CE-EC62-C59A-D40F-0D008E04E6DB}"/>
              </a:ext>
            </a:extLst>
          </p:cNvPr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 rot="1365401">
            <a:off x="5314228" y="5370058"/>
            <a:ext cx="1773585" cy="1182390"/>
          </a:xfrm>
          <a:prstGeom prst="rect">
            <a:avLst/>
          </a:prstGeom>
        </p:spPr>
      </p:pic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838BB3E-E171-5046-0F71-DB260887E30F}"/>
              </a:ext>
            </a:extLst>
          </p:cNvPr>
          <p:cNvSpPr txBox="1"/>
          <p:nvPr/>
        </p:nvSpPr>
        <p:spPr>
          <a:xfrm rot="20630042">
            <a:off x="4624942" y="5158462"/>
            <a:ext cx="3105150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引用：</a:t>
            </a:r>
            <a:r>
              <a:rPr kumimoji="1" lang="en-US" altLang="ja-JP" sz="1000" dirty="0"/>
              <a:t>https://www.yoridori.jp/earth-note/wp-content/uploads/2023/07/046_03-jpg.webp</a:t>
            </a:r>
            <a:endParaRPr kumimoji="1" lang="ja-JP" altLang="en-US" sz="1000" dirty="0"/>
          </a:p>
        </p:txBody>
      </p:sp>
      <p:pic>
        <p:nvPicPr>
          <p:cNvPr id="8194" name="Picture 2" descr="電気自動車(EV)とは | バッテリー用語の基礎知識 | DHC-DS">
            <a:extLst>
              <a:ext uri="{FF2B5EF4-FFF2-40B4-BE49-F238E27FC236}">
                <a16:creationId xmlns:a16="http://schemas.microsoft.com/office/drawing/2014/main" id="{24A84BAE-DE40-2777-39B2-C4234E6D0E4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3735438">
            <a:off x="9451560" y="4941980"/>
            <a:ext cx="2372694" cy="130159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366E6F51-59EC-0482-3ED3-0C5B5A55CE6D}"/>
              </a:ext>
            </a:extLst>
          </p:cNvPr>
          <p:cNvSpPr txBox="1"/>
          <p:nvPr/>
        </p:nvSpPr>
        <p:spPr>
          <a:xfrm rot="20856809">
            <a:off x="9786137" y="6282708"/>
            <a:ext cx="2372693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000" dirty="0"/>
              <a:t>引用：</a:t>
            </a:r>
            <a:r>
              <a:rPr kumimoji="1" lang="en-US" altLang="ja-JP" sz="1000" dirty="0"/>
              <a:t>https://www.dhc-ds.com/images/word/electriccar.png</a:t>
            </a:r>
            <a:endParaRPr kumimoji="1" lang="ja-JP" altLang="en-US" sz="1000" dirty="0"/>
          </a:p>
        </p:txBody>
      </p:sp>
      <p:pic>
        <p:nvPicPr>
          <p:cNvPr id="8" name="図 7">
            <a:extLst>
              <a:ext uri="{FF2B5EF4-FFF2-40B4-BE49-F238E27FC236}">
                <a16:creationId xmlns:a16="http://schemas.microsoft.com/office/drawing/2014/main" id="{E4EE9C53-1E5D-08C0-AC34-C30B72F6BF2C}"/>
              </a:ext>
            </a:extLst>
          </p:cNvPr>
          <p:cNvPicPr>
            <a:picLocks noChangeAspect="1"/>
          </p:cNvPicPr>
          <p:nvPr/>
        </p:nvPicPr>
        <p:blipFill>
          <a:blip r:embed="rId5"/>
          <a:stretch>
            <a:fillRect/>
          </a:stretch>
        </p:blipFill>
        <p:spPr>
          <a:xfrm rot="2096245">
            <a:off x="-174214" y="5655326"/>
            <a:ext cx="2411778" cy="1604530"/>
          </a:xfrm>
          <a:prstGeom prst="rect">
            <a:avLst/>
          </a:prstGeom>
        </p:spPr>
      </p:pic>
      <p:pic>
        <p:nvPicPr>
          <p:cNvPr id="9218" name="Picture 2">
            <a:extLst>
              <a:ext uri="{FF2B5EF4-FFF2-40B4-BE49-F238E27FC236}">
                <a16:creationId xmlns:a16="http://schemas.microsoft.com/office/drawing/2014/main" id="{7C38838D-1314-3C35-9E5E-1EB74E3EBC8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 rot="19927415">
            <a:off x="7997302" y="5217514"/>
            <a:ext cx="2372695" cy="147446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49D5AB4-0E69-A0CD-C36C-1130978D0517}"/>
              </a:ext>
            </a:extLst>
          </p:cNvPr>
          <p:cNvSpPr txBox="1"/>
          <p:nvPr/>
        </p:nvSpPr>
        <p:spPr>
          <a:xfrm rot="19655187">
            <a:off x="422582" y="5971752"/>
            <a:ext cx="3427200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000" dirty="0"/>
              <a:t>引用：https://image.e-nenpi.com/article_images/202210/363148/1810384.jpg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C1122552-2972-5BAE-E4C9-27C6C90FA3DE}"/>
              </a:ext>
            </a:extLst>
          </p:cNvPr>
          <p:cNvSpPr txBox="1"/>
          <p:nvPr/>
        </p:nvSpPr>
        <p:spPr>
          <a:xfrm rot="20492155">
            <a:off x="7845808" y="6141652"/>
            <a:ext cx="2564185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800" dirty="0"/>
              <a:t>引用：https://www.nextmobility.jp/wp-content/uploads/2018/06/Petroleum-coke-power-generation-facility-of-Mizushima-Refinery-of-JXTG-Energy-was-completed-20180621-1.jpg</a:t>
            </a:r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0AACD94E-B352-6758-48A8-4A78C4B04AFD}"/>
              </a:ext>
            </a:extLst>
          </p:cNvPr>
          <p:cNvSpPr/>
          <p:nvPr/>
        </p:nvSpPr>
        <p:spPr>
          <a:xfrm rot="565927">
            <a:off x="244476" y="5948335"/>
            <a:ext cx="9492765" cy="1193150"/>
          </a:xfrm>
          <a:custGeom>
            <a:avLst/>
            <a:gdLst>
              <a:gd name="connsiteX0" fmla="*/ 0 w 9469311"/>
              <a:gd name="connsiteY0" fmla="*/ 0 h 2278252"/>
              <a:gd name="connsiteX1" fmla="*/ 1283141 w 9469311"/>
              <a:gd name="connsiteY1" fmla="*/ 0 h 2278252"/>
              <a:gd name="connsiteX2" fmla="*/ 4773486 w 9469311"/>
              <a:gd name="connsiteY2" fmla="*/ 971381 h 2278252"/>
              <a:gd name="connsiteX3" fmla="*/ 8263830 w 9469311"/>
              <a:gd name="connsiteY3" fmla="*/ 0 h 2278252"/>
              <a:gd name="connsiteX4" fmla="*/ 9421685 w 9469311"/>
              <a:gd name="connsiteY4" fmla="*/ 0 h 2278252"/>
              <a:gd name="connsiteX5" fmla="*/ 5352413 w 9469311"/>
              <a:gd name="connsiteY5" fmla="*/ 1132499 h 2278252"/>
              <a:gd name="connsiteX6" fmla="*/ 9469311 w 9469311"/>
              <a:gd name="connsiteY6" fmla="*/ 2278252 h 2278252"/>
              <a:gd name="connsiteX7" fmla="*/ 8186170 w 9469311"/>
              <a:gd name="connsiteY7" fmla="*/ 2278252 h 2278252"/>
              <a:gd name="connsiteX8" fmla="*/ 4710843 w 9469311"/>
              <a:gd name="connsiteY8" fmla="*/ 1311051 h 2278252"/>
              <a:gd name="connsiteX9" fmla="*/ 1235515 w 9469311"/>
              <a:gd name="connsiteY9" fmla="*/ 2278252 h 2278252"/>
              <a:gd name="connsiteX10" fmla="*/ 77660 w 9469311"/>
              <a:gd name="connsiteY10" fmla="*/ 2278252 h 2278252"/>
              <a:gd name="connsiteX11" fmla="*/ 4131915 w 9469311"/>
              <a:gd name="connsiteY11" fmla="*/ 1149933 h 227825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9469311" h="2278252">
                <a:moveTo>
                  <a:pt x="0" y="0"/>
                </a:moveTo>
                <a:lnTo>
                  <a:pt x="1283141" y="0"/>
                </a:lnTo>
                <a:lnTo>
                  <a:pt x="4773486" y="971381"/>
                </a:lnTo>
                <a:lnTo>
                  <a:pt x="8263830" y="0"/>
                </a:lnTo>
                <a:lnTo>
                  <a:pt x="9421685" y="0"/>
                </a:lnTo>
                <a:lnTo>
                  <a:pt x="5352413" y="1132499"/>
                </a:lnTo>
                <a:lnTo>
                  <a:pt x="9469311" y="2278252"/>
                </a:lnTo>
                <a:lnTo>
                  <a:pt x="8186170" y="2278252"/>
                </a:lnTo>
                <a:lnTo>
                  <a:pt x="4710843" y="1311051"/>
                </a:lnTo>
                <a:lnTo>
                  <a:pt x="1235515" y="2278252"/>
                </a:lnTo>
                <a:lnTo>
                  <a:pt x="77660" y="2278252"/>
                </a:lnTo>
                <a:lnTo>
                  <a:pt x="4131915" y="1149933"/>
                </a:lnTo>
                <a:close/>
              </a:path>
            </a:pathLst>
          </a:custGeom>
          <a:solidFill>
            <a:srgbClr val="FF0000"/>
          </a:solidFill>
          <a:ln>
            <a:solidFill>
              <a:srgbClr val="C0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A389AB68-741A-87CA-4E17-957D6D4431C7}"/>
              </a:ext>
            </a:extLst>
          </p:cNvPr>
          <p:cNvSpPr txBox="1"/>
          <p:nvPr/>
        </p:nvSpPr>
        <p:spPr>
          <a:xfrm rot="503767">
            <a:off x="3151177" y="5341872"/>
            <a:ext cx="5572125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b="1" dirty="0"/>
              <a:t>第三次産業革命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84330A4F-ECD8-2251-C990-509668B7D060}"/>
              </a:ext>
            </a:extLst>
          </p:cNvPr>
          <p:cNvSpPr txBox="1"/>
          <p:nvPr/>
        </p:nvSpPr>
        <p:spPr>
          <a:xfrm rot="20743990">
            <a:off x="3003552" y="5236411"/>
            <a:ext cx="6212690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因みに、</a:t>
            </a:r>
            <a:endParaRPr kumimoji="1" lang="en-US" altLang="ja-JP" dirty="0"/>
          </a:p>
          <a:p>
            <a:r>
              <a:rPr kumimoji="1" lang="ja-JP" altLang="en-US" dirty="0"/>
              <a:t>第二次産業革命は第一次世界大戦前の時期で、</a:t>
            </a:r>
            <a:br>
              <a:rPr kumimoji="1" lang="en-US" altLang="ja-JP" dirty="0"/>
            </a:br>
            <a:r>
              <a:rPr kumimoji="1" lang="ja-JP" altLang="en-US" dirty="0"/>
              <a:t>イギリス以外の国が成長し、化学・電気・石油が発展した。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BA863A4-01E0-18DF-E93C-4953FA9F9804}"/>
              </a:ext>
            </a:extLst>
          </p:cNvPr>
          <p:cNvSpPr txBox="1"/>
          <p:nvPr/>
        </p:nvSpPr>
        <p:spPr>
          <a:xfrm rot="20255162">
            <a:off x="-178754" y="2348052"/>
            <a:ext cx="12506325" cy="1446550"/>
          </a:xfrm>
          <a:prstGeom prst="rect">
            <a:avLst/>
          </a:prstGeom>
          <a:solidFill>
            <a:schemeClr val="tx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8800" b="1" dirty="0">
                <a:ln w="38100">
                  <a:solidFill>
                    <a:srgbClr val="FF0000"/>
                  </a:solidFill>
                </a:ln>
                <a:solidFill>
                  <a:srgbClr val="FFFF00"/>
                </a:solidFill>
              </a:rPr>
              <a:t>環境に良いと思ったか？</a:t>
            </a:r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B33D0806-B9DB-D901-99F3-77F5E0892497}"/>
              </a:ext>
            </a:extLst>
          </p:cNvPr>
          <p:cNvSpPr txBox="1"/>
          <p:nvPr/>
        </p:nvSpPr>
        <p:spPr>
          <a:xfrm rot="645953">
            <a:off x="7216912" y="4881805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6A607D1D-4ABA-1DDB-1183-2F04625D3593}"/>
              </a:ext>
            </a:extLst>
          </p:cNvPr>
          <p:cNvSpPr txBox="1">
            <a:spLocks/>
          </p:cNvSpPr>
          <p:nvPr/>
        </p:nvSpPr>
        <p:spPr>
          <a:xfrm rot="2987337">
            <a:off x="5212273" y="5270033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</p:spTree>
    <p:extLst>
      <p:ext uri="{BB962C8B-B14F-4D97-AF65-F5344CB8AC3E}">
        <p14:creationId xmlns:p14="http://schemas.microsoft.com/office/powerpoint/2010/main" val="12818082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9" grpId="0" animBg="1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70DE2-D37C-523E-79F0-3EDC58CF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D38DC09E-76B9-7298-4FD3-BBAA9BDEA254}"/>
              </a:ext>
            </a:extLst>
          </p:cNvPr>
          <p:cNvSpPr/>
          <p:nvPr/>
        </p:nvSpPr>
        <p:spPr>
          <a:xfrm>
            <a:off x="1662953" y="1048871"/>
            <a:ext cx="9879473" cy="752128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FCE7BF89-4D33-384F-BDE0-FBC29C7323A3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BDDE49-7F29-4BC2-6F83-592BAD818FA6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CD670A6-9C5C-4E7C-6C0F-A3D1E5F6586A}"/>
              </a:ext>
            </a:extLst>
          </p:cNvPr>
          <p:cNvSpPr txBox="1"/>
          <p:nvPr/>
        </p:nvSpPr>
        <p:spPr>
          <a:xfrm>
            <a:off x="1662952" y="1154668"/>
            <a:ext cx="10014385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sz="36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AEE5C5C-F4D4-6308-7A8F-E8E5E0A9D89D}"/>
              </a:ext>
            </a:extLst>
          </p:cNvPr>
          <p:cNvSpPr txBox="1"/>
          <p:nvPr/>
        </p:nvSpPr>
        <p:spPr>
          <a:xfrm>
            <a:off x="1662953" y="2214283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72395DAB-45F3-2D71-A69B-A19F0D0D796F}"/>
              </a:ext>
            </a:extLst>
          </p:cNvPr>
          <p:cNvSpPr txBox="1"/>
          <p:nvPr/>
        </p:nvSpPr>
        <p:spPr>
          <a:xfrm>
            <a:off x="1662953" y="3273898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E5AD322-C6CE-7224-6C62-00818720D88F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AFBF9DA3-D1B1-1882-301B-1E311F920F3D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2D92A86-0366-CC31-CC8D-20114AC02D7A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372524696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2FBEC-AE42-33EA-CEE1-10B49F20A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A32D093-1006-AF92-47C2-B42B1DEE65EA}"/>
              </a:ext>
            </a:extLst>
          </p:cNvPr>
          <p:cNvSpPr/>
          <p:nvPr/>
        </p:nvSpPr>
        <p:spPr>
          <a:xfrm>
            <a:off x="1662954" y="1048871"/>
            <a:ext cx="5052172" cy="4751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5E4E7559-B8E1-2722-52A7-A2826196CC8C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2380CF-416B-FF49-D38A-BAC4701404BA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661253C-1C3A-B249-1136-C348F94A91FF}"/>
              </a:ext>
            </a:extLst>
          </p:cNvPr>
          <p:cNvSpPr txBox="1"/>
          <p:nvPr/>
        </p:nvSpPr>
        <p:spPr>
          <a:xfrm>
            <a:off x="1662953" y="1154668"/>
            <a:ext cx="8023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3F7DCF3-FB97-5BAB-8ECD-1DACB85C3D22}"/>
              </a:ext>
            </a:extLst>
          </p:cNvPr>
          <p:cNvSpPr txBox="1"/>
          <p:nvPr/>
        </p:nvSpPr>
        <p:spPr>
          <a:xfrm>
            <a:off x="1662953" y="2214283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A1063BE-D4C6-B787-4439-151B4FA32D8E}"/>
              </a:ext>
            </a:extLst>
          </p:cNvPr>
          <p:cNvSpPr txBox="1"/>
          <p:nvPr/>
        </p:nvSpPr>
        <p:spPr>
          <a:xfrm>
            <a:off x="1662953" y="3273898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A37748-5B49-7ABF-7FBA-CA7C1DE4BBD9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D1D35AA5-8CD2-64E1-A9A5-6858527CA63C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E9CD42D-27B3-8F61-B6F8-03D0BB7025EC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2837872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6BA45-947F-86F8-8C85-47107386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AB02F5C-C4E1-795F-18BE-A834C38CBFD7}"/>
              </a:ext>
            </a:extLst>
          </p:cNvPr>
          <p:cNvSpPr/>
          <p:nvPr/>
        </p:nvSpPr>
        <p:spPr>
          <a:xfrm>
            <a:off x="1662953" y="2108486"/>
            <a:ext cx="3389299" cy="47512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73329FB-C807-27EE-17FD-9DF072371825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07B9DF-C7D2-F299-D7B0-A9F8A92EE131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AAEF079-4913-C878-FD01-20348A99B50C}"/>
              </a:ext>
            </a:extLst>
          </p:cNvPr>
          <p:cNvSpPr txBox="1"/>
          <p:nvPr/>
        </p:nvSpPr>
        <p:spPr>
          <a:xfrm>
            <a:off x="1662953" y="1154668"/>
            <a:ext cx="8023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8F32FB-E6D7-1829-F3D8-CADEF80EAFB7}"/>
              </a:ext>
            </a:extLst>
          </p:cNvPr>
          <p:cNvSpPr txBox="1"/>
          <p:nvPr/>
        </p:nvSpPr>
        <p:spPr>
          <a:xfrm>
            <a:off x="1662953" y="2214283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86EB918-AE53-B077-8219-4C725A16659F}"/>
              </a:ext>
            </a:extLst>
          </p:cNvPr>
          <p:cNvSpPr txBox="1"/>
          <p:nvPr/>
        </p:nvSpPr>
        <p:spPr>
          <a:xfrm>
            <a:off x="1662953" y="3273898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1E3628-4D0A-9E47-DDF0-59503ABC123B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B8BB38DF-D072-F68A-F3C8-9823D4287D59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D72E66DE-AB86-49B5-F755-35E569106519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93220624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B36D-FAC8-2F00-7A97-586317C8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868B79C-7756-38CA-F7B0-61847A62620D}"/>
              </a:ext>
            </a:extLst>
          </p:cNvPr>
          <p:cNvSpPr/>
          <p:nvPr/>
        </p:nvSpPr>
        <p:spPr>
          <a:xfrm>
            <a:off x="1662952" y="2108486"/>
            <a:ext cx="8866093" cy="93679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DBCFF0E-EEE7-4AE5-AA3E-26A5493A397D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1D1B20-E1BB-417F-0A8F-7152ACF87D86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E8FBB63-75C7-5C9B-AF78-265299A619D9}"/>
              </a:ext>
            </a:extLst>
          </p:cNvPr>
          <p:cNvSpPr txBox="1"/>
          <p:nvPr/>
        </p:nvSpPr>
        <p:spPr>
          <a:xfrm>
            <a:off x="1662953" y="1154668"/>
            <a:ext cx="508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3E9339E-7949-4D36-50D6-F6C9F90575FB}"/>
              </a:ext>
            </a:extLst>
          </p:cNvPr>
          <p:cNvSpPr txBox="1"/>
          <p:nvPr/>
        </p:nvSpPr>
        <p:spPr>
          <a:xfrm>
            <a:off x="1662953" y="2214283"/>
            <a:ext cx="886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590D2F9-3E83-511C-8B7D-B300C3DCDAA3}"/>
              </a:ext>
            </a:extLst>
          </p:cNvPr>
          <p:cNvSpPr txBox="1"/>
          <p:nvPr/>
        </p:nvSpPr>
        <p:spPr>
          <a:xfrm>
            <a:off x="1662953" y="3273898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798731-494F-1FFC-4D40-15048D398CCE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FA655A53-0F75-E2A3-5EE2-7B7AD74F977A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B5A6B9CF-5FAA-00EB-1345-59E88A7F3C29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308417083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13D2E-1D62-3C8D-D855-E32648DE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2" name="図 11">
            <a:extLst>
              <a:ext uri="{FF2B5EF4-FFF2-40B4-BE49-F238E27FC236}">
                <a16:creationId xmlns:a16="http://schemas.microsoft.com/office/drawing/2014/main" id="{598485C5-D472-379A-0DE5-8F8DA34C4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40649" y="1285306"/>
            <a:ext cx="8623496" cy="4287388"/>
          </a:xfrm>
          <a:prstGeom prst="rect">
            <a:avLst/>
          </a:prstGeom>
        </p:spPr>
      </p:pic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CDDFC6BC-A8A0-2622-AFE6-B56067FA5E9D}"/>
              </a:ext>
            </a:extLst>
          </p:cNvPr>
          <p:cNvSpPr/>
          <p:nvPr/>
        </p:nvSpPr>
        <p:spPr>
          <a:xfrm>
            <a:off x="10064144" y="235272"/>
            <a:ext cx="6142486" cy="1052075"/>
          </a:xfrm>
          <a:custGeom>
            <a:avLst/>
            <a:gdLst>
              <a:gd name="connsiteX0" fmla="*/ 4350891 w 6142486"/>
              <a:gd name="connsiteY0" fmla="*/ 0 h 1052075"/>
              <a:gd name="connsiteX1" fmla="*/ 6003984 w 6142486"/>
              <a:gd name="connsiteY1" fmla="*/ 0 h 1052075"/>
              <a:gd name="connsiteX2" fmla="*/ 6142486 w 6142486"/>
              <a:gd name="connsiteY2" fmla="*/ 138502 h 1052075"/>
              <a:gd name="connsiteX3" fmla="*/ 6142486 w 6142486"/>
              <a:gd name="connsiteY3" fmla="*/ 692495 h 1052075"/>
              <a:gd name="connsiteX4" fmla="*/ 6003984 w 6142486"/>
              <a:gd name="connsiteY4" fmla="*/ 830997 h 1052075"/>
              <a:gd name="connsiteX5" fmla="*/ 4350891 w 6142486"/>
              <a:gd name="connsiteY5" fmla="*/ 830997 h 1052075"/>
              <a:gd name="connsiteX6" fmla="*/ 4212389 w 6142486"/>
              <a:gd name="connsiteY6" fmla="*/ 692495 h 1052075"/>
              <a:gd name="connsiteX7" fmla="*/ 4212389 w 6142486"/>
              <a:gd name="connsiteY7" fmla="*/ 280260 h 1052075"/>
              <a:gd name="connsiteX8" fmla="*/ 4057851 w 6142486"/>
              <a:gd name="connsiteY8" fmla="*/ 283518 h 1052075"/>
              <a:gd name="connsiteX9" fmla="*/ 670484 w 6142486"/>
              <a:gd name="connsiteY9" fmla="*/ 935436 h 1052075"/>
              <a:gd name="connsiteX10" fmla="*/ 492537 w 6142486"/>
              <a:gd name="connsiteY10" fmla="*/ 939525 h 1052075"/>
              <a:gd name="connsiteX11" fmla="*/ 492537 w 6142486"/>
              <a:gd name="connsiteY11" fmla="*/ 939739 h 1052075"/>
              <a:gd name="connsiteX12" fmla="*/ 483239 w 6142486"/>
              <a:gd name="connsiteY12" fmla="*/ 939739 h 1052075"/>
              <a:gd name="connsiteX13" fmla="*/ 422639 w 6142486"/>
              <a:gd name="connsiteY13" fmla="*/ 941132 h 1052075"/>
              <a:gd name="connsiteX14" fmla="*/ 422400 w 6142486"/>
              <a:gd name="connsiteY14" fmla="*/ 939739 h 1052075"/>
              <a:gd name="connsiteX15" fmla="*/ 215153 w 6142486"/>
              <a:gd name="connsiteY15" fmla="*/ 939739 h 1052075"/>
              <a:gd name="connsiteX16" fmla="*/ 215153 w 6142486"/>
              <a:gd name="connsiteY16" fmla="*/ 1052075 h 1052075"/>
              <a:gd name="connsiteX17" fmla="*/ 0 w 6142486"/>
              <a:gd name="connsiteY17" fmla="*/ 836922 h 1052075"/>
              <a:gd name="connsiteX18" fmla="*/ 215153 w 6142486"/>
              <a:gd name="connsiteY18" fmla="*/ 621769 h 1052075"/>
              <a:gd name="connsiteX19" fmla="*/ 215153 w 6142486"/>
              <a:gd name="connsiteY19" fmla="*/ 734105 h 1052075"/>
              <a:gd name="connsiteX20" fmla="*/ 387176 w 6142486"/>
              <a:gd name="connsiteY20" fmla="*/ 734105 h 1052075"/>
              <a:gd name="connsiteX21" fmla="*/ 386844 w 6142486"/>
              <a:gd name="connsiteY21" fmla="*/ 732169 h 1052075"/>
              <a:gd name="connsiteX22" fmla="*/ 4006641 w 6142486"/>
              <a:gd name="connsiteY22" fmla="*/ 75351 h 1052075"/>
              <a:gd name="connsiteX23" fmla="*/ 4233010 w 6142486"/>
              <a:gd name="connsiteY23" fmla="*/ 70149 h 1052075"/>
              <a:gd name="connsiteX24" fmla="*/ 4252955 w 6142486"/>
              <a:gd name="connsiteY24" fmla="*/ 40566 h 1052075"/>
              <a:gd name="connsiteX25" fmla="*/ 4350891 w 6142486"/>
              <a:gd name="connsiteY25" fmla="*/ 0 h 105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142486" h="1052075">
                <a:moveTo>
                  <a:pt x="4350891" y="0"/>
                </a:moveTo>
                <a:lnTo>
                  <a:pt x="6003984" y="0"/>
                </a:lnTo>
                <a:cubicBezTo>
                  <a:pt x="6080477" y="0"/>
                  <a:pt x="6142486" y="62009"/>
                  <a:pt x="6142486" y="138502"/>
                </a:cubicBezTo>
                <a:lnTo>
                  <a:pt x="6142486" y="692495"/>
                </a:lnTo>
                <a:cubicBezTo>
                  <a:pt x="6142486" y="768988"/>
                  <a:pt x="6080477" y="830997"/>
                  <a:pt x="6003984" y="830997"/>
                </a:cubicBezTo>
                <a:lnTo>
                  <a:pt x="4350891" y="830997"/>
                </a:lnTo>
                <a:cubicBezTo>
                  <a:pt x="4274398" y="830997"/>
                  <a:pt x="4212389" y="768988"/>
                  <a:pt x="4212389" y="692495"/>
                </a:cubicBezTo>
                <a:lnTo>
                  <a:pt x="4212389" y="280260"/>
                </a:lnTo>
                <a:lnTo>
                  <a:pt x="4057851" y="283518"/>
                </a:lnTo>
                <a:cubicBezTo>
                  <a:pt x="2901367" y="341087"/>
                  <a:pt x="1826249" y="873664"/>
                  <a:pt x="670484" y="935436"/>
                </a:cubicBezTo>
                <a:lnTo>
                  <a:pt x="492537" y="939525"/>
                </a:lnTo>
                <a:lnTo>
                  <a:pt x="492537" y="939739"/>
                </a:lnTo>
                <a:lnTo>
                  <a:pt x="483239" y="939739"/>
                </a:lnTo>
                <a:lnTo>
                  <a:pt x="422639" y="941132"/>
                </a:lnTo>
                <a:lnTo>
                  <a:pt x="422400" y="939739"/>
                </a:lnTo>
                <a:lnTo>
                  <a:pt x="215153" y="939739"/>
                </a:lnTo>
                <a:lnTo>
                  <a:pt x="215153" y="1052075"/>
                </a:lnTo>
                <a:lnTo>
                  <a:pt x="0" y="836922"/>
                </a:lnTo>
                <a:lnTo>
                  <a:pt x="215153" y="621769"/>
                </a:lnTo>
                <a:lnTo>
                  <a:pt x="215153" y="734105"/>
                </a:lnTo>
                <a:lnTo>
                  <a:pt x="387176" y="734105"/>
                </a:lnTo>
                <a:lnTo>
                  <a:pt x="386844" y="732169"/>
                </a:lnTo>
                <a:cubicBezTo>
                  <a:pt x="1632768" y="742803"/>
                  <a:pt x="2773826" y="141241"/>
                  <a:pt x="4006641" y="75351"/>
                </a:cubicBezTo>
                <a:lnTo>
                  <a:pt x="4233010" y="70149"/>
                </a:lnTo>
                <a:lnTo>
                  <a:pt x="4252955" y="40566"/>
                </a:lnTo>
                <a:cubicBezTo>
                  <a:pt x="4278019" y="15502"/>
                  <a:pt x="4312645" y="0"/>
                  <a:pt x="4350891" y="0"/>
                </a:cubicBezTo>
                <a:close/>
              </a:path>
            </a:pathLst>
          </a:custGeom>
          <a:solidFill>
            <a:srgbClr val="C1E5F5">
              <a:alpha val="50196"/>
            </a:srgbClr>
          </a:solidFill>
          <a:ln>
            <a:solidFill>
              <a:srgbClr val="46B1E1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9A0DAF-FBDC-BE23-48DA-ED86A67BDFA2}"/>
              </a:ext>
            </a:extLst>
          </p:cNvPr>
          <p:cNvSpPr/>
          <p:nvPr/>
        </p:nvSpPr>
        <p:spPr>
          <a:xfrm>
            <a:off x="-3314700" y="-413574"/>
            <a:ext cx="5569964" cy="69057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4B75D8-392B-EC8E-86FC-C475743C0A47}"/>
              </a:ext>
            </a:extLst>
          </p:cNvPr>
          <p:cNvSpPr txBox="1"/>
          <p:nvPr/>
        </p:nvSpPr>
        <p:spPr>
          <a:xfrm>
            <a:off x="0" y="0"/>
            <a:ext cx="2332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DD5176-75F8-E7AA-080D-DAEEA22ACAC3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7DF6F74-BA95-1E02-23E0-8F0346ADBAAD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EC29E760-3644-97FE-6A73-DC2104AF614A}"/>
              </a:ext>
            </a:extLst>
          </p:cNvPr>
          <p:cNvSpPr/>
          <p:nvPr/>
        </p:nvSpPr>
        <p:spPr>
          <a:xfrm>
            <a:off x="9964790" y="463014"/>
            <a:ext cx="1930096" cy="847559"/>
          </a:xfrm>
          <a:prstGeom prst="roundRect">
            <a:avLst/>
          </a:prstGeom>
          <a:solidFill>
            <a:srgbClr val="C1E5F5"/>
          </a:solidFill>
          <a:ln>
            <a:solidFill>
              <a:srgbClr val="83C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04F1B30-FE94-0F6E-2128-0669D73C6559}"/>
              </a:ext>
            </a:extLst>
          </p:cNvPr>
          <p:cNvSpPr txBox="1"/>
          <p:nvPr/>
        </p:nvSpPr>
        <p:spPr>
          <a:xfrm>
            <a:off x="9964789" y="469349"/>
            <a:ext cx="1930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圧倒的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位の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中国</a:t>
            </a:r>
            <a:r>
              <a:rPr lang="ja-JP" altLang="en-US" sz="2400" dirty="0"/>
              <a:t>に注目</a:t>
            </a:r>
            <a:endParaRPr kumimoji="1" lang="ja-JP" altLang="en-US" sz="2400" dirty="0"/>
          </a:p>
        </p:txBody>
      </p:sp>
      <p:sp>
        <p:nvSpPr>
          <p:cNvPr id="14" name="フリーフォーム: 図形 13">
            <a:extLst>
              <a:ext uri="{FF2B5EF4-FFF2-40B4-BE49-F238E27FC236}">
                <a16:creationId xmlns:a16="http://schemas.microsoft.com/office/drawing/2014/main" id="{441390E3-C5F3-954C-4DF4-355E9469B1D5}"/>
              </a:ext>
            </a:extLst>
          </p:cNvPr>
          <p:cNvSpPr/>
          <p:nvPr/>
        </p:nvSpPr>
        <p:spPr>
          <a:xfrm>
            <a:off x="11713392" y="390895"/>
            <a:ext cx="238735" cy="219601"/>
          </a:xfrm>
          <a:custGeom>
            <a:avLst/>
            <a:gdLst>
              <a:gd name="connsiteX0" fmla="*/ 0 w 238735"/>
              <a:gd name="connsiteY0" fmla="*/ 0 h 219601"/>
              <a:gd name="connsiteX1" fmla="*/ 238735 w 238735"/>
              <a:gd name="connsiteY1" fmla="*/ 0 h 219601"/>
              <a:gd name="connsiteX2" fmla="*/ 238735 w 238735"/>
              <a:gd name="connsiteY2" fmla="*/ 219601 h 219601"/>
              <a:gd name="connsiteX3" fmla="*/ 187993 w 238735"/>
              <a:gd name="connsiteY3" fmla="*/ 219601 h 219601"/>
              <a:gd name="connsiteX4" fmla="*/ 187993 w 238735"/>
              <a:gd name="connsiteY4" fmla="*/ 202276 h 219601"/>
              <a:gd name="connsiteX5" fmla="*/ 46730 w 238735"/>
              <a:gd name="connsiteY5" fmla="*/ 61013 h 219601"/>
              <a:gd name="connsiteX6" fmla="*/ 0 w 238735"/>
              <a:gd name="connsiteY6" fmla="*/ 61013 h 21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735" h="219601">
                <a:moveTo>
                  <a:pt x="0" y="0"/>
                </a:moveTo>
                <a:lnTo>
                  <a:pt x="238735" y="0"/>
                </a:lnTo>
                <a:lnTo>
                  <a:pt x="238735" y="219601"/>
                </a:lnTo>
                <a:lnTo>
                  <a:pt x="187993" y="219601"/>
                </a:lnTo>
                <a:lnTo>
                  <a:pt x="187993" y="202276"/>
                </a:lnTo>
                <a:cubicBezTo>
                  <a:pt x="187993" y="124259"/>
                  <a:pt x="124747" y="61013"/>
                  <a:pt x="46730" y="61013"/>
                </a:cubicBezTo>
                <a:lnTo>
                  <a:pt x="0" y="610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5" name="正方形/長方形 14">
            <a:extLst>
              <a:ext uri="{FF2B5EF4-FFF2-40B4-BE49-F238E27FC236}">
                <a16:creationId xmlns:a16="http://schemas.microsoft.com/office/drawing/2014/main" id="{A8D1EAFF-A168-C56F-4B68-2FF4218D5FAC}"/>
              </a:ext>
            </a:extLst>
          </p:cNvPr>
          <p:cNvSpPr/>
          <p:nvPr/>
        </p:nvSpPr>
        <p:spPr>
          <a:xfrm>
            <a:off x="10064144" y="201826"/>
            <a:ext cx="2127855" cy="25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6" name="正方形/長方形 15">
            <a:extLst>
              <a:ext uri="{FF2B5EF4-FFF2-40B4-BE49-F238E27FC236}">
                <a16:creationId xmlns:a16="http://schemas.microsoft.com/office/drawing/2014/main" id="{BCE94CC6-82F5-B41B-63E0-CDD3004218BB}"/>
              </a:ext>
            </a:extLst>
          </p:cNvPr>
          <p:cNvSpPr/>
          <p:nvPr/>
        </p:nvSpPr>
        <p:spPr>
          <a:xfrm>
            <a:off x="11906790" y="421988"/>
            <a:ext cx="285209" cy="950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8" name="フリーフォーム: 図形 17">
            <a:extLst>
              <a:ext uri="{FF2B5EF4-FFF2-40B4-BE49-F238E27FC236}">
                <a16:creationId xmlns:a16="http://schemas.microsoft.com/office/drawing/2014/main" id="{D3531153-797E-47D0-D422-6C1B59E5BE9A}"/>
              </a:ext>
            </a:extLst>
          </p:cNvPr>
          <p:cNvSpPr/>
          <p:nvPr/>
        </p:nvSpPr>
        <p:spPr>
          <a:xfrm rot="5400000">
            <a:off x="11733031" y="1143568"/>
            <a:ext cx="238735" cy="219601"/>
          </a:xfrm>
          <a:custGeom>
            <a:avLst/>
            <a:gdLst>
              <a:gd name="connsiteX0" fmla="*/ 0 w 238735"/>
              <a:gd name="connsiteY0" fmla="*/ 0 h 219601"/>
              <a:gd name="connsiteX1" fmla="*/ 238735 w 238735"/>
              <a:gd name="connsiteY1" fmla="*/ 0 h 219601"/>
              <a:gd name="connsiteX2" fmla="*/ 238735 w 238735"/>
              <a:gd name="connsiteY2" fmla="*/ 219601 h 219601"/>
              <a:gd name="connsiteX3" fmla="*/ 187993 w 238735"/>
              <a:gd name="connsiteY3" fmla="*/ 219601 h 219601"/>
              <a:gd name="connsiteX4" fmla="*/ 187993 w 238735"/>
              <a:gd name="connsiteY4" fmla="*/ 202276 h 219601"/>
              <a:gd name="connsiteX5" fmla="*/ 46730 w 238735"/>
              <a:gd name="connsiteY5" fmla="*/ 61013 h 219601"/>
              <a:gd name="connsiteX6" fmla="*/ 0 w 238735"/>
              <a:gd name="connsiteY6" fmla="*/ 61013 h 21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735" h="219601">
                <a:moveTo>
                  <a:pt x="0" y="0"/>
                </a:moveTo>
                <a:lnTo>
                  <a:pt x="238735" y="0"/>
                </a:lnTo>
                <a:lnTo>
                  <a:pt x="238735" y="219601"/>
                </a:lnTo>
                <a:lnTo>
                  <a:pt x="187993" y="219601"/>
                </a:lnTo>
                <a:lnTo>
                  <a:pt x="187993" y="202276"/>
                </a:lnTo>
                <a:cubicBezTo>
                  <a:pt x="187993" y="124259"/>
                  <a:pt x="124747" y="61013"/>
                  <a:pt x="46730" y="61013"/>
                </a:cubicBezTo>
                <a:lnTo>
                  <a:pt x="0" y="610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24313104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13D2E-1D62-3C8D-D855-E32648DE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9A0DAF-FBDC-BE23-48DA-ED86A67BDFA2}"/>
              </a:ext>
            </a:extLst>
          </p:cNvPr>
          <p:cNvSpPr/>
          <p:nvPr/>
        </p:nvSpPr>
        <p:spPr>
          <a:xfrm>
            <a:off x="-3314700" y="-413574"/>
            <a:ext cx="5569964" cy="69057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4B75D8-392B-EC8E-86FC-C475743C0A47}"/>
              </a:ext>
            </a:extLst>
          </p:cNvPr>
          <p:cNvSpPr txBox="1"/>
          <p:nvPr/>
        </p:nvSpPr>
        <p:spPr>
          <a:xfrm>
            <a:off x="0" y="0"/>
            <a:ext cx="2332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DD5176-75F8-E7AA-080D-DAEEA22ACAC3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7DF6F74-BA95-1E02-23E0-8F0346ADBAAD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98485C5-D472-379A-0DE5-8F8DA34C4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221"/>
            <a:ext cx="6096000" cy="3030780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41616C33-F1AC-7562-3523-5D065209B0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33" t="2430" r="1578" b="19566"/>
          <a:stretch/>
        </p:blipFill>
        <p:spPr>
          <a:xfrm>
            <a:off x="1673336" y="1758365"/>
            <a:ext cx="8887087" cy="4314855"/>
          </a:xfrm>
          <a:custGeom>
            <a:avLst/>
            <a:gdLst>
              <a:gd name="connsiteX0" fmla="*/ 0 w 11018045"/>
              <a:gd name="connsiteY0" fmla="*/ 0 h 5349477"/>
              <a:gd name="connsiteX1" fmla="*/ 6767512 w 11018045"/>
              <a:gd name="connsiteY1" fmla="*/ 0 h 5349477"/>
              <a:gd name="connsiteX2" fmla="*/ 6767512 w 11018045"/>
              <a:gd name="connsiteY2" fmla="*/ 3800474 h 5349477"/>
              <a:gd name="connsiteX3" fmla="*/ 6777037 w 11018045"/>
              <a:gd name="connsiteY3" fmla="*/ 3800474 h 5349477"/>
              <a:gd name="connsiteX4" fmla="*/ 6777037 w 11018045"/>
              <a:gd name="connsiteY4" fmla="*/ 1062037 h 5349477"/>
              <a:gd name="connsiteX5" fmla="*/ 7777161 w 11018045"/>
              <a:gd name="connsiteY5" fmla="*/ 1062037 h 5349477"/>
              <a:gd name="connsiteX6" fmla="*/ 7777161 w 11018045"/>
              <a:gd name="connsiteY6" fmla="*/ 912018 h 5349477"/>
              <a:gd name="connsiteX7" fmla="*/ 9429750 w 11018045"/>
              <a:gd name="connsiteY7" fmla="*/ 912018 h 5349477"/>
              <a:gd name="connsiteX8" fmla="*/ 9429750 w 11018045"/>
              <a:gd name="connsiteY8" fmla="*/ 1223962 h 5349477"/>
              <a:gd name="connsiteX9" fmla="*/ 11018045 w 11018045"/>
              <a:gd name="connsiteY9" fmla="*/ 1223962 h 5349477"/>
              <a:gd name="connsiteX10" fmla="*/ 11018045 w 11018045"/>
              <a:gd name="connsiteY10" fmla="*/ 3536156 h 5349477"/>
              <a:gd name="connsiteX11" fmla="*/ 9691688 w 11018045"/>
              <a:gd name="connsiteY11" fmla="*/ 3536156 h 5349477"/>
              <a:gd name="connsiteX12" fmla="*/ 9691688 w 11018045"/>
              <a:gd name="connsiteY12" fmla="*/ 3800474 h 5349477"/>
              <a:gd name="connsiteX13" fmla="*/ 8944770 w 11018045"/>
              <a:gd name="connsiteY13" fmla="*/ 3800474 h 5349477"/>
              <a:gd name="connsiteX14" fmla="*/ 8944770 w 11018045"/>
              <a:gd name="connsiteY14" fmla="*/ 5349477 h 5349477"/>
              <a:gd name="connsiteX15" fmla="*/ 7889034 w 11018045"/>
              <a:gd name="connsiteY15" fmla="*/ 5349477 h 5349477"/>
              <a:gd name="connsiteX16" fmla="*/ 6777037 w 11018045"/>
              <a:gd name="connsiteY16" fmla="*/ 5349477 h 5349477"/>
              <a:gd name="connsiteX17" fmla="*/ 1111997 w 11018045"/>
              <a:gd name="connsiteY17" fmla="*/ 5349477 h 5349477"/>
              <a:gd name="connsiteX18" fmla="*/ 1111997 w 11018045"/>
              <a:gd name="connsiteY18" fmla="*/ 3800475 h 5349477"/>
              <a:gd name="connsiteX19" fmla="*/ 0 w 11018045"/>
              <a:gd name="connsiteY19" fmla="*/ 3800475 h 5349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018045" h="5349477">
                <a:moveTo>
                  <a:pt x="0" y="0"/>
                </a:moveTo>
                <a:lnTo>
                  <a:pt x="6767512" y="0"/>
                </a:lnTo>
                <a:lnTo>
                  <a:pt x="6767512" y="3800474"/>
                </a:lnTo>
                <a:lnTo>
                  <a:pt x="6777037" y="3800474"/>
                </a:lnTo>
                <a:lnTo>
                  <a:pt x="6777037" y="1062037"/>
                </a:lnTo>
                <a:lnTo>
                  <a:pt x="7777161" y="1062037"/>
                </a:lnTo>
                <a:lnTo>
                  <a:pt x="7777161" y="912018"/>
                </a:lnTo>
                <a:lnTo>
                  <a:pt x="9429750" y="912018"/>
                </a:lnTo>
                <a:lnTo>
                  <a:pt x="9429750" y="1223962"/>
                </a:lnTo>
                <a:lnTo>
                  <a:pt x="11018045" y="1223962"/>
                </a:lnTo>
                <a:lnTo>
                  <a:pt x="11018045" y="3536156"/>
                </a:lnTo>
                <a:lnTo>
                  <a:pt x="9691688" y="3536156"/>
                </a:lnTo>
                <a:lnTo>
                  <a:pt x="9691688" y="3800474"/>
                </a:lnTo>
                <a:lnTo>
                  <a:pt x="8944770" y="3800474"/>
                </a:lnTo>
                <a:lnTo>
                  <a:pt x="8944770" y="5349477"/>
                </a:lnTo>
                <a:lnTo>
                  <a:pt x="7889034" y="5349477"/>
                </a:lnTo>
                <a:lnTo>
                  <a:pt x="6777037" y="5349477"/>
                </a:lnTo>
                <a:lnTo>
                  <a:pt x="1111997" y="5349477"/>
                </a:lnTo>
                <a:lnTo>
                  <a:pt x="1111997" y="3800475"/>
                </a:lnTo>
                <a:lnTo>
                  <a:pt x="0" y="3800475"/>
                </a:lnTo>
                <a:close/>
              </a:path>
            </a:pathLst>
          </a:custGeom>
        </p:spPr>
      </p:pic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CDDFC6BC-A8A0-2622-AFE6-B56067FA5E9D}"/>
              </a:ext>
            </a:extLst>
          </p:cNvPr>
          <p:cNvSpPr/>
          <p:nvPr/>
        </p:nvSpPr>
        <p:spPr>
          <a:xfrm>
            <a:off x="5752398" y="461394"/>
            <a:ext cx="6142486" cy="1052075"/>
          </a:xfrm>
          <a:custGeom>
            <a:avLst/>
            <a:gdLst>
              <a:gd name="connsiteX0" fmla="*/ 4350891 w 6142486"/>
              <a:gd name="connsiteY0" fmla="*/ 0 h 1052075"/>
              <a:gd name="connsiteX1" fmla="*/ 6003984 w 6142486"/>
              <a:gd name="connsiteY1" fmla="*/ 0 h 1052075"/>
              <a:gd name="connsiteX2" fmla="*/ 6142486 w 6142486"/>
              <a:gd name="connsiteY2" fmla="*/ 138502 h 1052075"/>
              <a:gd name="connsiteX3" fmla="*/ 6142486 w 6142486"/>
              <a:gd name="connsiteY3" fmla="*/ 692495 h 1052075"/>
              <a:gd name="connsiteX4" fmla="*/ 6003984 w 6142486"/>
              <a:gd name="connsiteY4" fmla="*/ 830997 h 1052075"/>
              <a:gd name="connsiteX5" fmla="*/ 4350891 w 6142486"/>
              <a:gd name="connsiteY5" fmla="*/ 830997 h 1052075"/>
              <a:gd name="connsiteX6" fmla="*/ 4212389 w 6142486"/>
              <a:gd name="connsiteY6" fmla="*/ 692495 h 1052075"/>
              <a:gd name="connsiteX7" fmla="*/ 4212389 w 6142486"/>
              <a:gd name="connsiteY7" fmla="*/ 280260 h 1052075"/>
              <a:gd name="connsiteX8" fmla="*/ 4057851 w 6142486"/>
              <a:gd name="connsiteY8" fmla="*/ 283518 h 1052075"/>
              <a:gd name="connsiteX9" fmla="*/ 670484 w 6142486"/>
              <a:gd name="connsiteY9" fmla="*/ 935436 h 1052075"/>
              <a:gd name="connsiteX10" fmla="*/ 492537 w 6142486"/>
              <a:gd name="connsiteY10" fmla="*/ 939525 h 1052075"/>
              <a:gd name="connsiteX11" fmla="*/ 492537 w 6142486"/>
              <a:gd name="connsiteY11" fmla="*/ 939739 h 1052075"/>
              <a:gd name="connsiteX12" fmla="*/ 483239 w 6142486"/>
              <a:gd name="connsiteY12" fmla="*/ 939739 h 1052075"/>
              <a:gd name="connsiteX13" fmla="*/ 422639 w 6142486"/>
              <a:gd name="connsiteY13" fmla="*/ 941132 h 1052075"/>
              <a:gd name="connsiteX14" fmla="*/ 422400 w 6142486"/>
              <a:gd name="connsiteY14" fmla="*/ 939739 h 1052075"/>
              <a:gd name="connsiteX15" fmla="*/ 215153 w 6142486"/>
              <a:gd name="connsiteY15" fmla="*/ 939739 h 1052075"/>
              <a:gd name="connsiteX16" fmla="*/ 215153 w 6142486"/>
              <a:gd name="connsiteY16" fmla="*/ 1052075 h 1052075"/>
              <a:gd name="connsiteX17" fmla="*/ 0 w 6142486"/>
              <a:gd name="connsiteY17" fmla="*/ 836922 h 1052075"/>
              <a:gd name="connsiteX18" fmla="*/ 215153 w 6142486"/>
              <a:gd name="connsiteY18" fmla="*/ 621769 h 1052075"/>
              <a:gd name="connsiteX19" fmla="*/ 215153 w 6142486"/>
              <a:gd name="connsiteY19" fmla="*/ 734105 h 1052075"/>
              <a:gd name="connsiteX20" fmla="*/ 387176 w 6142486"/>
              <a:gd name="connsiteY20" fmla="*/ 734105 h 1052075"/>
              <a:gd name="connsiteX21" fmla="*/ 386844 w 6142486"/>
              <a:gd name="connsiteY21" fmla="*/ 732169 h 1052075"/>
              <a:gd name="connsiteX22" fmla="*/ 4006641 w 6142486"/>
              <a:gd name="connsiteY22" fmla="*/ 75351 h 1052075"/>
              <a:gd name="connsiteX23" fmla="*/ 4233010 w 6142486"/>
              <a:gd name="connsiteY23" fmla="*/ 70149 h 1052075"/>
              <a:gd name="connsiteX24" fmla="*/ 4252955 w 6142486"/>
              <a:gd name="connsiteY24" fmla="*/ 40566 h 1052075"/>
              <a:gd name="connsiteX25" fmla="*/ 4350891 w 6142486"/>
              <a:gd name="connsiteY25" fmla="*/ 0 h 105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142486" h="1052075">
                <a:moveTo>
                  <a:pt x="4350891" y="0"/>
                </a:moveTo>
                <a:lnTo>
                  <a:pt x="6003984" y="0"/>
                </a:lnTo>
                <a:cubicBezTo>
                  <a:pt x="6080477" y="0"/>
                  <a:pt x="6142486" y="62009"/>
                  <a:pt x="6142486" y="138502"/>
                </a:cubicBezTo>
                <a:lnTo>
                  <a:pt x="6142486" y="692495"/>
                </a:lnTo>
                <a:cubicBezTo>
                  <a:pt x="6142486" y="768988"/>
                  <a:pt x="6080477" y="830997"/>
                  <a:pt x="6003984" y="830997"/>
                </a:cubicBezTo>
                <a:lnTo>
                  <a:pt x="4350891" y="830997"/>
                </a:lnTo>
                <a:cubicBezTo>
                  <a:pt x="4274398" y="830997"/>
                  <a:pt x="4212389" y="768988"/>
                  <a:pt x="4212389" y="692495"/>
                </a:cubicBezTo>
                <a:lnTo>
                  <a:pt x="4212389" y="280260"/>
                </a:lnTo>
                <a:lnTo>
                  <a:pt x="4057851" y="283518"/>
                </a:lnTo>
                <a:cubicBezTo>
                  <a:pt x="2901367" y="341087"/>
                  <a:pt x="1826249" y="873664"/>
                  <a:pt x="670484" y="935436"/>
                </a:cubicBezTo>
                <a:lnTo>
                  <a:pt x="492537" y="939525"/>
                </a:lnTo>
                <a:lnTo>
                  <a:pt x="492537" y="939739"/>
                </a:lnTo>
                <a:lnTo>
                  <a:pt x="483239" y="939739"/>
                </a:lnTo>
                <a:lnTo>
                  <a:pt x="422639" y="941132"/>
                </a:lnTo>
                <a:lnTo>
                  <a:pt x="422400" y="939739"/>
                </a:lnTo>
                <a:lnTo>
                  <a:pt x="215153" y="939739"/>
                </a:lnTo>
                <a:lnTo>
                  <a:pt x="215153" y="1052075"/>
                </a:lnTo>
                <a:lnTo>
                  <a:pt x="0" y="836922"/>
                </a:lnTo>
                <a:lnTo>
                  <a:pt x="215153" y="621769"/>
                </a:lnTo>
                <a:lnTo>
                  <a:pt x="215153" y="734105"/>
                </a:lnTo>
                <a:lnTo>
                  <a:pt x="387176" y="734105"/>
                </a:lnTo>
                <a:lnTo>
                  <a:pt x="386844" y="732169"/>
                </a:lnTo>
                <a:cubicBezTo>
                  <a:pt x="1632768" y="742803"/>
                  <a:pt x="2773826" y="141241"/>
                  <a:pt x="4006641" y="75351"/>
                </a:cubicBezTo>
                <a:lnTo>
                  <a:pt x="4233010" y="70149"/>
                </a:lnTo>
                <a:lnTo>
                  <a:pt x="4252955" y="40566"/>
                </a:lnTo>
                <a:cubicBezTo>
                  <a:pt x="4278019" y="15502"/>
                  <a:pt x="4312645" y="0"/>
                  <a:pt x="4350891" y="0"/>
                </a:cubicBezTo>
                <a:close/>
              </a:path>
            </a:pathLst>
          </a:custGeom>
          <a:solidFill>
            <a:srgbClr val="C1E5F5">
              <a:alpha val="50196"/>
            </a:srgbClr>
          </a:solidFill>
          <a:ln>
            <a:solidFill>
              <a:srgbClr val="46B1E1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4" name="四角形: 角を丸くする 3">
            <a:extLst>
              <a:ext uri="{FF2B5EF4-FFF2-40B4-BE49-F238E27FC236}">
                <a16:creationId xmlns:a16="http://schemas.microsoft.com/office/drawing/2014/main" id="{BD38D521-A30A-C59C-63BE-9216ADCB3D8C}"/>
              </a:ext>
            </a:extLst>
          </p:cNvPr>
          <p:cNvSpPr/>
          <p:nvPr/>
        </p:nvSpPr>
        <p:spPr>
          <a:xfrm>
            <a:off x="9964790" y="463014"/>
            <a:ext cx="1930096" cy="847559"/>
          </a:xfrm>
          <a:prstGeom prst="roundRect">
            <a:avLst/>
          </a:prstGeom>
          <a:solidFill>
            <a:srgbClr val="C1E5F5"/>
          </a:solidFill>
          <a:ln>
            <a:solidFill>
              <a:srgbClr val="83CBEB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04F1B30-FE94-0F6E-2128-0669D73C6559}"/>
              </a:ext>
            </a:extLst>
          </p:cNvPr>
          <p:cNvSpPr txBox="1"/>
          <p:nvPr/>
        </p:nvSpPr>
        <p:spPr>
          <a:xfrm>
            <a:off x="9961228" y="471294"/>
            <a:ext cx="1930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圧倒的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位の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中国</a:t>
            </a:r>
            <a:r>
              <a:rPr lang="ja-JP" altLang="en-US" sz="2400" dirty="0"/>
              <a:t>に注目</a:t>
            </a:r>
            <a:endParaRPr kumimoji="1" lang="ja-JP" altLang="en-US" sz="2400" dirty="0"/>
          </a:p>
        </p:txBody>
      </p:sp>
      <p:sp>
        <p:nvSpPr>
          <p:cNvPr id="6" name="フリーフォーム: 図形 5">
            <a:extLst>
              <a:ext uri="{FF2B5EF4-FFF2-40B4-BE49-F238E27FC236}">
                <a16:creationId xmlns:a16="http://schemas.microsoft.com/office/drawing/2014/main" id="{F43680A7-C6DD-05F3-9520-8DBAD672D9BF}"/>
              </a:ext>
            </a:extLst>
          </p:cNvPr>
          <p:cNvSpPr/>
          <p:nvPr/>
        </p:nvSpPr>
        <p:spPr>
          <a:xfrm>
            <a:off x="11713392" y="390895"/>
            <a:ext cx="238735" cy="219601"/>
          </a:xfrm>
          <a:custGeom>
            <a:avLst/>
            <a:gdLst>
              <a:gd name="connsiteX0" fmla="*/ 0 w 238735"/>
              <a:gd name="connsiteY0" fmla="*/ 0 h 219601"/>
              <a:gd name="connsiteX1" fmla="*/ 238735 w 238735"/>
              <a:gd name="connsiteY1" fmla="*/ 0 h 219601"/>
              <a:gd name="connsiteX2" fmla="*/ 238735 w 238735"/>
              <a:gd name="connsiteY2" fmla="*/ 219601 h 219601"/>
              <a:gd name="connsiteX3" fmla="*/ 187993 w 238735"/>
              <a:gd name="connsiteY3" fmla="*/ 219601 h 219601"/>
              <a:gd name="connsiteX4" fmla="*/ 187993 w 238735"/>
              <a:gd name="connsiteY4" fmla="*/ 202276 h 219601"/>
              <a:gd name="connsiteX5" fmla="*/ 46730 w 238735"/>
              <a:gd name="connsiteY5" fmla="*/ 61013 h 219601"/>
              <a:gd name="connsiteX6" fmla="*/ 0 w 238735"/>
              <a:gd name="connsiteY6" fmla="*/ 61013 h 21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735" h="219601">
                <a:moveTo>
                  <a:pt x="0" y="0"/>
                </a:moveTo>
                <a:lnTo>
                  <a:pt x="238735" y="0"/>
                </a:lnTo>
                <a:lnTo>
                  <a:pt x="238735" y="219601"/>
                </a:lnTo>
                <a:lnTo>
                  <a:pt x="187993" y="219601"/>
                </a:lnTo>
                <a:lnTo>
                  <a:pt x="187993" y="202276"/>
                </a:lnTo>
                <a:cubicBezTo>
                  <a:pt x="187993" y="124259"/>
                  <a:pt x="124747" y="61013"/>
                  <a:pt x="46730" y="61013"/>
                </a:cubicBezTo>
                <a:lnTo>
                  <a:pt x="0" y="610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7" name="正方形/長方形 6">
            <a:extLst>
              <a:ext uri="{FF2B5EF4-FFF2-40B4-BE49-F238E27FC236}">
                <a16:creationId xmlns:a16="http://schemas.microsoft.com/office/drawing/2014/main" id="{E3643596-3E52-3BED-69F9-AE2281501E11}"/>
              </a:ext>
            </a:extLst>
          </p:cNvPr>
          <p:cNvSpPr/>
          <p:nvPr/>
        </p:nvSpPr>
        <p:spPr>
          <a:xfrm>
            <a:off x="10064144" y="201826"/>
            <a:ext cx="2127855" cy="25539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8" name="正方形/長方形 7">
            <a:extLst>
              <a:ext uri="{FF2B5EF4-FFF2-40B4-BE49-F238E27FC236}">
                <a16:creationId xmlns:a16="http://schemas.microsoft.com/office/drawing/2014/main" id="{AA7B9EED-70A2-7641-AE32-9FC2D4E8BF74}"/>
              </a:ext>
            </a:extLst>
          </p:cNvPr>
          <p:cNvSpPr/>
          <p:nvPr/>
        </p:nvSpPr>
        <p:spPr>
          <a:xfrm>
            <a:off x="11906790" y="421988"/>
            <a:ext cx="285209" cy="950747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フリーフォーム: 図形 9">
            <a:extLst>
              <a:ext uri="{FF2B5EF4-FFF2-40B4-BE49-F238E27FC236}">
                <a16:creationId xmlns:a16="http://schemas.microsoft.com/office/drawing/2014/main" id="{15F09021-9A0C-81CF-C022-0999B0E722F1}"/>
              </a:ext>
            </a:extLst>
          </p:cNvPr>
          <p:cNvSpPr/>
          <p:nvPr/>
        </p:nvSpPr>
        <p:spPr>
          <a:xfrm rot="5400000">
            <a:off x="11733031" y="1143568"/>
            <a:ext cx="238735" cy="219601"/>
          </a:xfrm>
          <a:custGeom>
            <a:avLst/>
            <a:gdLst>
              <a:gd name="connsiteX0" fmla="*/ 0 w 238735"/>
              <a:gd name="connsiteY0" fmla="*/ 0 h 219601"/>
              <a:gd name="connsiteX1" fmla="*/ 238735 w 238735"/>
              <a:gd name="connsiteY1" fmla="*/ 0 h 219601"/>
              <a:gd name="connsiteX2" fmla="*/ 238735 w 238735"/>
              <a:gd name="connsiteY2" fmla="*/ 219601 h 219601"/>
              <a:gd name="connsiteX3" fmla="*/ 187993 w 238735"/>
              <a:gd name="connsiteY3" fmla="*/ 219601 h 219601"/>
              <a:gd name="connsiteX4" fmla="*/ 187993 w 238735"/>
              <a:gd name="connsiteY4" fmla="*/ 202276 h 219601"/>
              <a:gd name="connsiteX5" fmla="*/ 46730 w 238735"/>
              <a:gd name="connsiteY5" fmla="*/ 61013 h 219601"/>
              <a:gd name="connsiteX6" fmla="*/ 0 w 238735"/>
              <a:gd name="connsiteY6" fmla="*/ 61013 h 21960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</a:cxnLst>
            <a:rect l="l" t="t" r="r" b="b"/>
            <a:pathLst>
              <a:path w="238735" h="219601">
                <a:moveTo>
                  <a:pt x="0" y="0"/>
                </a:moveTo>
                <a:lnTo>
                  <a:pt x="238735" y="0"/>
                </a:lnTo>
                <a:lnTo>
                  <a:pt x="238735" y="219601"/>
                </a:lnTo>
                <a:lnTo>
                  <a:pt x="187993" y="219601"/>
                </a:lnTo>
                <a:lnTo>
                  <a:pt x="187993" y="202276"/>
                </a:lnTo>
                <a:cubicBezTo>
                  <a:pt x="187993" y="124259"/>
                  <a:pt x="124747" y="61013"/>
                  <a:pt x="46730" y="61013"/>
                </a:cubicBezTo>
                <a:lnTo>
                  <a:pt x="0" y="61013"/>
                </a:ln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109780225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13D2E-1D62-3C8D-D855-E32648DE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9A0DAF-FBDC-BE23-48DA-ED86A67BDFA2}"/>
              </a:ext>
            </a:extLst>
          </p:cNvPr>
          <p:cNvSpPr/>
          <p:nvPr/>
        </p:nvSpPr>
        <p:spPr>
          <a:xfrm>
            <a:off x="-3314700" y="-413574"/>
            <a:ext cx="5569964" cy="69057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4B75D8-392B-EC8E-86FC-C475743C0A47}"/>
              </a:ext>
            </a:extLst>
          </p:cNvPr>
          <p:cNvSpPr txBox="1"/>
          <p:nvPr/>
        </p:nvSpPr>
        <p:spPr>
          <a:xfrm>
            <a:off x="0" y="0"/>
            <a:ext cx="2332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DD5176-75F8-E7AA-080D-DAEEA22ACAC3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7DF6F74-BA95-1E02-23E0-8F0346ADBAAD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98485C5-D472-379A-0DE5-8F8DA34C4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221"/>
            <a:ext cx="5257800" cy="2614048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41616C33-F1AC-7562-3523-5D065209B0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33" t="2430" r="1578" b="19566"/>
          <a:stretch/>
        </p:blipFill>
        <p:spPr>
          <a:xfrm>
            <a:off x="5257800" y="471407"/>
            <a:ext cx="5257800" cy="2552765"/>
          </a:xfrm>
          <a:custGeom>
            <a:avLst/>
            <a:gdLst>
              <a:gd name="connsiteX0" fmla="*/ 0 w 11018045"/>
              <a:gd name="connsiteY0" fmla="*/ 0 h 5349477"/>
              <a:gd name="connsiteX1" fmla="*/ 6767512 w 11018045"/>
              <a:gd name="connsiteY1" fmla="*/ 0 h 5349477"/>
              <a:gd name="connsiteX2" fmla="*/ 6767512 w 11018045"/>
              <a:gd name="connsiteY2" fmla="*/ 3800474 h 5349477"/>
              <a:gd name="connsiteX3" fmla="*/ 6777037 w 11018045"/>
              <a:gd name="connsiteY3" fmla="*/ 3800474 h 5349477"/>
              <a:gd name="connsiteX4" fmla="*/ 6777037 w 11018045"/>
              <a:gd name="connsiteY4" fmla="*/ 1062037 h 5349477"/>
              <a:gd name="connsiteX5" fmla="*/ 7777161 w 11018045"/>
              <a:gd name="connsiteY5" fmla="*/ 1062037 h 5349477"/>
              <a:gd name="connsiteX6" fmla="*/ 7777161 w 11018045"/>
              <a:gd name="connsiteY6" fmla="*/ 912018 h 5349477"/>
              <a:gd name="connsiteX7" fmla="*/ 9429750 w 11018045"/>
              <a:gd name="connsiteY7" fmla="*/ 912018 h 5349477"/>
              <a:gd name="connsiteX8" fmla="*/ 9429750 w 11018045"/>
              <a:gd name="connsiteY8" fmla="*/ 1223962 h 5349477"/>
              <a:gd name="connsiteX9" fmla="*/ 11018045 w 11018045"/>
              <a:gd name="connsiteY9" fmla="*/ 1223962 h 5349477"/>
              <a:gd name="connsiteX10" fmla="*/ 11018045 w 11018045"/>
              <a:gd name="connsiteY10" fmla="*/ 3536156 h 5349477"/>
              <a:gd name="connsiteX11" fmla="*/ 9691688 w 11018045"/>
              <a:gd name="connsiteY11" fmla="*/ 3536156 h 5349477"/>
              <a:gd name="connsiteX12" fmla="*/ 9691688 w 11018045"/>
              <a:gd name="connsiteY12" fmla="*/ 3800474 h 5349477"/>
              <a:gd name="connsiteX13" fmla="*/ 8944770 w 11018045"/>
              <a:gd name="connsiteY13" fmla="*/ 3800474 h 5349477"/>
              <a:gd name="connsiteX14" fmla="*/ 8944770 w 11018045"/>
              <a:gd name="connsiteY14" fmla="*/ 5349477 h 5349477"/>
              <a:gd name="connsiteX15" fmla="*/ 7889034 w 11018045"/>
              <a:gd name="connsiteY15" fmla="*/ 5349477 h 5349477"/>
              <a:gd name="connsiteX16" fmla="*/ 6777037 w 11018045"/>
              <a:gd name="connsiteY16" fmla="*/ 5349477 h 5349477"/>
              <a:gd name="connsiteX17" fmla="*/ 1111997 w 11018045"/>
              <a:gd name="connsiteY17" fmla="*/ 5349477 h 5349477"/>
              <a:gd name="connsiteX18" fmla="*/ 1111997 w 11018045"/>
              <a:gd name="connsiteY18" fmla="*/ 3800475 h 5349477"/>
              <a:gd name="connsiteX19" fmla="*/ 0 w 11018045"/>
              <a:gd name="connsiteY19" fmla="*/ 3800475 h 5349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018045" h="5349477">
                <a:moveTo>
                  <a:pt x="0" y="0"/>
                </a:moveTo>
                <a:lnTo>
                  <a:pt x="6767512" y="0"/>
                </a:lnTo>
                <a:lnTo>
                  <a:pt x="6767512" y="3800474"/>
                </a:lnTo>
                <a:lnTo>
                  <a:pt x="6777037" y="3800474"/>
                </a:lnTo>
                <a:lnTo>
                  <a:pt x="6777037" y="1062037"/>
                </a:lnTo>
                <a:lnTo>
                  <a:pt x="7777161" y="1062037"/>
                </a:lnTo>
                <a:lnTo>
                  <a:pt x="7777161" y="912018"/>
                </a:lnTo>
                <a:lnTo>
                  <a:pt x="9429750" y="912018"/>
                </a:lnTo>
                <a:lnTo>
                  <a:pt x="9429750" y="1223962"/>
                </a:lnTo>
                <a:lnTo>
                  <a:pt x="11018045" y="1223962"/>
                </a:lnTo>
                <a:lnTo>
                  <a:pt x="11018045" y="3536156"/>
                </a:lnTo>
                <a:lnTo>
                  <a:pt x="9691688" y="3536156"/>
                </a:lnTo>
                <a:lnTo>
                  <a:pt x="9691688" y="3800474"/>
                </a:lnTo>
                <a:lnTo>
                  <a:pt x="8944770" y="3800474"/>
                </a:lnTo>
                <a:lnTo>
                  <a:pt x="8944770" y="5349477"/>
                </a:lnTo>
                <a:lnTo>
                  <a:pt x="7889034" y="5349477"/>
                </a:lnTo>
                <a:lnTo>
                  <a:pt x="6777037" y="5349477"/>
                </a:lnTo>
                <a:lnTo>
                  <a:pt x="1111997" y="5349477"/>
                </a:lnTo>
                <a:lnTo>
                  <a:pt x="1111997" y="3800475"/>
                </a:lnTo>
                <a:lnTo>
                  <a:pt x="0" y="3800475"/>
                </a:lnTo>
                <a:close/>
              </a:path>
            </a:pathLst>
          </a:custGeom>
        </p:spPr>
      </p:pic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CDDFC6BC-A8A0-2622-AFE6-B56067FA5E9D}"/>
              </a:ext>
            </a:extLst>
          </p:cNvPr>
          <p:cNvSpPr/>
          <p:nvPr/>
        </p:nvSpPr>
        <p:spPr>
          <a:xfrm>
            <a:off x="5062756" y="325357"/>
            <a:ext cx="6142486" cy="1052075"/>
          </a:xfrm>
          <a:custGeom>
            <a:avLst/>
            <a:gdLst>
              <a:gd name="connsiteX0" fmla="*/ 4350891 w 6142486"/>
              <a:gd name="connsiteY0" fmla="*/ 0 h 1052075"/>
              <a:gd name="connsiteX1" fmla="*/ 6003984 w 6142486"/>
              <a:gd name="connsiteY1" fmla="*/ 0 h 1052075"/>
              <a:gd name="connsiteX2" fmla="*/ 6142486 w 6142486"/>
              <a:gd name="connsiteY2" fmla="*/ 138502 h 1052075"/>
              <a:gd name="connsiteX3" fmla="*/ 6142486 w 6142486"/>
              <a:gd name="connsiteY3" fmla="*/ 692495 h 1052075"/>
              <a:gd name="connsiteX4" fmla="*/ 6003984 w 6142486"/>
              <a:gd name="connsiteY4" fmla="*/ 830997 h 1052075"/>
              <a:gd name="connsiteX5" fmla="*/ 4350891 w 6142486"/>
              <a:gd name="connsiteY5" fmla="*/ 830997 h 1052075"/>
              <a:gd name="connsiteX6" fmla="*/ 4212389 w 6142486"/>
              <a:gd name="connsiteY6" fmla="*/ 692495 h 1052075"/>
              <a:gd name="connsiteX7" fmla="*/ 4212389 w 6142486"/>
              <a:gd name="connsiteY7" fmla="*/ 280260 h 1052075"/>
              <a:gd name="connsiteX8" fmla="*/ 4057851 w 6142486"/>
              <a:gd name="connsiteY8" fmla="*/ 283518 h 1052075"/>
              <a:gd name="connsiteX9" fmla="*/ 670484 w 6142486"/>
              <a:gd name="connsiteY9" fmla="*/ 935436 h 1052075"/>
              <a:gd name="connsiteX10" fmla="*/ 492537 w 6142486"/>
              <a:gd name="connsiteY10" fmla="*/ 939525 h 1052075"/>
              <a:gd name="connsiteX11" fmla="*/ 492537 w 6142486"/>
              <a:gd name="connsiteY11" fmla="*/ 939739 h 1052075"/>
              <a:gd name="connsiteX12" fmla="*/ 483239 w 6142486"/>
              <a:gd name="connsiteY12" fmla="*/ 939739 h 1052075"/>
              <a:gd name="connsiteX13" fmla="*/ 422639 w 6142486"/>
              <a:gd name="connsiteY13" fmla="*/ 941132 h 1052075"/>
              <a:gd name="connsiteX14" fmla="*/ 422400 w 6142486"/>
              <a:gd name="connsiteY14" fmla="*/ 939739 h 1052075"/>
              <a:gd name="connsiteX15" fmla="*/ 215153 w 6142486"/>
              <a:gd name="connsiteY15" fmla="*/ 939739 h 1052075"/>
              <a:gd name="connsiteX16" fmla="*/ 215153 w 6142486"/>
              <a:gd name="connsiteY16" fmla="*/ 1052075 h 1052075"/>
              <a:gd name="connsiteX17" fmla="*/ 0 w 6142486"/>
              <a:gd name="connsiteY17" fmla="*/ 836922 h 1052075"/>
              <a:gd name="connsiteX18" fmla="*/ 215153 w 6142486"/>
              <a:gd name="connsiteY18" fmla="*/ 621769 h 1052075"/>
              <a:gd name="connsiteX19" fmla="*/ 215153 w 6142486"/>
              <a:gd name="connsiteY19" fmla="*/ 734105 h 1052075"/>
              <a:gd name="connsiteX20" fmla="*/ 387176 w 6142486"/>
              <a:gd name="connsiteY20" fmla="*/ 734105 h 1052075"/>
              <a:gd name="connsiteX21" fmla="*/ 386844 w 6142486"/>
              <a:gd name="connsiteY21" fmla="*/ 732169 h 1052075"/>
              <a:gd name="connsiteX22" fmla="*/ 4006641 w 6142486"/>
              <a:gd name="connsiteY22" fmla="*/ 75351 h 1052075"/>
              <a:gd name="connsiteX23" fmla="*/ 4233010 w 6142486"/>
              <a:gd name="connsiteY23" fmla="*/ 70149 h 1052075"/>
              <a:gd name="connsiteX24" fmla="*/ 4252955 w 6142486"/>
              <a:gd name="connsiteY24" fmla="*/ 40566 h 1052075"/>
              <a:gd name="connsiteX25" fmla="*/ 4350891 w 6142486"/>
              <a:gd name="connsiteY25" fmla="*/ 0 h 105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142486" h="1052075">
                <a:moveTo>
                  <a:pt x="4350891" y="0"/>
                </a:moveTo>
                <a:lnTo>
                  <a:pt x="6003984" y="0"/>
                </a:lnTo>
                <a:cubicBezTo>
                  <a:pt x="6080477" y="0"/>
                  <a:pt x="6142486" y="62009"/>
                  <a:pt x="6142486" y="138502"/>
                </a:cubicBezTo>
                <a:lnTo>
                  <a:pt x="6142486" y="692495"/>
                </a:lnTo>
                <a:cubicBezTo>
                  <a:pt x="6142486" y="768988"/>
                  <a:pt x="6080477" y="830997"/>
                  <a:pt x="6003984" y="830997"/>
                </a:cubicBezTo>
                <a:lnTo>
                  <a:pt x="4350891" y="830997"/>
                </a:lnTo>
                <a:cubicBezTo>
                  <a:pt x="4274398" y="830997"/>
                  <a:pt x="4212389" y="768988"/>
                  <a:pt x="4212389" y="692495"/>
                </a:cubicBezTo>
                <a:lnTo>
                  <a:pt x="4212389" y="280260"/>
                </a:lnTo>
                <a:lnTo>
                  <a:pt x="4057851" y="283518"/>
                </a:lnTo>
                <a:cubicBezTo>
                  <a:pt x="2901367" y="341087"/>
                  <a:pt x="1826249" y="873664"/>
                  <a:pt x="670484" y="935436"/>
                </a:cubicBezTo>
                <a:lnTo>
                  <a:pt x="492537" y="939525"/>
                </a:lnTo>
                <a:lnTo>
                  <a:pt x="492537" y="939739"/>
                </a:lnTo>
                <a:lnTo>
                  <a:pt x="483239" y="939739"/>
                </a:lnTo>
                <a:lnTo>
                  <a:pt x="422639" y="941132"/>
                </a:lnTo>
                <a:lnTo>
                  <a:pt x="422400" y="939739"/>
                </a:lnTo>
                <a:lnTo>
                  <a:pt x="215153" y="939739"/>
                </a:lnTo>
                <a:lnTo>
                  <a:pt x="215153" y="1052075"/>
                </a:lnTo>
                <a:lnTo>
                  <a:pt x="0" y="836922"/>
                </a:lnTo>
                <a:lnTo>
                  <a:pt x="215153" y="621769"/>
                </a:lnTo>
                <a:lnTo>
                  <a:pt x="215153" y="734105"/>
                </a:lnTo>
                <a:lnTo>
                  <a:pt x="387176" y="734105"/>
                </a:lnTo>
                <a:lnTo>
                  <a:pt x="386844" y="732169"/>
                </a:lnTo>
                <a:cubicBezTo>
                  <a:pt x="1632768" y="742803"/>
                  <a:pt x="2773826" y="141241"/>
                  <a:pt x="4006641" y="75351"/>
                </a:cubicBezTo>
                <a:lnTo>
                  <a:pt x="4233010" y="70149"/>
                </a:lnTo>
                <a:lnTo>
                  <a:pt x="4252955" y="40566"/>
                </a:lnTo>
                <a:cubicBezTo>
                  <a:pt x="4278019" y="15502"/>
                  <a:pt x="4312645" y="0"/>
                  <a:pt x="4350891" y="0"/>
                </a:cubicBezTo>
                <a:close/>
              </a:path>
            </a:pathLst>
          </a:custGeom>
          <a:solidFill>
            <a:srgbClr val="C1E5F5">
              <a:alpha val="50196"/>
            </a:srgbClr>
          </a:solidFill>
          <a:ln>
            <a:solidFill>
              <a:srgbClr val="46B1E1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04F1B30-FE94-0F6E-2128-0669D73C6559}"/>
              </a:ext>
            </a:extLst>
          </p:cNvPr>
          <p:cNvSpPr txBox="1"/>
          <p:nvPr/>
        </p:nvSpPr>
        <p:spPr>
          <a:xfrm>
            <a:off x="9355507" y="361249"/>
            <a:ext cx="1930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圧倒的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位の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中国</a:t>
            </a:r>
            <a:r>
              <a:rPr lang="ja-JP" altLang="en-US" sz="2400" dirty="0"/>
              <a:t>に注目</a:t>
            </a:r>
            <a:endParaRPr kumimoji="1" lang="ja-JP" altLang="en-US" sz="2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3AA8112-90A1-B8DA-DDE6-CC75190522FA}"/>
              </a:ext>
            </a:extLst>
          </p:cNvPr>
          <p:cNvSpPr txBox="1"/>
          <p:nvPr/>
        </p:nvSpPr>
        <p:spPr>
          <a:xfrm>
            <a:off x="92207" y="3557845"/>
            <a:ext cx="11854526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①チベットを水源とする河川にダムを</a:t>
            </a:r>
            <a:r>
              <a:rPr kumimoji="1" lang="en-US" altLang="ja-JP" sz="3200" b="1" dirty="0"/>
              <a:t>333</a:t>
            </a:r>
            <a:r>
              <a:rPr kumimoji="1" lang="ja-JP" altLang="en-US" sz="3200" b="1" dirty="0"/>
              <a:t>基</a:t>
            </a:r>
            <a:r>
              <a:rPr kumimoji="1" lang="en-US" altLang="ja-JP" sz="3200" b="1" dirty="0"/>
              <a:t>(2014</a:t>
            </a:r>
            <a:r>
              <a:rPr kumimoji="1" lang="ja-JP" altLang="en-US" sz="3200" b="1" dirty="0"/>
              <a:t>年</a:t>
            </a:r>
            <a:r>
              <a:rPr kumimoji="1" lang="en-US" altLang="ja-JP" sz="3200" b="1" dirty="0"/>
              <a:t>)</a:t>
            </a:r>
            <a:r>
              <a:rPr kumimoji="1" lang="ja-JP" altLang="en-US" sz="3200" b="1" dirty="0"/>
              <a:t>建設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117891701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13D2E-1D62-3C8D-D855-E32648DE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9A0DAF-FBDC-BE23-48DA-ED86A67BDFA2}"/>
              </a:ext>
            </a:extLst>
          </p:cNvPr>
          <p:cNvSpPr/>
          <p:nvPr/>
        </p:nvSpPr>
        <p:spPr>
          <a:xfrm>
            <a:off x="-3314700" y="-413574"/>
            <a:ext cx="5569964" cy="69057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4B75D8-392B-EC8E-86FC-C475743C0A47}"/>
              </a:ext>
            </a:extLst>
          </p:cNvPr>
          <p:cNvSpPr txBox="1"/>
          <p:nvPr/>
        </p:nvSpPr>
        <p:spPr>
          <a:xfrm>
            <a:off x="0" y="0"/>
            <a:ext cx="2332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DD5176-75F8-E7AA-080D-DAEEA22ACAC3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7DF6F74-BA95-1E02-23E0-8F0346ADBAAD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98485C5-D472-379A-0DE5-8F8DA34C4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221"/>
            <a:ext cx="5257800" cy="2614048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41616C33-F1AC-7562-3523-5D065209B0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33" t="2430" r="1578" b="19566"/>
          <a:stretch/>
        </p:blipFill>
        <p:spPr>
          <a:xfrm>
            <a:off x="5257800" y="471407"/>
            <a:ext cx="5257800" cy="2552765"/>
          </a:xfrm>
          <a:custGeom>
            <a:avLst/>
            <a:gdLst>
              <a:gd name="connsiteX0" fmla="*/ 0 w 11018045"/>
              <a:gd name="connsiteY0" fmla="*/ 0 h 5349477"/>
              <a:gd name="connsiteX1" fmla="*/ 6767512 w 11018045"/>
              <a:gd name="connsiteY1" fmla="*/ 0 h 5349477"/>
              <a:gd name="connsiteX2" fmla="*/ 6767512 w 11018045"/>
              <a:gd name="connsiteY2" fmla="*/ 3800474 h 5349477"/>
              <a:gd name="connsiteX3" fmla="*/ 6777037 w 11018045"/>
              <a:gd name="connsiteY3" fmla="*/ 3800474 h 5349477"/>
              <a:gd name="connsiteX4" fmla="*/ 6777037 w 11018045"/>
              <a:gd name="connsiteY4" fmla="*/ 1062037 h 5349477"/>
              <a:gd name="connsiteX5" fmla="*/ 7777161 w 11018045"/>
              <a:gd name="connsiteY5" fmla="*/ 1062037 h 5349477"/>
              <a:gd name="connsiteX6" fmla="*/ 7777161 w 11018045"/>
              <a:gd name="connsiteY6" fmla="*/ 912018 h 5349477"/>
              <a:gd name="connsiteX7" fmla="*/ 9429750 w 11018045"/>
              <a:gd name="connsiteY7" fmla="*/ 912018 h 5349477"/>
              <a:gd name="connsiteX8" fmla="*/ 9429750 w 11018045"/>
              <a:gd name="connsiteY8" fmla="*/ 1223962 h 5349477"/>
              <a:gd name="connsiteX9" fmla="*/ 11018045 w 11018045"/>
              <a:gd name="connsiteY9" fmla="*/ 1223962 h 5349477"/>
              <a:gd name="connsiteX10" fmla="*/ 11018045 w 11018045"/>
              <a:gd name="connsiteY10" fmla="*/ 3536156 h 5349477"/>
              <a:gd name="connsiteX11" fmla="*/ 9691688 w 11018045"/>
              <a:gd name="connsiteY11" fmla="*/ 3536156 h 5349477"/>
              <a:gd name="connsiteX12" fmla="*/ 9691688 w 11018045"/>
              <a:gd name="connsiteY12" fmla="*/ 3800474 h 5349477"/>
              <a:gd name="connsiteX13" fmla="*/ 8944770 w 11018045"/>
              <a:gd name="connsiteY13" fmla="*/ 3800474 h 5349477"/>
              <a:gd name="connsiteX14" fmla="*/ 8944770 w 11018045"/>
              <a:gd name="connsiteY14" fmla="*/ 5349477 h 5349477"/>
              <a:gd name="connsiteX15" fmla="*/ 7889034 w 11018045"/>
              <a:gd name="connsiteY15" fmla="*/ 5349477 h 5349477"/>
              <a:gd name="connsiteX16" fmla="*/ 6777037 w 11018045"/>
              <a:gd name="connsiteY16" fmla="*/ 5349477 h 5349477"/>
              <a:gd name="connsiteX17" fmla="*/ 1111997 w 11018045"/>
              <a:gd name="connsiteY17" fmla="*/ 5349477 h 5349477"/>
              <a:gd name="connsiteX18" fmla="*/ 1111997 w 11018045"/>
              <a:gd name="connsiteY18" fmla="*/ 3800475 h 5349477"/>
              <a:gd name="connsiteX19" fmla="*/ 0 w 11018045"/>
              <a:gd name="connsiteY19" fmla="*/ 3800475 h 5349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018045" h="5349477">
                <a:moveTo>
                  <a:pt x="0" y="0"/>
                </a:moveTo>
                <a:lnTo>
                  <a:pt x="6767512" y="0"/>
                </a:lnTo>
                <a:lnTo>
                  <a:pt x="6767512" y="3800474"/>
                </a:lnTo>
                <a:lnTo>
                  <a:pt x="6777037" y="3800474"/>
                </a:lnTo>
                <a:lnTo>
                  <a:pt x="6777037" y="1062037"/>
                </a:lnTo>
                <a:lnTo>
                  <a:pt x="7777161" y="1062037"/>
                </a:lnTo>
                <a:lnTo>
                  <a:pt x="7777161" y="912018"/>
                </a:lnTo>
                <a:lnTo>
                  <a:pt x="9429750" y="912018"/>
                </a:lnTo>
                <a:lnTo>
                  <a:pt x="9429750" y="1223962"/>
                </a:lnTo>
                <a:lnTo>
                  <a:pt x="11018045" y="1223962"/>
                </a:lnTo>
                <a:lnTo>
                  <a:pt x="11018045" y="3536156"/>
                </a:lnTo>
                <a:lnTo>
                  <a:pt x="9691688" y="3536156"/>
                </a:lnTo>
                <a:lnTo>
                  <a:pt x="9691688" y="3800474"/>
                </a:lnTo>
                <a:lnTo>
                  <a:pt x="8944770" y="3800474"/>
                </a:lnTo>
                <a:lnTo>
                  <a:pt x="8944770" y="5349477"/>
                </a:lnTo>
                <a:lnTo>
                  <a:pt x="7889034" y="5349477"/>
                </a:lnTo>
                <a:lnTo>
                  <a:pt x="6777037" y="5349477"/>
                </a:lnTo>
                <a:lnTo>
                  <a:pt x="1111997" y="5349477"/>
                </a:lnTo>
                <a:lnTo>
                  <a:pt x="1111997" y="3800475"/>
                </a:lnTo>
                <a:lnTo>
                  <a:pt x="0" y="3800475"/>
                </a:lnTo>
                <a:close/>
              </a:path>
            </a:pathLst>
          </a:custGeom>
        </p:spPr>
      </p:pic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CDDFC6BC-A8A0-2622-AFE6-B56067FA5E9D}"/>
              </a:ext>
            </a:extLst>
          </p:cNvPr>
          <p:cNvSpPr/>
          <p:nvPr/>
        </p:nvSpPr>
        <p:spPr>
          <a:xfrm>
            <a:off x="5062756" y="325357"/>
            <a:ext cx="6142486" cy="1052075"/>
          </a:xfrm>
          <a:custGeom>
            <a:avLst/>
            <a:gdLst>
              <a:gd name="connsiteX0" fmla="*/ 4350891 w 6142486"/>
              <a:gd name="connsiteY0" fmla="*/ 0 h 1052075"/>
              <a:gd name="connsiteX1" fmla="*/ 6003984 w 6142486"/>
              <a:gd name="connsiteY1" fmla="*/ 0 h 1052075"/>
              <a:gd name="connsiteX2" fmla="*/ 6142486 w 6142486"/>
              <a:gd name="connsiteY2" fmla="*/ 138502 h 1052075"/>
              <a:gd name="connsiteX3" fmla="*/ 6142486 w 6142486"/>
              <a:gd name="connsiteY3" fmla="*/ 692495 h 1052075"/>
              <a:gd name="connsiteX4" fmla="*/ 6003984 w 6142486"/>
              <a:gd name="connsiteY4" fmla="*/ 830997 h 1052075"/>
              <a:gd name="connsiteX5" fmla="*/ 4350891 w 6142486"/>
              <a:gd name="connsiteY5" fmla="*/ 830997 h 1052075"/>
              <a:gd name="connsiteX6" fmla="*/ 4212389 w 6142486"/>
              <a:gd name="connsiteY6" fmla="*/ 692495 h 1052075"/>
              <a:gd name="connsiteX7" fmla="*/ 4212389 w 6142486"/>
              <a:gd name="connsiteY7" fmla="*/ 280260 h 1052075"/>
              <a:gd name="connsiteX8" fmla="*/ 4057851 w 6142486"/>
              <a:gd name="connsiteY8" fmla="*/ 283518 h 1052075"/>
              <a:gd name="connsiteX9" fmla="*/ 670484 w 6142486"/>
              <a:gd name="connsiteY9" fmla="*/ 935436 h 1052075"/>
              <a:gd name="connsiteX10" fmla="*/ 492537 w 6142486"/>
              <a:gd name="connsiteY10" fmla="*/ 939525 h 1052075"/>
              <a:gd name="connsiteX11" fmla="*/ 492537 w 6142486"/>
              <a:gd name="connsiteY11" fmla="*/ 939739 h 1052075"/>
              <a:gd name="connsiteX12" fmla="*/ 483239 w 6142486"/>
              <a:gd name="connsiteY12" fmla="*/ 939739 h 1052075"/>
              <a:gd name="connsiteX13" fmla="*/ 422639 w 6142486"/>
              <a:gd name="connsiteY13" fmla="*/ 941132 h 1052075"/>
              <a:gd name="connsiteX14" fmla="*/ 422400 w 6142486"/>
              <a:gd name="connsiteY14" fmla="*/ 939739 h 1052075"/>
              <a:gd name="connsiteX15" fmla="*/ 215153 w 6142486"/>
              <a:gd name="connsiteY15" fmla="*/ 939739 h 1052075"/>
              <a:gd name="connsiteX16" fmla="*/ 215153 w 6142486"/>
              <a:gd name="connsiteY16" fmla="*/ 1052075 h 1052075"/>
              <a:gd name="connsiteX17" fmla="*/ 0 w 6142486"/>
              <a:gd name="connsiteY17" fmla="*/ 836922 h 1052075"/>
              <a:gd name="connsiteX18" fmla="*/ 215153 w 6142486"/>
              <a:gd name="connsiteY18" fmla="*/ 621769 h 1052075"/>
              <a:gd name="connsiteX19" fmla="*/ 215153 w 6142486"/>
              <a:gd name="connsiteY19" fmla="*/ 734105 h 1052075"/>
              <a:gd name="connsiteX20" fmla="*/ 387176 w 6142486"/>
              <a:gd name="connsiteY20" fmla="*/ 734105 h 1052075"/>
              <a:gd name="connsiteX21" fmla="*/ 386844 w 6142486"/>
              <a:gd name="connsiteY21" fmla="*/ 732169 h 1052075"/>
              <a:gd name="connsiteX22" fmla="*/ 4006641 w 6142486"/>
              <a:gd name="connsiteY22" fmla="*/ 75351 h 1052075"/>
              <a:gd name="connsiteX23" fmla="*/ 4233010 w 6142486"/>
              <a:gd name="connsiteY23" fmla="*/ 70149 h 1052075"/>
              <a:gd name="connsiteX24" fmla="*/ 4252955 w 6142486"/>
              <a:gd name="connsiteY24" fmla="*/ 40566 h 1052075"/>
              <a:gd name="connsiteX25" fmla="*/ 4350891 w 6142486"/>
              <a:gd name="connsiteY25" fmla="*/ 0 h 105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142486" h="1052075">
                <a:moveTo>
                  <a:pt x="4350891" y="0"/>
                </a:moveTo>
                <a:lnTo>
                  <a:pt x="6003984" y="0"/>
                </a:lnTo>
                <a:cubicBezTo>
                  <a:pt x="6080477" y="0"/>
                  <a:pt x="6142486" y="62009"/>
                  <a:pt x="6142486" y="138502"/>
                </a:cubicBezTo>
                <a:lnTo>
                  <a:pt x="6142486" y="692495"/>
                </a:lnTo>
                <a:cubicBezTo>
                  <a:pt x="6142486" y="768988"/>
                  <a:pt x="6080477" y="830997"/>
                  <a:pt x="6003984" y="830997"/>
                </a:cubicBezTo>
                <a:lnTo>
                  <a:pt x="4350891" y="830997"/>
                </a:lnTo>
                <a:cubicBezTo>
                  <a:pt x="4274398" y="830997"/>
                  <a:pt x="4212389" y="768988"/>
                  <a:pt x="4212389" y="692495"/>
                </a:cubicBezTo>
                <a:lnTo>
                  <a:pt x="4212389" y="280260"/>
                </a:lnTo>
                <a:lnTo>
                  <a:pt x="4057851" y="283518"/>
                </a:lnTo>
                <a:cubicBezTo>
                  <a:pt x="2901367" y="341087"/>
                  <a:pt x="1826249" y="873664"/>
                  <a:pt x="670484" y="935436"/>
                </a:cubicBezTo>
                <a:lnTo>
                  <a:pt x="492537" y="939525"/>
                </a:lnTo>
                <a:lnTo>
                  <a:pt x="492537" y="939739"/>
                </a:lnTo>
                <a:lnTo>
                  <a:pt x="483239" y="939739"/>
                </a:lnTo>
                <a:lnTo>
                  <a:pt x="422639" y="941132"/>
                </a:lnTo>
                <a:lnTo>
                  <a:pt x="422400" y="939739"/>
                </a:lnTo>
                <a:lnTo>
                  <a:pt x="215153" y="939739"/>
                </a:lnTo>
                <a:lnTo>
                  <a:pt x="215153" y="1052075"/>
                </a:lnTo>
                <a:lnTo>
                  <a:pt x="0" y="836922"/>
                </a:lnTo>
                <a:lnTo>
                  <a:pt x="215153" y="621769"/>
                </a:lnTo>
                <a:lnTo>
                  <a:pt x="215153" y="734105"/>
                </a:lnTo>
                <a:lnTo>
                  <a:pt x="387176" y="734105"/>
                </a:lnTo>
                <a:lnTo>
                  <a:pt x="386844" y="732169"/>
                </a:lnTo>
                <a:cubicBezTo>
                  <a:pt x="1632768" y="742803"/>
                  <a:pt x="2773826" y="141241"/>
                  <a:pt x="4006641" y="75351"/>
                </a:cubicBezTo>
                <a:lnTo>
                  <a:pt x="4233010" y="70149"/>
                </a:lnTo>
                <a:lnTo>
                  <a:pt x="4252955" y="40566"/>
                </a:lnTo>
                <a:cubicBezTo>
                  <a:pt x="4278019" y="15502"/>
                  <a:pt x="4312645" y="0"/>
                  <a:pt x="4350891" y="0"/>
                </a:cubicBezTo>
                <a:close/>
              </a:path>
            </a:pathLst>
          </a:custGeom>
          <a:solidFill>
            <a:srgbClr val="C1E5F5">
              <a:alpha val="50196"/>
            </a:srgbClr>
          </a:solidFill>
          <a:ln>
            <a:solidFill>
              <a:srgbClr val="46B1E1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04F1B30-FE94-0F6E-2128-0669D73C6559}"/>
              </a:ext>
            </a:extLst>
          </p:cNvPr>
          <p:cNvSpPr txBox="1"/>
          <p:nvPr/>
        </p:nvSpPr>
        <p:spPr>
          <a:xfrm>
            <a:off x="9355507" y="361249"/>
            <a:ext cx="1930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圧倒的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位の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中国</a:t>
            </a:r>
            <a:r>
              <a:rPr lang="ja-JP" altLang="en-US" sz="2400" dirty="0"/>
              <a:t>に注目</a:t>
            </a:r>
            <a:endParaRPr kumimoji="1" lang="ja-JP" altLang="en-US" sz="2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3AA8112-90A1-B8DA-DDE6-CC75190522FA}"/>
              </a:ext>
            </a:extLst>
          </p:cNvPr>
          <p:cNvSpPr txBox="1"/>
          <p:nvPr/>
        </p:nvSpPr>
        <p:spPr>
          <a:xfrm>
            <a:off x="92207" y="3557845"/>
            <a:ext cx="11854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①チベットを水源とする河川にダムを</a:t>
            </a:r>
            <a:r>
              <a:rPr kumimoji="1" lang="en-US" altLang="ja-JP" sz="2000" dirty="0"/>
              <a:t>333</a:t>
            </a:r>
            <a:r>
              <a:rPr kumimoji="1" lang="ja-JP" altLang="en-US" sz="2000" dirty="0"/>
              <a:t>基</a:t>
            </a:r>
            <a:r>
              <a:rPr kumimoji="1" lang="en-US" altLang="ja-JP" sz="2000" dirty="0"/>
              <a:t>(2014</a:t>
            </a:r>
            <a:r>
              <a:rPr kumimoji="1" lang="ja-JP" altLang="en-US" sz="2000" dirty="0"/>
              <a:t>年</a:t>
            </a:r>
            <a:r>
              <a:rPr kumimoji="1" lang="en-US" altLang="ja-JP" sz="2000" dirty="0"/>
              <a:t>)</a:t>
            </a:r>
            <a:r>
              <a:rPr kumimoji="1" lang="ja-JP" altLang="en-US" sz="2000" dirty="0"/>
              <a:t>建設</a:t>
            </a:r>
            <a:endParaRPr kumimoji="1" lang="en-US" altLang="ja-JP" sz="20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3D6C13D-6A98-4359-E43A-8A7B34561B2E}"/>
              </a:ext>
            </a:extLst>
          </p:cNvPr>
          <p:cNvSpPr txBox="1"/>
          <p:nvPr/>
        </p:nvSpPr>
        <p:spPr>
          <a:xfrm>
            <a:off x="92207" y="3964473"/>
            <a:ext cx="118545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200" b="1" dirty="0"/>
              <a:t>②チベットを水源とする河川流域には</a:t>
            </a:r>
            <a:r>
              <a:rPr lang="en-US" altLang="ja-JP" sz="3200" b="1" dirty="0"/>
              <a:t>30</a:t>
            </a:r>
            <a:r>
              <a:rPr lang="ja-JP" altLang="en-US" sz="3200" b="1" dirty="0"/>
              <a:t>億人が暮らしている</a:t>
            </a:r>
            <a:endParaRPr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194630454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13D2E-1D62-3C8D-D855-E32648DE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9A0DAF-FBDC-BE23-48DA-ED86A67BDFA2}"/>
              </a:ext>
            </a:extLst>
          </p:cNvPr>
          <p:cNvSpPr/>
          <p:nvPr/>
        </p:nvSpPr>
        <p:spPr>
          <a:xfrm>
            <a:off x="-3314700" y="-413574"/>
            <a:ext cx="5569964" cy="69057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4B75D8-392B-EC8E-86FC-C475743C0A47}"/>
              </a:ext>
            </a:extLst>
          </p:cNvPr>
          <p:cNvSpPr txBox="1"/>
          <p:nvPr/>
        </p:nvSpPr>
        <p:spPr>
          <a:xfrm>
            <a:off x="0" y="0"/>
            <a:ext cx="2332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DD5176-75F8-E7AA-080D-DAEEA22ACAC3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7DF6F74-BA95-1E02-23E0-8F0346ADBAAD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98485C5-D472-379A-0DE5-8F8DA34C4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221"/>
            <a:ext cx="5257800" cy="2614048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41616C33-F1AC-7562-3523-5D065209B0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33" t="2430" r="1578" b="19566"/>
          <a:stretch/>
        </p:blipFill>
        <p:spPr>
          <a:xfrm>
            <a:off x="5257800" y="471407"/>
            <a:ext cx="5257800" cy="2552765"/>
          </a:xfrm>
          <a:custGeom>
            <a:avLst/>
            <a:gdLst>
              <a:gd name="connsiteX0" fmla="*/ 0 w 11018045"/>
              <a:gd name="connsiteY0" fmla="*/ 0 h 5349477"/>
              <a:gd name="connsiteX1" fmla="*/ 6767512 w 11018045"/>
              <a:gd name="connsiteY1" fmla="*/ 0 h 5349477"/>
              <a:gd name="connsiteX2" fmla="*/ 6767512 w 11018045"/>
              <a:gd name="connsiteY2" fmla="*/ 3800474 h 5349477"/>
              <a:gd name="connsiteX3" fmla="*/ 6777037 w 11018045"/>
              <a:gd name="connsiteY3" fmla="*/ 3800474 h 5349477"/>
              <a:gd name="connsiteX4" fmla="*/ 6777037 w 11018045"/>
              <a:gd name="connsiteY4" fmla="*/ 1062037 h 5349477"/>
              <a:gd name="connsiteX5" fmla="*/ 7777161 w 11018045"/>
              <a:gd name="connsiteY5" fmla="*/ 1062037 h 5349477"/>
              <a:gd name="connsiteX6" fmla="*/ 7777161 w 11018045"/>
              <a:gd name="connsiteY6" fmla="*/ 912018 h 5349477"/>
              <a:gd name="connsiteX7" fmla="*/ 9429750 w 11018045"/>
              <a:gd name="connsiteY7" fmla="*/ 912018 h 5349477"/>
              <a:gd name="connsiteX8" fmla="*/ 9429750 w 11018045"/>
              <a:gd name="connsiteY8" fmla="*/ 1223962 h 5349477"/>
              <a:gd name="connsiteX9" fmla="*/ 11018045 w 11018045"/>
              <a:gd name="connsiteY9" fmla="*/ 1223962 h 5349477"/>
              <a:gd name="connsiteX10" fmla="*/ 11018045 w 11018045"/>
              <a:gd name="connsiteY10" fmla="*/ 3536156 h 5349477"/>
              <a:gd name="connsiteX11" fmla="*/ 9691688 w 11018045"/>
              <a:gd name="connsiteY11" fmla="*/ 3536156 h 5349477"/>
              <a:gd name="connsiteX12" fmla="*/ 9691688 w 11018045"/>
              <a:gd name="connsiteY12" fmla="*/ 3800474 h 5349477"/>
              <a:gd name="connsiteX13" fmla="*/ 8944770 w 11018045"/>
              <a:gd name="connsiteY13" fmla="*/ 3800474 h 5349477"/>
              <a:gd name="connsiteX14" fmla="*/ 8944770 w 11018045"/>
              <a:gd name="connsiteY14" fmla="*/ 5349477 h 5349477"/>
              <a:gd name="connsiteX15" fmla="*/ 7889034 w 11018045"/>
              <a:gd name="connsiteY15" fmla="*/ 5349477 h 5349477"/>
              <a:gd name="connsiteX16" fmla="*/ 6777037 w 11018045"/>
              <a:gd name="connsiteY16" fmla="*/ 5349477 h 5349477"/>
              <a:gd name="connsiteX17" fmla="*/ 1111997 w 11018045"/>
              <a:gd name="connsiteY17" fmla="*/ 5349477 h 5349477"/>
              <a:gd name="connsiteX18" fmla="*/ 1111997 w 11018045"/>
              <a:gd name="connsiteY18" fmla="*/ 3800475 h 5349477"/>
              <a:gd name="connsiteX19" fmla="*/ 0 w 11018045"/>
              <a:gd name="connsiteY19" fmla="*/ 3800475 h 5349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018045" h="5349477">
                <a:moveTo>
                  <a:pt x="0" y="0"/>
                </a:moveTo>
                <a:lnTo>
                  <a:pt x="6767512" y="0"/>
                </a:lnTo>
                <a:lnTo>
                  <a:pt x="6767512" y="3800474"/>
                </a:lnTo>
                <a:lnTo>
                  <a:pt x="6777037" y="3800474"/>
                </a:lnTo>
                <a:lnTo>
                  <a:pt x="6777037" y="1062037"/>
                </a:lnTo>
                <a:lnTo>
                  <a:pt x="7777161" y="1062037"/>
                </a:lnTo>
                <a:lnTo>
                  <a:pt x="7777161" y="912018"/>
                </a:lnTo>
                <a:lnTo>
                  <a:pt x="9429750" y="912018"/>
                </a:lnTo>
                <a:lnTo>
                  <a:pt x="9429750" y="1223962"/>
                </a:lnTo>
                <a:lnTo>
                  <a:pt x="11018045" y="1223962"/>
                </a:lnTo>
                <a:lnTo>
                  <a:pt x="11018045" y="3536156"/>
                </a:lnTo>
                <a:lnTo>
                  <a:pt x="9691688" y="3536156"/>
                </a:lnTo>
                <a:lnTo>
                  <a:pt x="9691688" y="3800474"/>
                </a:lnTo>
                <a:lnTo>
                  <a:pt x="8944770" y="3800474"/>
                </a:lnTo>
                <a:lnTo>
                  <a:pt x="8944770" y="5349477"/>
                </a:lnTo>
                <a:lnTo>
                  <a:pt x="7889034" y="5349477"/>
                </a:lnTo>
                <a:lnTo>
                  <a:pt x="6777037" y="5349477"/>
                </a:lnTo>
                <a:lnTo>
                  <a:pt x="1111997" y="5349477"/>
                </a:lnTo>
                <a:lnTo>
                  <a:pt x="1111997" y="3800475"/>
                </a:lnTo>
                <a:lnTo>
                  <a:pt x="0" y="3800475"/>
                </a:lnTo>
                <a:close/>
              </a:path>
            </a:pathLst>
          </a:custGeom>
        </p:spPr>
      </p:pic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CDDFC6BC-A8A0-2622-AFE6-B56067FA5E9D}"/>
              </a:ext>
            </a:extLst>
          </p:cNvPr>
          <p:cNvSpPr/>
          <p:nvPr/>
        </p:nvSpPr>
        <p:spPr>
          <a:xfrm>
            <a:off x="5062756" y="325357"/>
            <a:ext cx="6142486" cy="1052075"/>
          </a:xfrm>
          <a:custGeom>
            <a:avLst/>
            <a:gdLst>
              <a:gd name="connsiteX0" fmla="*/ 4350891 w 6142486"/>
              <a:gd name="connsiteY0" fmla="*/ 0 h 1052075"/>
              <a:gd name="connsiteX1" fmla="*/ 6003984 w 6142486"/>
              <a:gd name="connsiteY1" fmla="*/ 0 h 1052075"/>
              <a:gd name="connsiteX2" fmla="*/ 6142486 w 6142486"/>
              <a:gd name="connsiteY2" fmla="*/ 138502 h 1052075"/>
              <a:gd name="connsiteX3" fmla="*/ 6142486 w 6142486"/>
              <a:gd name="connsiteY3" fmla="*/ 692495 h 1052075"/>
              <a:gd name="connsiteX4" fmla="*/ 6003984 w 6142486"/>
              <a:gd name="connsiteY4" fmla="*/ 830997 h 1052075"/>
              <a:gd name="connsiteX5" fmla="*/ 4350891 w 6142486"/>
              <a:gd name="connsiteY5" fmla="*/ 830997 h 1052075"/>
              <a:gd name="connsiteX6" fmla="*/ 4212389 w 6142486"/>
              <a:gd name="connsiteY6" fmla="*/ 692495 h 1052075"/>
              <a:gd name="connsiteX7" fmla="*/ 4212389 w 6142486"/>
              <a:gd name="connsiteY7" fmla="*/ 280260 h 1052075"/>
              <a:gd name="connsiteX8" fmla="*/ 4057851 w 6142486"/>
              <a:gd name="connsiteY8" fmla="*/ 283518 h 1052075"/>
              <a:gd name="connsiteX9" fmla="*/ 670484 w 6142486"/>
              <a:gd name="connsiteY9" fmla="*/ 935436 h 1052075"/>
              <a:gd name="connsiteX10" fmla="*/ 492537 w 6142486"/>
              <a:gd name="connsiteY10" fmla="*/ 939525 h 1052075"/>
              <a:gd name="connsiteX11" fmla="*/ 492537 w 6142486"/>
              <a:gd name="connsiteY11" fmla="*/ 939739 h 1052075"/>
              <a:gd name="connsiteX12" fmla="*/ 483239 w 6142486"/>
              <a:gd name="connsiteY12" fmla="*/ 939739 h 1052075"/>
              <a:gd name="connsiteX13" fmla="*/ 422639 w 6142486"/>
              <a:gd name="connsiteY13" fmla="*/ 941132 h 1052075"/>
              <a:gd name="connsiteX14" fmla="*/ 422400 w 6142486"/>
              <a:gd name="connsiteY14" fmla="*/ 939739 h 1052075"/>
              <a:gd name="connsiteX15" fmla="*/ 215153 w 6142486"/>
              <a:gd name="connsiteY15" fmla="*/ 939739 h 1052075"/>
              <a:gd name="connsiteX16" fmla="*/ 215153 w 6142486"/>
              <a:gd name="connsiteY16" fmla="*/ 1052075 h 1052075"/>
              <a:gd name="connsiteX17" fmla="*/ 0 w 6142486"/>
              <a:gd name="connsiteY17" fmla="*/ 836922 h 1052075"/>
              <a:gd name="connsiteX18" fmla="*/ 215153 w 6142486"/>
              <a:gd name="connsiteY18" fmla="*/ 621769 h 1052075"/>
              <a:gd name="connsiteX19" fmla="*/ 215153 w 6142486"/>
              <a:gd name="connsiteY19" fmla="*/ 734105 h 1052075"/>
              <a:gd name="connsiteX20" fmla="*/ 387176 w 6142486"/>
              <a:gd name="connsiteY20" fmla="*/ 734105 h 1052075"/>
              <a:gd name="connsiteX21" fmla="*/ 386844 w 6142486"/>
              <a:gd name="connsiteY21" fmla="*/ 732169 h 1052075"/>
              <a:gd name="connsiteX22" fmla="*/ 4006641 w 6142486"/>
              <a:gd name="connsiteY22" fmla="*/ 75351 h 1052075"/>
              <a:gd name="connsiteX23" fmla="*/ 4233010 w 6142486"/>
              <a:gd name="connsiteY23" fmla="*/ 70149 h 1052075"/>
              <a:gd name="connsiteX24" fmla="*/ 4252955 w 6142486"/>
              <a:gd name="connsiteY24" fmla="*/ 40566 h 1052075"/>
              <a:gd name="connsiteX25" fmla="*/ 4350891 w 6142486"/>
              <a:gd name="connsiteY25" fmla="*/ 0 h 105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142486" h="1052075">
                <a:moveTo>
                  <a:pt x="4350891" y="0"/>
                </a:moveTo>
                <a:lnTo>
                  <a:pt x="6003984" y="0"/>
                </a:lnTo>
                <a:cubicBezTo>
                  <a:pt x="6080477" y="0"/>
                  <a:pt x="6142486" y="62009"/>
                  <a:pt x="6142486" y="138502"/>
                </a:cubicBezTo>
                <a:lnTo>
                  <a:pt x="6142486" y="692495"/>
                </a:lnTo>
                <a:cubicBezTo>
                  <a:pt x="6142486" y="768988"/>
                  <a:pt x="6080477" y="830997"/>
                  <a:pt x="6003984" y="830997"/>
                </a:cubicBezTo>
                <a:lnTo>
                  <a:pt x="4350891" y="830997"/>
                </a:lnTo>
                <a:cubicBezTo>
                  <a:pt x="4274398" y="830997"/>
                  <a:pt x="4212389" y="768988"/>
                  <a:pt x="4212389" y="692495"/>
                </a:cubicBezTo>
                <a:lnTo>
                  <a:pt x="4212389" y="280260"/>
                </a:lnTo>
                <a:lnTo>
                  <a:pt x="4057851" y="283518"/>
                </a:lnTo>
                <a:cubicBezTo>
                  <a:pt x="2901367" y="341087"/>
                  <a:pt x="1826249" y="873664"/>
                  <a:pt x="670484" y="935436"/>
                </a:cubicBezTo>
                <a:lnTo>
                  <a:pt x="492537" y="939525"/>
                </a:lnTo>
                <a:lnTo>
                  <a:pt x="492537" y="939739"/>
                </a:lnTo>
                <a:lnTo>
                  <a:pt x="483239" y="939739"/>
                </a:lnTo>
                <a:lnTo>
                  <a:pt x="422639" y="941132"/>
                </a:lnTo>
                <a:lnTo>
                  <a:pt x="422400" y="939739"/>
                </a:lnTo>
                <a:lnTo>
                  <a:pt x="215153" y="939739"/>
                </a:lnTo>
                <a:lnTo>
                  <a:pt x="215153" y="1052075"/>
                </a:lnTo>
                <a:lnTo>
                  <a:pt x="0" y="836922"/>
                </a:lnTo>
                <a:lnTo>
                  <a:pt x="215153" y="621769"/>
                </a:lnTo>
                <a:lnTo>
                  <a:pt x="215153" y="734105"/>
                </a:lnTo>
                <a:lnTo>
                  <a:pt x="387176" y="734105"/>
                </a:lnTo>
                <a:lnTo>
                  <a:pt x="386844" y="732169"/>
                </a:lnTo>
                <a:cubicBezTo>
                  <a:pt x="1632768" y="742803"/>
                  <a:pt x="2773826" y="141241"/>
                  <a:pt x="4006641" y="75351"/>
                </a:cubicBezTo>
                <a:lnTo>
                  <a:pt x="4233010" y="70149"/>
                </a:lnTo>
                <a:lnTo>
                  <a:pt x="4252955" y="40566"/>
                </a:lnTo>
                <a:cubicBezTo>
                  <a:pt x="4278019" y="15502"/>
                  <a:pt x="4312645" y="0"/>
                  <a:pt x="4350891" y="0"/>
                </a:cubicBezTo>
                <a:close/>
              </a:path>
            </a:pathLst>
          </a:custGeom>
          <a:solidFill>
            <a:srgbClr val="C1E5F5">
              <a:alpha val="50196"/>
            </a:srgbClr>
          </a:solidFill>
          <a:ln>
            <a:solidFill>
              <a:srgbClr val="46B1E1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04F1B30-FE94-0F6E-2128-0669D73C6559}"/>
              </a:ext>
            </a:extLst>
          </p:cNvPr>
          <p:cNvSpPr txBox="1"/>
          <p:nvPr/>
        </p:nvSpPr>
        <p:spPr>
          <a:xfrm>
            <a:off x="9355507" y="361249"/>
            <a:ext cx="1930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圧倒的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位の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中国</a:t>
            </a:r>
            <a:r>
              <a:rPr lang="ja-JP" altLang="en-US" sz="2400" dirty="0"/>
              <a:t>に注目</a:t>
            </a:r>
            <a:endParaRPr kumimoji="1" lang="ja-JP" altLang="en-US" sz="2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3AA8112-90A1-B8DA-DDE6-CC75190522FA}"/>
              </a:ext>
            </a:extLst>
          </p:cNvPr>
          <p:cNvSpPr txBox="1"/>
          <p:nvPr/>
        </p:nvSpPr>
        <p:spPr>
          <a:xfrm>
            <a:off x="92207" y="3557845"/>
            <a:ext cx="11854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①チベットを水源とする河川にダムを</a:t>
            </a:r>
            <a:r>
              <a:rPr kumimoji="1" lang="en-US" altLang="ja-JP" sz="2000" dirty="0"/>
              <a:t>333</a:t>
            </a:r>
            <a:r>
              <a:rPr kumimoji="1" lang="ja-JP" altLang="en-US" sz="2000" dirty="0"/>
              <a:t>基</a:t>
            </a:r>
            <a:r>
              <a:rPr kumimoji="1" lang="en-US" altLang="ja-JP" sz="2000" dirty="0"/>
              <a:t>(2014</a:t>
            </a:r>
            <a:r>
              <a:rPr kumimoji="1" lang="ja-JP" altLang="en-US" sz="2000" dirty="0"/>
              <a:t>年</a:t>
            </a:r>
            <a:r>
              <a:rPr kumimoji="1" lang="en-US" altLang="ja-JP" sz="2000" dirty="0"/>
              <a:t>)</a:t>
            </a:r>
            <a:r>
              <a:rPr kumimoji="1" lang="ja-JP" altLang="en-US" sz="2000" dirty="0"/>
              <a:t>建設</a:t>
            </a:r>
            <a:endParaRPr kumimoji="1" lang="en-US" altLang="ja-JP" sz="20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3D6C13D-6A98-4359-E43A-8A7B34561B2E}"/>
              </a:ext>
            </a:extLst>
          </p:cNvPr>
          <p:cNvSpPr txBox="1"/>
          <p:nvPr/>
        </p:nvSpPr>
        <p:spPr>
          <a:xfrm>
            <a:off x="92207" y="3964473"/>
            <a:ext cx="11854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②チベットを水源とする河川流域には</a:t>
            </a:r>
            <a:r>
              <a:rPr lang="en-US" altLang="ja-JP" sz="2000" dirty="0"/>
              <a:t>30</a:t>
            </a:r>
            <a:r>
              <a:rPr lang="ja-JP" altLang="en-US" sz="2000" dirty="0"/>
              <a:t>億人が暮らしている</a:t>
            </a:r>
            <a:endParaRPr lang="en-US" altLang="ja-JP" sz="20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9A118D9B-1446-FA62-132D-BAFD545731DB}"/>
              </a:ext>
            </a:extLst>
          </p:cNvPr>
          <p:cNvSpPr txBox="1"/>
          <p:nvPr/>
        </p:nvSpPr>
        <p:spPr>
          <a:xfrm>
            <a:off x="92207" y="4355561"/>
            <a:ext cx="11854526" cy="58477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3200" b="1" dirty="0"/>
              <a:t>③ダムがあれば、水を止めることも</a:t>
            </a:r>
            <a:r>
              <a:rPr kumimoji="1" lang="en-US" altLang="ja-JP" sz="3200" b="1" dirty="0"/>
              <a:t>､</a:t>
            </a:r>
            <a:r>
              <a:rPr kumimoji="1" lang="ja-JP" altLang="en-US" sz="3200" b="1" dirty="0"/>
              <a:t>洪水を起こすこともできる</a:t>
            </a:r>
            <a:endParaRPr kumimoji="1" lang="en-US" altLang="ja-JP" sz="3200" b="1" dirty="0"/>
          </a:p>
        </p:txBody>
      </p:sp>
    </p:spTree>
    <p:extLst>
      <p:ext uri="{BB962C8B-B14F-4D97-AF65-F5344CB8AC3E}">
        <p14:creationId xmlns:p14="http://schemas.microsoft.com/office/powerpoint/2010/main" val="3586887354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13D2E-1D62-3C8D-D855-E32648DE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9A0DAF-FBDC-BE23-48DA-ED86A67BDFA2}"/>
              </a:ext>
            </a:extLst>
          </p:cNvPr>
          <p:cNvSpPr/>
          <p:nvPr/>
        </p:nvSpPr>
        <p:spPr>
          <a:xfrm>
            <a:off x="-3314700" y="-413574"/>
            <a:ext cx="5569964" cy="69057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4B75D8-392B-EC8E-86FC-C475743C0A47}"/>
              </a:ext>
            </a:extLst>
          </p:cNvPr>
          <p:cNvSpPr txBox="1"/>
          <p:nvPr/>
        </p:nvSpPr>
        <p:spPr>
          <a:xfrm>
            <a:off x="0" y="0"/>
            <a:ext cx="2332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DD5176-75F8-E7AA-080D-DAEEA22ACAC3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7DF6F74-BA95-1E02-23E0-8F0346ADBAAD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98485C5-D472-379A-0DE5-8F8DA34C4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398221"/>
            <a:ext cx="5257800" cy="2614048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41616C33-F1AC-7562-3523-5D065209B0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33" t="2430" r="1578" b="19566"/>
          <a:stretch/>
        </p:blipFill>
        <p:spPr>
          <a:xfrm>
            <a:off x="5257800" y="471407"/>
            <a:ext cx="5257800" cy="2552765"/>
          </a:xfrm>
          <a:custGeom>
            <a:avLst/>
            <a:gdLst>
              <a:gd name="connsiteX0" fmla="*/ 0 w 11018045"/>
              <a:gd name="connsiteY0" fmla="*/ 0 h 5349477"/>
              <a:gd name="connsiteX1" fmla="*/ 6767512 w 11018045"/>
              <a:gd name="connsiteY1" fmla="*/ 0 h 5349477"/>
              <a:gd name="connsiteX2" fmla="*/ 6767512 w 11018045"/>
              <a:gd name="connsiteY2" fmla="*/ 3800474 h 5349477"/>
              <a:gd name="connsiteX3" fmla="*/ 6777037 w 11018045"/>
              <a:gd name="connsiteY3" fmla="*/ 3800474 h 5349477"/>
              <a:gd name="connsiteX4" fmla="*/ 6777037 w 11018045"/>
              <a:gd name="connsiteY4" fmla="*/ 1062037 h 5349477"/>
              <a:gd name="connsiteX5" fmla="*/ 7777161 w 11018045"/>
              <a:gd name="connsiteY5" fmla="*/ 1062037 h 5349477"/>
              <a:gd name="connsiteX6" fmla="*/ 7777161 w 11018045"/>
              <a:gd name="connsiteY6" fmla="*/ 912018 h 5349477"/>
              <a:gd name="connsiteX7" fmla="*/ 9429750 w 11018045"/>
              <a:gd name="connsiteY7" fmla="*/ 912018 h 5349477"/>
              <a:gd name="connsiteX8" fmla="*/ 9429750 w 11018045"/>
              <a:gd name="connsiteY8" fmla="*/ 1223962 h 5349477"/>
              <a:gd name="connsiteX9" fmla="*/ 11018045 w 11018045"/>
              <a:gd name="connsiteY9" fmla="*/ 1223962 h 5349477"/>
              <a:gd name="connsiteX10" fmla="*/ 11018045 w 11018045"/>
              <a:gd name="connsiteY10" fmla="*/ 3536156 h 5349477"/>
              <a:gd name="connsiteX11" fmla="*/ 9691688 w 11018045"/>
              <a:gd name="connsiteY11" fmla="*/ 3536156 h 5349477"/>
              <a:gd name="connsiteX12" fmla="*/ 9691688 w 11018045"/>
              <a:gd name="connsiteY12" fmla="*/ 3800474 h 5349477"/>
              <a:gd name="connsiteX13" fmla="*/ 8944770 w 11018045"/>
              <a:gd name="connsiteY13" fmla="*/ 3800474 h 5349477"/>
              <a:gd name="connsiteX14" fmla="*/ 8944770 w 11018045"/>
              <a:gd name="connsiteY14" fmla="*/ 5349477 h 5349477"/>
              <a:gd name="connsiteX15" fmla="*/ 7889034 w 11018045"/>
              <a:gd name="connsiteY15" fmla="*/ 5349477 h 5349477"/>
              <a:gd name="connsiteX16" fmla="*/ 6777037 w 11018045"/>
              <a:gd name="connsiteY16" fmla="*/ 5349477 h 5349477"/>
              <a:gd name="connsiteX17" fmla="*/ 1111997 w 11018045"/>
              <a:gd name="connsiteY17" fmla="*/ 5349477 h 5349477"/>
              <a:gd name="connsiteX18" fmla="*/ 1111997 w 11018045"/>
              <a:gd name="connsiteY18" fmla="*/ 3800475 h 5349477"/>
              <a:gd name="connsiteX19" fmla="*/ 0 w 11018045"/>
              <a:gd name="connsiteY19" fmla="*/ 3800475 h 5349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018045" h="5349477">
                <a:moveTo>
                  <a:pt x="0" y="0"/>
                </a:moveTo>
                <a:lnTo>
                  <a:pt x="6767512" y="0"/>
                </a:lnTo>
                <a:lnTo>
                  <a:pt x="6767512" y="3800474"/>
                </a:lnTo>
                <a:lnTo>
                  <a:pt x="6777037" y="3800474"/>
                </a:lnTo>
                <a:lnTo>
                  <a:pt x="6777037" y="1062037"/>
                </a:lnTo>
                <a:lnTo>
                  <a:pt x="7777161" y="1062037"/>
                </a:lnTo>
                <a:lnTo>
                  <a:pt x="7777161" y="912018"/>
                </a:lnTo>
                <a:lnTo>
                  <a:pt x="9429750" y="912018"/>
                </a:lnTo>
                <a:lnTo>
                  <a:pt x="9429750" y="1223962"/>
                </a:lnTo>
                <a:lnTo>
                  <a:pt x="11018045" y="1223962"/>
                </a:lnTo>
                <a:lnTo>
                  <a:pt x="11018045" y="3536156"/>
                </a:lnTo>
                <a:lnTo>
                  <a:pt x="9691688" y="3536156"/>
                </a:lnTo>
                <a:lnTo>
                  <a:pt x="9691688" y="3800474"/>
                </a:lnTo>
                <a:lnTo>
                  <a:pt x="8944770" y="3800474"/>
                </a:lnTo>
                <a:lnTo>
                  <a:pt x="8944770" y="5349477"/>
                </a:lnTo>
                <a:lnTo>
                  <a:pt x="7889034" y="5349477"/>
                </a:lnTo>
                <a:lnTo>
                  <a:pt x="6777037" y="5349477"/>
                </a:lnTo>
                <a:lnTo>
                  <a:pt x="1111997" y="5349477"/>
                </a:lnTo>
                <a:lnTo>
                  <a:pt x="1111997" y="3800475"/>
                </a:lnTo>
                <a:lnTo>
                  <a:pt x="0" y="3800475"/>
                </a:lnTo>
                <a:close/>
              </a:path>
            </a:pathLst>
          </a:custGeom>
        </p:spPr>
      </p:pic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CDDFC6BC-A8A0-2622-AFE6-B56067FA5E9D}"/>
              </a:ext>
            </a:extLst>
          </p:cNvPr>
          <p:cNvSpPr/>
          <p:nvPr/>
        </p:nvSpPr>
        <p:spPr>
          <a:xfrm>
            <a:off x="5062756" y="325357"/>
            <a:ext cx="6142486" cy="1052075"/>
          </a:xfrm>
          <a:custGeom>
            <a:avLst/>
            <a:gdLst>
              <a:gd name="connsiteX0" fmla="*/ 4350891 w 6142486"/>
              <a:gd name="connsiteY0" fmla="*/ 0 h 1052075"/>
              <a:gd name="connsiteX1" fmla="*/ 6003984 w 6142486"/>
              <a:gd name="connsiteY1" fmla="*/ 0 h 1052075"/>
              <a:gd name="connsiteX2" fmla="*/ 6142486 w 6142486"/>
              <a:gd name="connsiteY2" fmla="*/ 138502 h 1052075"/>
              <a:gd name="connsiteX3" fmla="*/ 6142486 w 6142486"/>
              <a:gd name="connsiteY3" fmla="*/ 692495 h 1052075"/>
              <a:gd name="connsiteX4" fmla="*/ 6003984 w 6142486"/>
              <a:gd name="connsiteY4" fmla="*/ 830997 h 1052075"/>
              <a:gd name="connsiteX5" fmla="*/ 4350891 w 6142486"/>
              <a:gd name="connsiteY5" fmla="*/ 830997 h 1052075"/>
              <a:gd name="connsiteX6" fmla="*/ 4212389 w 6142486"/>
              <a:gd name="connsiteY6" fmla="*/ 692495 h 1052075"/>
              <a:gd name="connsiteX7" fmla="*/ 4212389 w 6142486"/>
              <a:gd name="connsiteY7" fmla="*/ 280260 h 1052075"/>
              <a:gd name="connsiteX8" fmla="*/ 4057851 w 6142486"/>
              <a:gd name="connsiteY8" fmla="*/ 283518 h 1052075"/>
              <a:gd name="connsiteX9" fmla="*/ 670484 w 6142486"/>
              <a:gd name="connsiteY9" fmla="*/ 935436 h 1052075"/>
              <a:gd name="connsiteX10" fmla="*/ 492537 w 6142486"/>
              <a:gd name="connsiteY10" fmla="*/ 939525 h 1052075"/>
              <a:gd name="connsiteX11" fmla="*/ 492537 w 6142486"/>
              <a:gd name="connsiteY11" fmla="*/ 939739 h 1052075"/>
              <a:gd name="connsiteX12" fmla="*/ 483239 w 6142486"/>
              <a:gd name="connsiteY12" fmla="*/ 939739 h 1052075"/>
              <a:gd name="connsiteX13" fmla="*/ 422639 w 6142486"/>
              <a:gd name="connsiteY13" fmla="*/ 941132 h 1052075"/>
              <a:gd name="connsiteX14" fmla="*/ 422400 w 6142486"/>
              <a:gd name="connsiteY14" fmla="*/ 939739 h 1052075"/>
              <a:gd name="connsiteX15" fmla="*/ 215153 w 6142486"/>
              <a:gd name="connsiteY15" fmla="*/ 939739 h 1052075"/>
              <a:gd name="connsiteX16" fmla="*/ 215153 w 6142486"/>
              <a:gd name="connsiteY16" fmla="*/ 1052075 h 1052075"/>
              <a:gd name="connsiteX17" fmla="*/ 0 w 6142486"/>
              <a:gd name="connsiteY17" fmla="*/ 836922 h 1052075"/>
              <a:gd name="connsiteX18" fmla="*/ 215153 w 6142486"/>
              <a:gd name="connsiteY18" fmla="*/ 621769 h 1052075"/>
              <a:gd name="connsiteX19" fmla="*/ 215153 w 6142486"/>
              <a:gd name="connsiteY19" fmla="*/ 734105 h 1052075"/>
              <a:gd name="connsiteX20" fmla="*/ 387176 w 6142486"/>
              <a:gd name="connsiteY20" fmla="*/ 734105 h 1052075"/>
              <a:gd name="connsiteX21" fmla="*/ 386844 w 6142486"/>
              <a:gd name="connsiteY21" fmla="*/ 732169 h 1052075"/>
              <a:gd name="connsiteX22" fmla="*/ 4006641 w 6142486"/>
              <a:gd name="connsiteY22" fmla="*/ 75351 h 1052075"/>
              <a:gd name="connsiteX23" fmla="*/ 4233010 w 6142486"/>
              <a:gd name="connsiteY23" fmla="*/ 70149 h 1052075"/>
              <a:gd name="connsiteX24" fmla="*/ 4252955 w 6142486"/>
              <a:gd name="connsiteY24" fmla="*/ 40566 h 1052075"/>
              <a:gd name="connsiteX25" fmla="*/ 4350891 w 6142486"/>
              <a:gd name="connsiteY25" fmla="*/ 0 h 105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142486" h="1052075">
                <a:moveTo>
                  <a:pt x="4350891" y="0"/>
                </a:moveTo>
                <a:lnTo>
                  <a:pt x="6003984" y="0"/>
                </a:lnTo>
                <a:cubicBezTo>
                  <a:pt x="6080477" y="0"/>
                  <a:pt x="6142486" y="62009"/>
                  <a:pt x="6142486" y="138502"/>
                </a:cubicBezTo>
                <a:lnTo>
                  <a:pt x="6142486" y="692495"/>
                </a:lnTo>
                <a:cubicBezTo>
                  <a:pt x="6142486" y="768988"/>
                  <a:pt x="6080477" y="830997"/>
                  <a:pt x="6003984" y="830997"/>
                </a:cubicBezTo>
                <a:lnTo>
                  <a:pt x="4350891" y="830997"/>
                </a:lnTo>
                <a:cubicBezTo>
                  <a:pt x="4274398" y="830997"/>
                  <a:pt x="4212389" y="768988"/>
                  <a:pt x="4212389" y="692495"/>
                </a:cubicBezTo>
                <a:lnTo>
                  <a:pt x="4212389" y="280260"/>
                </a:lnTo>
                <a:lnTo>
                  <a:pt x="4057851" y="283518"/>
                </a:lnTo>
                <a:cubicBezTo>
                  <a:pt x="2901367" y="341087"/>
                  <a:pt x="1826249" y="873664"/>
                  <a:pt x="670484" y="935436"/>
                </a:cubicBezTo>
                <a:lnTo>
                  <a:pt x="492537" y="939525"/>
                </a:lnTo>
                <a:lnTo>
                  <a:pt x="492537" y="939739"/>
                </a:lnTo>
                <a:lnTo>
                  <a:pt x="483239" y="939739"/>
                </a:lnTo>
                <a:lnTo>
                  <a:pt x="422639" y="941132"/>
                </a:lnTo>
                <a:lnTo>
                  <a:pt x="422400" y="939739"/>
                </a:lnTo>
                <a:lnTo>
                  <a:pt x="215153" y="939739"/>
                </a:lnTo>
                <a:lnTo>
                  <a:pt x="215153" y="1052075"/>
                </a:lnTo>
                <a:lnTo>
                  <a:pt x="0" y="836922"/>
                </a:lnTo>
                <a:lnTo>
                  <a:pt x="215153" y="621769"/>
                </a:lnTo>
                <a:lnTo>
                  <a:pt x="215153" y="734105"/>
                </a:lnTo>
                <a:lnTo>
                  <a:pt x="387176" y="734105"/>
                </a:lnTo>
                <a:lnTo>
                  <a:pt x="386844" y="732169"/>
                </a:lnTo>
                <a:cubicBezTo>
                  <a:pt x="1632768" y="742803"/>
                  <a:pt x="2773826" y="141241"/>
                  <a:pt x="4006641" y="75351"/>
                </a:cubicBezTo>
                <a:lnTo>
                  <a:pt x="4233010" y="70149"/>
                </a:lnTo>
                <a:lnTo>
                  <a:pt x="4252955" y="40566"/>
                </a:lnTo>
                <a:cubicBezTo>
                  <a:pt x="4278019" y="15502"/>
                  <a:pt x="4312645" y="0"/>
                  <a:pt x="4350891" y="0"/>
                </a:cubicBezTo>
                <a:close/>
              </a:path>
            </a:pathLst>
          </a:custGeom>
          <a:solidFill>
            <a:srgbClr val="C1E5F5">
              <a:alpha val="50196"/>
            </a:srgbClr>
          </a:solidFill>
          <a:ln>
            <a:solidFill>
              <a:srgbClr val="46B1E1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04F1B30-FE94-0F6E-2128-0669D73C6559}"/>
              </a:ext>
            </a:extLst>
          </p:cNvPr>
          <p:cNvSpPr txBox="1"/>
          <p:nvPr/>
        </p:nvSpPr>
        <p:spPr>
          <a:xfrm>
            <a:off x="9355507" y="361249"/>
            <a:ext cx="1930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圧倒的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位の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中国</a:t>
            </a:r>
            <a:r>
              <a:rPr lang="ja-JP" altLang="en-US" sz="2400" dirty="0"/>
              <a:t>に注目</a:t>
            </a:r>
            <a:endParaRPr kumimoji="1" lang="ja-JP" altLang="en-US" sz="2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3AA8112-90A1-B8DA-DDE6-CC75190522FA}"/>
              </a:ext>
            </a:extLst>
          </p:cNvPr>
          <p:cNvSpPr txBox="1"/>
          <p:nvPr/>
        </p:nvSpPr>
        <p:spPr>
          <a:xfrm>
            <a:off x="92207" y="3557845"/>
            <a:ext cx="11854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①チベットを水源とする河川にダムを</a:t>
            </a:r>
            <a:r>
              <a:rPr kumimoji="1" lang="en-US" altLang="ja-JP" sz="2000" dirty="0"/>
              <a:t>333</a:t>
            </a:r>
            <a:r>
              <a:rPr kumimoji="1" lang="ja-JP" altLang="en-US" sz="2000" dirty="0"/>
              <a:t>基</a:t>
            </a:r>
            <a:r>
              <a:rPr kumimoji="1" lang="en-US" altLang="ja-JP" sz="2000" dirty="0"/>
              <a:t>(2014</a:t>
            </a:r>
            <a:r>
              <a:rPr kumimoji="1" lang="ja-JP" altLang="en-US" sz="2000" dirty="0"/>
              <a:t>年</a:t>
            </a:r>
            <a:r>
              <a:rPr kumimoji="1" lang="en-US" altLang="ja-JP" sz="2000" dirty="0"/>
              <a:t>)</a:t>
            </a:r>
            <a:r>
              <a:rPr kumimoji="1" lang="ja-JP" altLang="en-US" sz="2000" dirty="0"/>
              <a:t>建設</a:t>
            </a:r>
            <a:endParaRPr kumimoji="1" lang="en-US" altLang="ja-JP" sz="20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3D6C13D-6A98-4359-E43A-8A7B34561B2E}"/>
              </a:ext>
            </a:extLst>
          </p:cNvPr>
          <p:cNvSpPr txBox="1"/>
          <p:nvPr/>
        </p:nvSpPr>
        <p:spPr>
          <a:xfrm>
            <a:off x="92207" y="3964473"/>
            <a:ext cx="11854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②チベットを水源とする河川流域には</a:t>
            </a:r>
            <a:r>
              <a:rPr lang="en-US" altLang="ja-JP" sz="2000" dirty="0"/>
              <a:t>30</a:t>
            </a:r>
            <a:r>
              <a:rPr lang="ja-JP" altLang="en-US" sz="2000" dirty="0"/>
              <a:t>億人が暮らしている</a:t>
            </a:r>
            <a:endParaRPr lang="en-US" altLang="ja-JP" sz="20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9A118D9B-1446-FA62-132D-BAFD545731DB}"/>
              </a:ext>
            </a:extLst>
          </p:cNvPr>
          <p:cNvSpPr txBox="1"/>
          <p:nvPr/>
        </p:nvSpPr>
        <p:spPr>
          <a:xfrm>
            <a:off x="92207" y="4355561"/>
            <a:ext cx="11854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000" dirty="0"/>
              <a:t>③ダムがあれば、水を止めることも</a:t>
            </a:r>
            <a:r>
              <a:rPr kumimoji="1" lang="en-US" altLang="ja-JP" sz="2000" dirty="0"/>
              <a:t>､</a:t>
            </a:r>
            <a:r>
              <a:rPr kumimoji="1" lang="ja-JP" altLang="en-US" sz="2000" dirty="0"/>
              <a:t>洪水を起こすこともできる</a:t>
            </a:r>
            <a:endParaRPr kumimoji="1" lang="en-US" altLang="ja-JP" sz="20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516533F-B706-70D9-D768-5BEF3AF8656F}"/>
              </a:ext>
            </a:extLst>
          </p:cNvPr>
          <p:cNvSpPr txBox="1"/>
          <p:nvPr/>
        </p:nvSpPr>
        <p:spPr>
          <a:xfrm>
            <a:off x="-660400" y="4670199"/>
            <a:ext cx="12948448" cy="116955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＝</a:t>
            </a:r>
            <a:r>
              <a:rPr lang="ja-JP" altLang="en-US" sz="7000" dirty="0"/>
              <a:t>下流域国家は</a:t>
            </a:r>
            <a:r>
              <a:rPr lang="ja-JP" altLang="en-US" sz="7000" b="1" u="sng" dirty="0">
                <a:solidFill>
                  <a:srgbClr val="FF0000"/>
                </a:solidFill>
              </a:rPr>
              <a:t>中国</a:t>
            </a:r>
            <a:r>
              <a:rPr lang="ja-JP" altLang="en-US" sz="7000" b="1" u="sng" dirty="0"/>
              <a:t>に逆らえない</a:t>
            </a:r>
            <a:endParaRPr kumimoji="1" lang="ja-JP" altLang="en-US" sz="7000" b="1" u="sng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227ABF6-1D05-271A-F46F-FE2A3B105BA0}"/>
              </a:ext>
            </a:extLst>
          </p:cNvPr>
          <p:cNvSpPr txBox="1"/>
          <p:nvPr/>
        </p:nvSpPr>
        <p:spPr>
          <a:xfrm>
            <a:off x="9233646" y="4134201"/>
            <a:ext cx="3054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水力発電は国際問題になり</a:t>
            </a:r>
            <a:r>
              <a:rPr kumimoji="1" lang="en-US" altLang="ja-JP" dirty="0"/>
              <a:t>､</a:t>
            </a:r>
          </a:p>
          <a:p>
            <a:r>
              <a:rPr kumimoji="1" lang="ja-JP" altLang="en-US" dirty="0"/>
              <a:t>人類最強の武器と化す。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1E9AACBB-A496-F116-240D-0E9F358AE71A}"/>
              </a:ext>
            </a:extLst>
          </p:cNvPr>
          <p:cNvSpPr txBox="1"/>
          <p:nvPr/>
        </p:nvSpPr>
        <p:spPr>
          <a:xfrm>
            <a:off x="0" y="5723449"/>
            <a:ext cx="12192000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最後の一滴の水まで争うことを選ぶか</a:t>
            </a:r>
            <a:r>
              <a:rPr kumimoji="1" lang="en-US" altLang="ja-JP" sz="32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､</a:t>
            </a:r>
            <a:r>
              <a:rPr kumimoji="1" lang="ja-JP" altLang="en-US" sz="32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それとも死ぬことを選ぶか</a:t>
            </a:r>
            <a:endParaRPr kumimoji="1" lang="en-US" altLang="ja-JP" sz="3200" b="1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  <a:p>
            <a:r>
              <a:rPr lang="ja-JP" altLang="en-US" sz="32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それが我々の直面している問題なのである</a:t>
            </a:r>
            <a:endParaRPr lang="en-US" altLang="ja-JP" sz="3200" b="1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6C7DEE2-1E7D-90A3-F54A-8B690BBE6032}"/>
              </a:ext>
            </a:extLst>
          </p:cNvPr>
          <p:cNvSpPr txBox="1"/>
          <p:nvPr/>
        </p:nvSpPr>
        <p:spPr>
          <a:xfrm>
            <a:off x="8142587" y="6345864"/>
            <a:ext cx="3860661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TW" altLang="en-US" sz="18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中華人民共和国</a:t>
            </a:r>
            <a:r>
              <a:rPr lang="ja-JP" altLang="en-US" sz="18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 </a:t>
            </a:r>
            <a:r>
              <a:rPr lang="zh-TW" altLang="en-US" sz="18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元水資源相</a:t>
            </a:r>
            <a:r>
              <a:rPr lang="ja-JP" altLang="en-US" sz="18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 </a:t>
            </a:r>
            <a:r>
              <a:rPr lang="zh-TW" altLang="en-US" sz="18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王淑城</a:t>
            </a:r>
            <a:endParaRPr kumimoji="1" lang="ja-JP" altLang="en-US" sz="1800" b="1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2280586267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013D2E-1D62-3C8D-D855-E32648DE85D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39A0DAF-FBDC-BE23-48DA-ED86A67BDFA2}"/>
              </a:ext>
            </a:extLst>
          </p:cNvPr>
          <p:cNvSpPr/>
          <p:nvPr/>
        </p:nvSpPr>
        <p:spPr>
          <a:xfrm>
            <a:off x="-3314700" y="-413574"/>
            <a:ext cx="5569964" cy="690572"/>
          </a:xfrm>
          <a:prstGeom prst="roundRect">
            <a:avLst/>
          </a:prstGeom>
          <a:noFill/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C4B75D8-392B-EC8E-86FC-C475743C0A47}"/>
              </a:ext>
            </a:extLst>
          </p:cNvPr>
          <p:cNvSpPr txBox="1"/>
          <p:nvPr/>
        </p:nvSpPr>
        <p:spPr>
          <a:xfrm>
            <a:off x="0" y="0"/>
            <a:ext cx="2332104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F0DD5176-75F8-E7AA-080D-DAEEA22ACAC3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E7DF6F74-BA95-1E02-23E0-8F0346ADBAAD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pic>
        <p:nvPicPr>
          <p:cNvPr id="12" name="図 11">
            <a:extLst>
              <a:ext uri="{FF2B5EF4-FFF2-40B4-BE49-F238E27FC236}">
                <a16:creationId xmlns:a16="http://schemas.microsoft.com/office/drawing/2014/main" id="{598485C5-D472-379A-0DE5-8F8DA34C4B18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0" y="-6163942"/>
            <a:ext cx="5257800" cy="2614048"/>
          </a:xfrm>
          <a:prstGeom prst="rect">
            <a:avLst/>
          </a:prstGeom>
        </p:spPr>
      </p:pic>
      <p:pic>
        <p:nvPicPr>
          <p:cNvPr id="29" name="図 28">
            <a:extLst>
              <a:ext uri="{FF2B5EF4-FFF2-40B4-BE49-F238E27FC236}">
                <a16:creationId xmlns:a16="http://schemas.microsoft.com/office/drawing/2014/main" id="{41616C33-F1AC-7562-3523-5D065209B0F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7233" t="2430" r="1578" b="19566"/>
          <a:stretch/>
        </p:blipFill>
        <p:spPr>
          <a:xfrm>
            <a:off x="5257800" y="-6090756"/>
            <a:ext cx="5257800" cy="2552765"/>
          </a:xfrm>
          <a:custGeom>
            <a:avLst/>
            <a:gdLst>
              <a:gd name="connsiteX0" fmla="*/ 0 w 11018045"/>
              <a:gd name="connsiteY0" fmla="*/ 0 h 5349477"/>
              <a:gd name="connsiteX1" fmla="*/ 6767512 w 11018045"/>
              <a:gd name="connsiteY1" fmla="*/ 0 h 5349477"/>
              <a:gd name="connsiteX2" fmla="*/ 6767512 w 11018045"/>
              <a:gd name="connsiteY2" fmla="*/ 3800474 h 5349477"/>
              <a:gd name="connsiteX3" fmla="*/ 6777037 w 11018045"/>
              <a:gd name="connsiteY3" fmla="*/ 3800474 h 5349477"/>
              <a:gd name="connsiteX4" fmla="*/ 6777037 w 11018045"/>
              <a:gd name="connsiteY4" fmla="*/ 1062037 h 5349477"/>
              <a:gd name="connsiteX5" fmla="*/ 7777161 w 11018045"/>
              <a:gd name="connsiteY5" fmla="*/ 1062037 h 5349477"/>
              <a:gd name="connsiteX6" fmla="*/ 7777161 w 11018045"/>
              <a:gd name="connsiteY6" fmla="*/ 912018 h 5349477"/>
              <a:gd name="connsiteX7" fmla="*/ 9429750 w 11018045"/>
              <a:gd name="connsiteY7" fmla="*/ 912018 h 5349477"/>
              <a:gd name="connsiteX8" fmla="*/ 9429750 w 11018045"/>
              <a:gd name="connsiteY8" fmla="*/ 1223962 h 5349477"/>
              <a:gd name="connsiteX9" fmla="*/ 11018045 w 11018045"/>
              <a:gd name="connsiteY9" fmla="*/ 1223962 h 5349477"/>
              <a:gd name="connsiteX10" fmla="*/ 11018045 w 11018045"/>
              <a:gd name="connsiteY10" fmla="*/ 3536156 h 5349477"/>
              <a:gd name="connsiteX11" fmla="*/ 9691688 w 11018045"/>
              <a:gd name="connsiteY11" fmla="*/ 3536156 h 5349477"/>
              <a:gd name="connsiteX12" fmla="*/ 9691688 w 11018045"/>
              <a:gd name="connsiteY12" fmla="*/ 3800474 h 5349477"/>
              <a:gd name="connsiteX13" fmla="*/ 8944770 w 11018045"/>
              <a:gd name="connsiteY13" fmla="*/ 3800474 h 5349477"/>
              <a:gd name="connsiteX14" fmla="*/ 8944770 w 11018045"/>
              <a:gd name="connsiteY14" fmla="*/ 5349477 h 5349477"/>
              <a:gd name="connsiteX15" fmla="*/ 7889034 w 11018045"/>
              <a:gd name="connsiteY15" fmla="*/ 5349477 h 5349477"/>
              <a:gd name="connsiteX16" fmla="*/ 6777037 w 11018045"/>
              <a:gd name="connsiteY16" fmla="*/ 5349477 h 5349477"/>
              <a:gd name="connsiteX17" fmla="*/ 1111997 w 11018045"/>
              <a:gd name="connsiteY17" fmla="*/ 5349477 h 5349477"/>
              <a:gd name="connsiteX18" fmla="*/ 1111997 w 11018045"/>
              <a:gd name="connsiteY18" fmla="*/ 3800475 h 5349477"/>
              <a:gd name="connsiteX19" fmla="*/ 0 w 11018045"/>
              <a:gd name="connsiteY19" fmla="*/ 3800475 h 534947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</a:cxnLst>
            <a:rect l="l" t="t" r="r" b="b"/>
            <a:pathLst>
              <a:path w="11018045" h="5349477">
                <a:moveTo>
                  <a:pt x="0" y="0"/>
                </a:moveTo>
                <a:lnTo>
                  <a:pt x="6767512" y="0"/>
                </a:lnTo>
                <a:lnTo>
                  <a:pt x="6767512" y="3800474"/>
                </a:lnTo>
                <a:lnTo>
                  <a:pt x="6777037" y="3800474"/>
                </a:lnTo>
                <a:lnTo>
                  <a:pt x="6777037" y="1062037"/>
                </a:lnTo>
                <a:lnTo>
                  <a:pt x="7777161" y="1062037"/>
                </a:lnTo>
                <a:lnTo>
                  <a:pt x="7777161" y="912018"/>
                </a:lnTo>
                <a:lnTo>
                  <a:pt x="9429750" y="912018"/>
                </a:lnTo>
                <a:lnTo>
                  <a:pt x="9429750" y="1223962"/>
                </a:lnTo>
                <a:lnTo>
                  <a:pt x="11018045" y="1223962"/>
                </a:lnTo>
                <a:lnTo>
                  <a:pt x="11018045" y="3536156"/>
                </a:lnTo>
                <a:lnTo>
                  <a:pt x="9691688" y="3536156"/>
                </a:lnTo>
                <a:lnTo>
                  <a:pt x="9691688" y="3800474"/>
                </a:lnTo>
                <a:lnTo>
                  <a:pt x="8944770" y="3800474"/>
                </a:lnTo>
                <a:lnTo>
                  <a:pt x="8944770" y="5349477"/>
                </a:lnTo>
                <a:lnTo>
                  <a:pt x="7889034" y="5349477"/>
                </a:lnTo>
                <a:lnTo>
                  <a:pt x="6777037" y="5349477"/>
                </a:lnTo>
                <a:lnTo>
                  <a:pt x="1111997" y="5349477"/>
                </a:lnTo>
                <a:lnTo>
                  <a:pt x="1111997" y="3800475"/>
                </a:lnTo>
                <a:lnTo>
                  <a:pt x="0" y="3800475"/>
                </a:lnTo>
                <a:close/>
              </a:path>
            </a:pathLst>
          </a:custGeom>
        </p:spPr>
      </p:pic>
      <p:sp>
        <p:nvSpPr>
          <p:cNvPr id="36" name="フリーフォーム: 図形 35">
            <a:extLst>
              <a:ext uri="{FF2B5EF4-FFF2-40B4-BE49-F238E27FC236}">
                <a16:creationId xmlns:a16="http://schemas.microsoft.com/office/drawing/2014/main" id="{CDDFC6BC-A8A0-2622-AFE6-B56067FA5E9D}"/>
              </a:ext>
            </a:extLst>
          </p:cNvPr>
          <p:cNvSpPr/>
          <p:nvPr/>
        </p:nvSpPr>
        <p:spPr>
          <a:xfrm>
            <a:off x="5062756" y="-6236806"/>
            <a:ext cx="6142486" cy="1052075"/>
          </a:xfrm>
          <a:custGeom>
            <a:avLst/>
            <a:gdLst>
              <a:gd name="connsiteX0" fmla="*/ 4350891 w 6142486"/>
              <a:gd name="connsiteY0" fmla="*/ 0 h 1052075"/>
              <a:gd name="connsiteX1" fmla="*/ 6003984 w 6142486"/>
              <a:gd name="connsiteY1" fmla="*/ 0 h 1052075"/>
              <a:gd name="connsiteX2" fmla="*/ 6142486 w 6142486"/>
              <a:gd name="connsiteY2" fmla="*/ 138502 h 1052075"/>
              <a:gd name="connsiteX3" fmla="*/ 6142486 w 6142486"/>
              <a:gd name="connsiteY3" fmla="*/ 692495 h 1052075"/>
              <a:gd name="connsiteX4" fmla="*/ 6003984 w 6142486"/>
              <a:gd name="connsiteY4" fmla="*/ 830997 h 1052075"/>
              <a:gd name="connsiteX5" fmla="*/ 4350891 w 6142486"/>
              <a:gd name="connsiteY5" fmla="*/ 830997 h 1052075"/>
              <a:gd name="connsiteX6" fmla="*/ 4212389 w 6142486"/>
              <a:gd name="connsiteY6" fmla="*/ 692495 h 1052075"/>
              <a:gd name="connsiteX7" fmla="*/ 4212389 w 6142486"/>
              <a:gd name="connsiteY7" fmla="*/ 280260 h 1052075"/>
              <a:gd name="connsiteX8" fmla="*/ 4057851 w 6142486"/>
              <a:gd name="connsiteY8" fmla="*/ 283518 h 1052075"/>
              <a:gd name="connsiteX9" fmla="*/ 670484 w 6142486"/>
              <a:gd name="connsiteY9" fmla="*/ 935436 h 1052075"/>
              <a:gd name="connsiteX10" fmla="*/ 492537 w 6142486"/>
              <a:gd name="connsiteY10" fmla="*/ 939525 h 1052075"/>
              <a:gd name="connsiteX11" fmla="*/ 492537 w 6142486"/>
              <a:gd name="connsiteY11" fmla="*/ 939739 h 1052075"/>
              <a:gd name="connsiteX12" fmla="*/ 483239 w 6142486"/>
              <a:gd name="connsiteY12" fmla="*/ 939739 h 1052075"/>
              <a:gd name="connsiteX13" fmla="*/ 422639 w 6142486"/>
              <a:gd name="connsiteY13" fmla="*/ 941132 h 1052075"/>
              <a:gd name="connsiteX14" fmla="*/ 422400 w 6142486"/>
              <a:gd name="connsiteY14" fmla="*/ 939739 h 1052075"/>
              <a:gd name="connsiteX15" fmla="*/ 215153 w 6142486"/>
              <a:gd name="connsiteY15" fmla="*/ 939739 h 1052075"/>
              <a:gd name="connsiteX16" fmla="*/ 215153 w 6142486"/>
              <a:gd name="connsiteY16" fmla="*/ 1052075 h 1052075"/>
              <a:gd name="connsiteX17" fmla="*/ 0 w 6142486"/>
              <a:gd name="connsiteY17" fmla="*/ 836922 h 1052075"/>
              <a:gd name="connsiteX18" fmla="*/ 215153 w 6142486"/>
              <a:gd name="connsiteY18" fmla="*/ 621769 h 1052075"/>
              <a:gd name="connsiteX19" fmla="*/ 215153 w 6142486"/>
              <a:gd name="connsiteY19" fmla="*/ 734105 h 1052075"/>
              <a:gd name="connsiteX20" fmla="*/ 387176 w 6142486"/>
              <a:gd name="connsiteY20" fmla="*/ 734105 h 1052075"/>
              <a:gd name="connsiteX21" fmla="*/ 386844 w 6142486"/>
              <a:gd name="connsiteY21" fmla="*/ 732169 h 1052075"/>
              <a:gd name="connsiteX22" fmla="*/ 4006641 w 6142486"/>
              <a:gd name="connsiteY22" fmla="*/ 75351 h 1052075"/>
              <a:gd name="connsiteX23" fmla="*/ 4233010 w 6142486"/>
              <a:gd name="connsiteY23" fmla="*/ 70149 h 1052075"/>
              <a:gd name="connsiteX24" fmla="*/ 4252955 w 6142486"/>
              <a:gd name="connsiteY24" fmla="*/ 40566 h 1052075"/>
              <a:gd name="connsiteX25" fmla="*/ 4350891 w 6142486"/>
              <a:gd name="connsiteY25" fmla="*/ 0 h 105207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</a:cxnLst>
            <a:rect l="l" t="t" r="r" b="b"/>
            <a:pathLst>
              <a:path w="6142486" h="1052075">
                <a:moveTo>
                  <a:pt x="4350891" y="0"/>
                </a:moveTo>
                <a:lnTo>
                  <a:pt x="6003984" y="0"/>
                </a:lnTo>
                <a:cubicBezTo>
                  <a:pt x="6080477" y="0"/>
                  <a:pt x="6142486" y="62009"/>
                  <a:pt x="6142486" y="138502"/>
                </a:cubicBezTo>
                <a:lnTo>
                  <a:pt x="6142486" y="692495"/>
                </a:lnTo>
                <a:cubicBezTo>
                  <a:pt x="6142486" y="768988"/>
                  <a:pt x="6080477" y="830997"/>
                  <a:pt x="6003984" y="830997"/>
                </a:cubicBezTo>
                <a:lnTo>
                  <a:pt x="4350891" y="830997"/>
                </a:lnTo>
                <a:cubicBezTo>
                  <a:pt x="4274398" y="830997"/>
                  <a:pt x="4212389" y="768988"/>
                  <a:pt x="4212389" y="692495"/>
                </a:cubicBezTo>
                <a:lnTo>
                  <a:pt x="4212389" y="280260"/>
                </a:lnTo>
                <a:lnTo>
                  <a:pt x="4057851" y="283518"/>
                </a:lnTo>
                <a:cubicBezTo>
                  <a:pt x="2901367" y="341087"/>
                  <a:pt x="1826249" y="873664"/>
                  <a:pt x="670484" y="935436"/>
                </a:cubicBezTo>
                <a:lnTo>
                  <a:pt x="492537" y="939525"/>
                </a:lnTo>
                <a:lnTo>
                  <a:pt x="492537" y="939739"/>
                </a:lnTo>
                <a:lnTo>
                  <a:pt x="483239" y="939739"/>
                </a:lnTo>
                <a:lnTo>
                  <a:pt x="422639" y="941132"/>
                </a:lnTo>
                <a:lnTo>
                  <a:pt x="422400" y="939739"/>
                </a:lnTo>
                <a:lnTo>
                  <a:pt x="215153" y="939739"/>
                </a:lnTo>
                <a:lnTo>
                  <a:pt x="215153" y="1052075"/>
                </a:lnTo>
                <a:lnTo>
                  <a:pt x="0" y="836922"/>
                </a:lnTo>
                <a:lnTo>
                  <a:pt x="215153" y="621769"/>
                </a:lnTo>
                <a:lnTo>
                  <a:pt x="215153" y="734105"/>
                </a:lnTo>
                <a:lnTo>
                  <a:pt x="387176" y="734105"/>
                </a:lnTo>
                <a:lnTo>
                  <a:pt x="386844" y="732169"/>
                </a:lnTo>
                <a:cubicBezTo>
                  <a:pt x="1632768" y="742803"/>
                  <a:pt x="2773826" y="141241"/>
                  <a:pt x="4006641" y="75351"/>
                </a:cubicBezTo>
                <a:lnTo>
                  <a:pt x="4233010" y="70149"/>
                </a:lnTo>
                <a:lnTo>
                  <a:pt x="4252955" y="40566"/>
                </a:lnTo>
                <a:cubicBezTo>
                  <a:pt x="4278019" y="15502"/>
                  <a:pt x="4312645" y="0"/>
                  <a:pt x="4350891" y="0"/>
                </a:cubicBezTo>
                <a:close/>
              </a:path>
            </a:pathLst>
          </a:custGeom>
          <a:solidFill>
            <a:srgbClr val="C1E5F5">
              <a:alpha val="50196"/>
            </a:srgbClr>
          </a:solidFill>
          <a:ln>
            <a:solidFill>
              <a:srgbClr val="46B1E1">
                <a:alpha val="50196"/>
              </a:srgb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304F1B30-FE94-0F6E-2128-0669D73C6559}"/>
              </a:ext>
            </a:extLst>
          </p:cNvPr>
          <p:cNvSpPr txBox="1"/>
          <p:nvPr/>
        </p:nvSpPr>
        <p:spPr>
          <a:xfrm>
            <a:off x="9355507" y="-6200914"/>
            <a:ext cx="1930097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圧倒的</a:t>
            </a:r>
            <a:r>
              <a:rPr kumimoji="1" lang="en-US" altLang="ja-JP" sz="2400" dirty="0"/>
              <a:t>1</a:t>
            </a:r>
            <a:r>
              <a:rPr kumimoji="1" lang="ja-JP" altLang="en-US" sz="2400" dirty="0"/>
              <a:t>位の</a:t>
            </a:r>
            <a:endParaRPr kumimoji="1" lang="en-US" altLang="ja-JP" sz="2400" dirty="0"/>
          </a:p>
          <a:p>
            <a:r>
              <a:rPr lang="ja-JP" altLang="en-US" sz="2400" b="1" dirty="0">
                <a:solidFill>
                  <a:srgbClr val="FF0000"/>
                </a:solidFill>
              </a:rPr>
              <a:t>中国</a:t>
            </a:r>
            <a:r>
              <a:rPr lang="ja-JP" altLang="en-US" sz="2400" dirty="0"/>
              <a:t>に注目</a:t>
            </a:r>
            <a:endParaRPr kumimoji="1" lang="ja-JP" altLang="en-US" sz="2400" dirty="0"/>
          </a:p>
        </p:txBody>
      </p:sp>
      <p:sp>
        <p:nvSpPr>
          <p:cNvPr id="37" name="テキスト ボックス 36">
            <a:extLst>
              <a:ext uri="{FF2B5EF4-FFF2-40B4-BE49-F238E27FC236}">
                <a16:creationId xmlns:a16="http://schemas.microsoft.com/office/drawing/2014/main" id="{73AA8112-90A1-B8DA-DDE6-CC75190522FA}"/>
              </a:ext>
            </a:extLst>
          </p:cNvPr>
          <p:cNvSpPr txBox="1"/>
          <p:nvPr/>
        </p:nvSpPr>
        <p:spPr>
          <a:xfrm>
            <a:off x="92207" y="-3004318"/>
            <a:ext cx="11854526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①チベットを水源とする河川にダムを</a:t>
            </a:r>
            <a:r>
              <a:rPr kumimoji="1" lang="en-US" altLang="ja-JP" sz="2000" dirty="0"/>
              <a:t>333</a:t>
            </a:r>
            <a:r>
              <a:rPr kumimoji="1" lang="ja-JP" altLang="en-US" sz="2000" dirty="0"/>
              <a:t>基</a:t>
            </a:r>
            <a:r>
              <a:rPr kumimoji="1" lang="en-US" altLang="ja-JP" sz="2000" dirty="0"/>
              <a:t>(2014</a:t>
            </a:r>
            <a:r>
              <a:rPr kumimoji="1" lang="ja-JP" altLang="en-US" sz="2000" dirty="0"/>
              <a:t>年</a:t>
            </a:r>
            <a:r>
              <a:rPr kumimoji="1" lang="en-US" altLang="ja-JP" sz="2000" dirty="0"/>
              <a:t>)</a:t>
            </a:r>
            <a:r>
              <a:rPr kumimoji="1" lang="ja-JP" altLang="en-US" sz="2000" dirty="0"/>
              <a:t>建設</a:t>
            </a:r>
            <a:endParaRPr kumimoji="1" lang="en-US" altLang="ja-JP" sz="2000" dirty="0"/>
          </a:p>
        </p:txBody>
      </p:sp>
      <p:sp>
        <p:nvSpPr>
          <p:cNvPr id="39" name="テキスト ボックス 38">
            <a:extLst>
              <a:ext uri="{FF2B5EF4-FFF2-40B4-BE49-F238E27FC236}">
                <a16:creationId xmlns:a16="http://schemas.microsoft.com/office/drawing/2014/main" id="{73D6C13D-6A98-4359-E43A-8A7B34561B2E}"/>
              </a:ext>
            </a:extLst>
          </p:cNvPr>
          <p:cNvSpPr txBox="1"/>
          <p:nvPr/>
        </p:nvSpPr>
        <p:spPr>
          <a:xfrm>
            <a:off x="92207" y="-2597690"/>
            <a:ext cx="11854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000" dirty="0"/>
              <a:t>②チベットを水源とする河川流域には</a:t>
            </a:r>
            <a:r>
              <a:rPr lang="en-US" altLang="ja-JP" sz="2000" dirty="0"/>
              <a:t>30</a:t>
            </a:r>
            <a:r>
              <a:rPr lang="ja-JP" altLang="en-US" sz="2000" dirty="0"/>
              <a:t>億人が暮らしている</a:t>
            </a:r>
            <a:endParaRPr lang="en-US" altLang="ja-JP" sz="2000" dirty="0"/>
          </a:p>
        </p:txBody>
      </p:sp>
      <p:sp>
        <p:nvSpPr>
          <p:cNvPr id="41" name="テキスト ボックス 40">
            <a:extLst>
              <a:ext uri="{FF2B5EF4-FFF2-40B4-BE49-F238E27FC236}">
                <a16:creationId xmlns:a16="http://schemas.microsoft.com/office/drawing/2014/main" id="{9A118D9B-1446-FA62-132D-BAFD545731DB}"/>
              </a:ext>
            </a:extLst>
          </p:cNvPr>
          <p:cNvSpPr txBox="1"/>
          <p:nvPr/>
        </p:nvSpPr>
        <p:spPr>
          <a:xfrm>
            <a:off x="92207" y="-2206602"/>
            <a:ext cx="1185452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000" dirty="0"/>
              <a:t>③ダムがあれば、水を止めることも</a:t>
            </a:r>
            <a:r>
              <a:rPr kumimoji="1" lang="en-US" altLang="ja-JP" sz="2000" dirty="0"/>
              <a:t>､</a:t>
            </a:r>
            <a:r>
              <a:rPr kumimoji="1" lang="ja-JP" altLang="en-US" sz="2000" dirty="0"/>
              <a:t>洪水を起こすこともできる</a:t>
            </a:r>
            <a:endParaRPr kumimoji="1" lang="en-US" altLang="ja-JP" sz="2000" dirty="0"/>
          </a:p>
        </p:txBody>
      </p:sp>
      <p:sp>
        <p:nvSpPr>
          <p:cNvPr id="43" name="テキスト ボックス 42">
            <a:extLst>
              <a:ext uri="{FF2B5EF4-FFF2-40B4-BE49-F238E27FC236}">
                <a16:creationId xmlns:a16="http://schemas.microsoft.com/office/drawing/2014/main" id="{2516533F-B706-70D9-D768-5BEF3AF8656F}"/>
              </a:ext>
            </a:extLst>
          </p:cNvPr>
          <p:cNvSpPr txBox="1"/>
          <p:nvPr/>
        </p:nvSpPr>
        <p:spPr>
          <a:xfrm>
            <a:off x="92207" y="-1903885"/>
            <a:ext cx="12948448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＝</a:t>
            </a:r>
            <a:r>
              <a:rPr lang="ja-JP" altLang="en-US" sz="2400" dirty="0"/>
              <a:t>下流域国家は</a:t>
            </a:r>
            <a:r>
              <a:rPr lang="ja-JP" altLang="en-US" sz="2400" b="1" u="sng" dirty="0">
                <a:solidFill>
                  <a:srgbClr val="FF0000"/>
                </a:solidFill>
              </a:rPr>
              <a:t>中国</a:t>
            </a:r>
            <a:r>
              <a:rPr lang="ja-JP" altLang="en-US" sz="2400" b="1" u="sng" dirty="0"/>
              <a:t>に逆らえない</a:t>
            </a:r>
            <a:endParaRPr kumimoji="1" lang="ja-JP" altLang="en-US" sz="4400" b="1" u="sng" dirty="0"/>
          </a:p>
        </p:txBody>
      </p:sp>
      <p:sp>
        <p:nvSpPr>
          <p:cNvPr id="44" name="テキスト ボックス 43">
            <a:extLst>
              <a:ext uri="{FF2B5EF4-FFF2-40B4-BE49-F238E27FC236}">
                <a16:creationId xmlns:a16="http://schemas.microsoft.com/office/drawing/2014/main" id="{D227ABF6-1D05-271A-F46F-FE2A3B105BA0}"/>
              </a:ext>
            </a:extLst>
          </p:cNvPr>
          <p:cNvSpPr txBox="1"/>
          <p:nvPr/>
        </p:nvSpPr>
        <p:spPr>
          <a:xfrm>
            <a:off x="9233646" y="-2427962"/>
            <a:ext cx="3054402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水力発電は国際問題になり</a:t>
            </a:r>
            <a:r>
              <a:rPr kumimoji="1" lang="en-US" altLang="ja-JP" dirty="0"/>
              <a:t>､</a:t>
            </a:r>
          </a:p>
          <a:p>
            <a:r>
              <a:rPr kumimoji="1" lang="ja-JP" altLang="en-US" dirty="0"/>
              <a:t>人類最強の武器と化す。</a:t>
            </a:r>
          </a:p>
        </p:txBody>
      </p:sp>
      <p:sp>
        <p:nvSpPr>
          <p:cNvPr id="45" name="テキスト ボックス 44">
            <a:extLst>
              <a:ext uri="{FF2B5EF4-FFF2-40B4-BE49-F238E27FC236}">
                <a16:creationId xmlns:a16="http://schemas.microsoft.com/office/drawing/2014/main" id="{1E9AACBB-A496-F116-240D-0E9F358AE71A}"/>
              </a:ext>
            </a:extLst>
          </p:cNvPr>
          <p:cNvSpPr txBox="1"/>
          <p:nvPr/>
        </p:nvSpPr>
        <p:spPr>
          <a:xfrm>
            <a:off x="0" y="2038699"/>
            <a:ext cx="12192000" cy="2492990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lang="ja-JP" altLang="en-US" sz="5200" b="1" dirty="0">
                <a:ln w="6350">
                  <a:solidFill>
                    <a:schemeClr val="tx1"/>
                  </a:solidFill>
                </a:ln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最後の一滴の水まで争うことを選ぶか</a:t>
            </a:r>
            <a:r>
              <a:rPr lang="en-US" altLang="ja-JP" sz="5200" b="1" dirty="0">
                <a:ln w="6350">
                  <a:solidFill>
                    <a:schemeClr val="tx1"/>
                  </a:solidFill>
                </a:ln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､</a:t>
            </a:r>
          </a:p>
          <a:p>
            <a:pPr algn="r"/>
            <a:r>
              <a:rPr lang="ja-JP" altLang="en-US" sz="5200" b="1" dirty="0">
                <a:ln w="6350">
                  <a:solidFill>
                    <a:schemeClr val="tx1"/>
                  </a:solidFill>
                </a:ln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それとも死ぬことを選ぶか</a:t>
            </a:r>
            <a:endParaRPr lang="en-US" altLang="ja-JP" sz="5200" b="1" dirty="0">
              <a:ln w="6350">
                <a:solidFill>
                  <a:schemeClr val="tx1"/>
                </a:solidFill>
              </a:ln>
              <a:solidFill>
                <a:srgbClr val="FF0000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r>
              <a:rPr lang="ja-JP" altLang="en-US" sz="5200" b="1" dirty="0">
                <a:ln w="6350">
                  <a:solidFill>
                    <a:schemeClr val="tx1"/>
                  </a:solidFill>
                </a:ln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それが我々の直面している問題なのである</a:t>
            </a:r>
            <a:endParaRPr lang="en-US" altLang="ja-JP" sz="5200" b="1" dirty="0">
              <a:ln w="6350">
                <a:solidFill>
                  <a:schemeClr val="tx1"/>
                </a:solidFill>
              </a:ln>
              <a:solidFill>
                <a:srgbClr val="FF0000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</p:txBody>
      </p:sp>
      <p:sp>
        <p:nvSpPr>
          <p:cNvPr id="47" name="テキスト ボックス 46">
            <a:extLst>
              <a:ext uri="{FF2B5EF4-FFF2-40B4-BE49-F238E27FC236}">
                <a16:creationId xmlns:a16="http://schemas.microsoft.com/office/drawing/2014/main" id="{A6C7DEE2-1E7D-90A3-F54A-8B690BBE6032}"/>
              </a:ext>
            </a:extLst>
          </p:cNvPr>
          <p:cNvSpPr txBox="1"/>
          <p:nvPr/>
        </p:nvSpPr>
        <p:spPr>
          <a:xfrm>
            <a:off x="6945151" y="4531690"/>
            <a:ext cx="5246849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zh-TW" altLang="en-US" sz="24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中華人民共和国</a:t>
            </a:r>
            <a:r>
              <a:rPr lang="ja-JP" altLang="en-US" sz="24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 </a:t>
            </a:r>
            <a:r>
              <a:rPr lang="zh-TW" altLang="en-US" sz="24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元水資源相</a:t>
            </a:r>
            <a:r>
              <a:rPr lang="ja-JP" altLang="en-US" sz="24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 </a:t>
            </a:r>
            <a:r>
              <a:rPr lang="zh-TW" altLang="en-US" sz="2400" b="1" dirty="0">
                <a:latin typeface="BIZ UD明朝 Medium" panose="02020500000000000000" pitchFamily="17" charset="-128"/>
                <a:ea typeface="BIZ UD明朝 Medium" panose="02020500000000000000" pitchFamily="17" charset="-128"/>
              </a:rPr>
              <a:t>王淑城</a:t>
            </a:r>
            <a:endParaRPr kumimoji="1" lang="ja-JP" altLang="en-US" sz="2400" b="1" dirty="0">
              <a:latin typeface="BIZ UD明朝 Medium" panose="02020500000000000000" pitchFamily="17" charset="-128"/>
              <a:ea typeface="BIZ UD明朝 Medium" panose="02020500000000000000" pitchFamily="17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680088776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Word"/>
      </p:transition>
    </mc:Choice>
    <mc:Fallback>
      <p:transition spd="slow">
        <p:fade/>
      </p:transition>
    </mc:Fallback>
  </mc:AlternateContent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858E9D7-4DF9-3B94-1D6D-4E721CB7313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243FB379-F4C5-AC2D-EBE7-B4E69C440333}"/>
              </a:ext>
            </a:extLst>
          </p:cNvPr>
          <p:cNvSpPr/>
          <p:nvPr/>
        </p:nvSpPr>
        <p:spPr>
          <a:xfrm>
            <a:off x="1662952" y="2108486"/>
            <a:ext cx="8866093" cy="936794"/>
          </a:xfrm>
          <a:prstGeom prst="roundRect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tx2">
                <a:lumMod val="50000"/>
                <a:lumOff val="5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B7AF68DE-D06B-56EE-0884-7B26C7EF0326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A8BB7A4-F699-6934-10CC-DDEF5D9A6871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A825ABE-0458-CEA6-CAEE-772CCB0E7B62}"/>
              </a:ext>
            </a:extLst>
          </p:cNvPr>
          <p:cNvSpPr txBox="1"/>
          <p:nvPr/>
        </p:nvSpPr>
        <p:spPr>
          <a:xfrm>
            <a:off x="1662953" y="1154668"/>
            <a:ext cx="508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C7F3207-2418-494B-D8F8-5315B55C9A7F}"/>
              </a:ext>
            </a:extLst>
          </p:cNvPr>
          <p:cNvSpPr txBox="1"/>
          <p:nvPr/>
        </p:nvSpPr>
        <p:spPr>
          <a:xfrm>
            <a:off x="1662953" y="2214283"/>
            <a:ext cx="886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5D806561-7E8E-EB19-DE83-1A7AD79B934D}"/>
              </a:ext>
            </a:extLst>
          </p:cNvPr>
          <p:cNvSpPr txBox="1"/>
          <p:nvPr/>
        </p:nvSpPr>
        <p:spPr>
          <a:xfrm>
            <a:off x="1662953" y="3273898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5EA1A0DF-BC14-D766-41D2-43F3E7C469EA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284B9678-93AD-C56F-4801-2D6C2E1EAB62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8C7ADC97-DCE3-33FA-DA28-3BE05464D68D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101180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B70EFBA-72CC-4555-B0C4-B6BA075BB9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662C125-29BC-0D99-5F64-BC4A3CA37A07}"/>
              </a:ext>
            </a:extLst>
          </p:cNvPr>
          <p:cNvSpPr/>
          <p:nvPr/>
        </p:nvSpPr>
        <p:spPr>
          <a:xfrm>
            <a:off x="1662953" y="2108486"/>
            <a:ext cx="3395608" cy="4751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BCB8797-67A2-A363-F17A-826A5A3BABC9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25DC848-C3DF-0674-DAF8-BFE47B83B44E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78E2C1C5-40FC-D37E-CD94-18376531D215}"/>
              </a:ext>
            </a:extLst>
          </p:cNvPr>
          <p:cNvSpPr txBox="1"/>
          <p:nvPr/>
        </p:nvSpPr>
        <p:spPr>
          <a:xfrm>
            <a:off x="1662953" y="1154668"/>
            <a:ext cx="508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CA6ABEB-1534-CCE4-1E98-D76F6E15F121}"/>
              </a:ext>
            </a:extLst>
          </p:cNvPr>
          <p:cNvSpPr txBox="1"/>
          <p:nvPr/>
        </p:nvSpPr>
        <p:spPr>
          <a:xfrm>
            <a:off x="1662953" y="2214283"/>
            <a:ext cx="600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D42D962-9BDB-3FA0-B52D-D250555A5EA1}"/>
              </a:ext>
            </a:extLst>
          </p:cNvPr>
          <p:cNvSpPr txBox="1"/>
          <p:nvPr/>
        </p:nvSpPr>
        <p:spPr>
          <a:xfrm>
            <a:off x="1662953" y="3273898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1A5AC7E7-FCC0-621B-F16F-58E4FD49DEF9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511C8A7A-682F-7195-9A33-985A7250CB20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2E140AB-12E3-F57B-CF7D-C0BEB72D7ECB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106560207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E8CEFE7-8902-25D2-6D3F-0DEBD56992F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750730D-4F45-886B-3E5A-E1F9B81403B0}"/>
              </a:ext>
            </a:extLst>
          </p:cNvPr>
          <p:cNvSpPr/>
          <p:nvPr/>
        </p:nvSpPr>
        <p:spPr>
          <a:xfrm>
            <a:off x="1662953" y="3168101"/>
            <a:ext cx="3395608" cy="4751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2271B4A-9E5B-2E87-7ACC-C899012664C4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B6231B1-0C72-EF31-48D3-692E7328B814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9BB9B2ED-11CF-3AC7-F3A4-38B53093E51D}"/>
              </a:ext>
            </a:extLst>
          </p:cNvPr>
          <p:cNvSpPr txBox="1"/>
          <p:nvPr/>
        </p:nvSpPr>
        <p:spPr>
          <a:xfrm>
            <a:off x="1662953" y="1154668"/>
            <a:ext cx="508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6CEDE1CA-B464-C8B9-A261-E0D042F8ECDF}"/>
              </a:ext>
            </a:extLst>
          </p:cNvPr>
          <p:cNvSpPr txBox="1"/>
          <p:nvPr/>
        </p:nvSpPr>
        <p:spPr>
          <a:xfrm>
            <a:off x="1662953" y="2214283"/>
            <a:ext cx="600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9BE63505-983E-BFE6-B6F4-6F1699A51A14}"/>
              </a:ext>
            </a:extLst>
          </p:cNvPr>
          <p:cNvSpPr txBox="1"/>
          <p:nvPr/>
        </p:nvSpPr>
        <p:spPr>
          <a:xfrm>
            <a:off x="1662953" y="3273898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BBF623B-F02B-E124-C5E6-6B0F22D25011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6DFB81B5-E47A-3E23-D1F6-63CF53FF55FF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9D88257-F494-D207-8444-CA8F45F06A5B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288637239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50BCD55-2B3A-7420-15AF-05818DE87532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ACCDD6C1-FD12-FB22-DA5F-9E3895EFBB30}"/>
              </a:ext>
            </a:extLst>
          </p:cNvPr>
          <p:cNvSpPr/>
          <p:nvPr/>
        </p:nvSpPr>
        <p:spPr>
          <a:xfrm>
            <a:off x="1662952" y="3168101"/>
            <a:ext cx="8866093" cy="93679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E65D28F-F78A-607A-092B-543AF6579EA7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BEBBE291-E519-FBE7-242A-CC746CAD26E9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E51613F-1969-A6BF-1B0D-FC01A5E3E5E2}"/>
              </a:ext>
            </a:extLst>
          </p:cNvPr>
          <p:cNvSpPr txBox="1"/>
          <p:nvPr/>
        </p:nvSpPr>
        <p:spPr>
          <a:xfrm>
            <a:off x="1662953" y="1154668"/>
            <a:ext cx="508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DFBB662C-627C-75E1-4CB7-F40AA304BDF2}"/>
              </a:ext>
            </a:extLst>
          </p:cNvPr>
          <p:cNvSpPr txBox="1"/>
          <p:nvPr/>
        </p:nvSpPr>
        <p:spPr>
          <a:xfrm>
            <a:off x="1662953" y="2214283"/>
            <a:ext cx="600955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27D25994-D7AD-E81D-5472-3FFC9CDE0E74}"/>
              </a:ext>
            </a:extLst>
          </p:cNvPr>
          <p:cNvSpPr txBox="1"/>
          <p:nvPr/>
        </p:nvSpPr>
        <p:spPr>
          <a:xfrm>
            <a:off x="1662953" y="3273898"/>
            <a:ext cx="886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469136-B19D-5D9D-06BB-BB3D3522CE74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8E2820EF-8AE2-9E62-59BA-EF5785501218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CA506C3D-9971-FFE0-268E-3CA3346C650F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279065134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ゲーム画面のスクリーンショット&#10;&#10;低い精度で自動的に生成された説明">
            <a:extLst>
              <a:ext uri="{FF2B5EF4-FFF2-40B4-BE49-F238E27FC236}">
                <a16:creationId xmlns:a16="http://schemas.microsoft.com/office/drawing/2014/main" id="{D2634AC2-43F9-1446-D42E-3DC306D9D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1629864"/>
            <a:ext cx="8472511" cy="5076406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951076E-C362-9082-7119-FDC76633139B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D245E0C-D310-842F-7408-5A4A4883C086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2CC06E6-81F6-D305-92C1-D77069C070F9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E7EA4003-7919-B425-4E97-3C07AEFDA373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3F07F27-D822-DF5E-D681-0E6958D5A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63679"/>
            <a:ext cx="12192000" cy="1379503"/>
          </a:xfrm>
          <a:prstGeom prst="rect">
            <a:avLst/>
          </a:prstGeom>
        </p:spPr>
      </p:pic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5BA89DC4-DEAC-1967-9C91-76B4119D3BE7}"/>
              </a:ext>
            </a:extLst>
          </p:cNvPr>
          <p:cNvSpPr/>
          <p:nvPr/>
        </p:nvSpPr>
        <p:spPr>
          <a:xfrm>
            <a:off x="9233646" y="3574561"/>
            <a:ext cx="2328262" cy="1198203"/>
          </a:xfrm>
          <a:prstGeom prst="wedgeRectCallout">
            <a:avLst>
              <a:gd name="adj1" fmla="val -365361"/>
              <a:gd name="adj2" fmla="val -145506"/>
            </a:avLst>
          </a:prstGeom>
          <a:solidFill>
            <a:srgbClr val="D9F2D0">
              <a:alpha val="50196"/>
            </a:srgb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EFBD09-0768-1226-6E32-2CE2979DCA71}"/>
              </a:ext>
            </a:extLst>
          </p:cNvPr>
          <p:cNvSpPr txBox="1"/>
          <p:nvPr/>
        </p:nvSpPr>
        <p:spPr>
          <a:xfrm>
            <a:off x="9519406" y="3574561"/>
            <a:ext cx="2328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石油関連事業は</a:t>
            </a:r>
            <a:r>
              <a:rPr kumimoji="1" lang="en-US" altLang="ja-JP" dirty="0"/>
              <a:t>TOP10</a:t>
            </a:r>
            <a:r>
              <a:rPr kumimoji="1" lang="ja-JP" altLang="en-US" dirty="0"/>
              <a:t>にすら</a:t>
            </a:r>
            <a:endParaRPr kumimoji="1" lang="en-US" altLang="ja-JP" dirty="0"/>
          </a:p>
          <a:p>
            <a:r>
              <a:rPr kumimoji="1" lang="ja-JP" altLang="en-US" dirty="0"/>
              <a:t>ランクイン</a:t>
            </a:r>
            <a:endParaRPr kumimoji="1" lang="en-US" altLang="ja-JP" dirty="0"/>
          </a:p>
          <a:p>
            <a:r>
              <a:rPr kumimoji="1" lang="ja-JP" altLang="en-US" dirty="0"/>
              <a:t>していない</a:t>
            </a:r>
          </a:p>
        </p:txBody>
      </p:sp>
    </p:spTree>
    <p:extLst>
      <p:ext uri="{BB962C8B-B14F-4D97-AF65-F5344CB8AC3E}">
        <p14:creationId xmlns:p14="http://schemas.microsoft.com/office/powerpoint/2010/main" val="3776788485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5" grpId="0" animBg="1"/>
      <p:bldP spid="6" grpId="0"/>
    </p:bldLst>
  </p:timing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ゲーム画面のスクリーンショット&#10;&#10;低い精度で自動的に生成された説明">
            <a:extLst>
              <a:ext uri="{FF2B5EF4-FFF2-40B4-BE49-F238E27FC236}">
                <a16:creationId xmlns:a16="http://schemas.microsoft.com/office/drawing/2014/main" id="{D2634AC2-43F9-1446-D42E-3DC306D9D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998"/>
            <a:ext cx="6149833" cy="3684746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951076E-C362-9082-7119-FDC76633139B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D245E0C-D310-842F-7408-5A4A4883C086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2CC06E6-81F6-D305-92C1-D77069C070F9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E7EA4003-7919-B425-4E97-3C07AEFDA373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93A6275-712F-6A56-8820-8EB4CB80968E}"/>
              </a:ext>
            </a:extLst>
          </p:cNvPr>
          <p:cNvSpPr txBox="1"/>
          <p:nvPr/>
        </p:nvSpPr>
        <p:spPr>
          <a:xfrm>
            <a:off x="0" y="3995724"/>
            <a:ext cx="12192000" cy="163121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5000" b="1" dirty="0"/>
              <a:t>化石燃料依存</a:t>
            </a:r>
            <a:r>
              <a:rPr kumimoji="1" lang="en-US" altLang="ja-JP" sz="5000" b="1" dirty="0"/>
              <a:t>	</a:t>
            </a:r>
            <a:r>
              <a:rPr kumimoji="1" lang="ja-JP" altLang="en-US" sz="5000" b="1" dirty="0"/>
              <a:t>⇒レアメタル依存</a:t>
            </a:r>
            <a:endParaRPr kumimoji="1" lang="en-US" altLang="ja-JP" sz="5000" b="1" dirty="0"/>
          </a:p>
          <a:p>
            <a:r>
              <a:rPr lang="ja-JP" altLang="en-US" sz="5000" b="1" dirty="0"/>
              <a:t>二酸化炭素排出</a:t>
            </a:r>
            <a:r>
              <a:rPr lang="en-US" altLang="ja-JP" sz="5000" b="1" dirty="0"/>
              <a:t>	</a:t>
            </a:r>
            <a:r>
              <a:rPr lang="ja-JP" altLang="en-US" sz="5000" b="1" dirty="0"/>
              <a:t>⇒放射線汚染･重金属汚染</a:t>
            </a:r>
            <a:endParaRPr kumimoji="1" lang="ja-JP" altLang="en-US" sz="5000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3F07F27-D822-DF5E-D681-0E6958D5A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833" y="278907"/>
            <a:ext cx="6042167" cy="683660"/>
          </a:xfrm>
          <a:prstGeom prst="rect">
            <a:avLst/>
          </a:prstGeom>
        </p:spPr>
      </p:pic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5BA89DC4-DEAC-1967-9C91-76B4119D3BE7}"/>
              </a:ext>
            </a:extLst>
          </p:cNvPr>
          <p:cNvSpPr/>
          <p:nvPr/>
        </p:nvSpPr>
        <p:spPr>
          <a:xfrm>
            <a:off x="6608931" y="1175451"/>
            <a:ext cx="2328262" cy="1198203"/>
          </a:xfrm>
          <a:prstGeom prst="wedgeRectCallout">
            <a:avLst>
              <a:gd name="adj1" fmla="val -138253"/>
              <a:gd name="adj2" fmla="val -7618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EEEFBD09-0768-1226-6E32-2CE2979DCA71}"/>
              </a:ext>
            </a:extLst>
          </p:cNvPr>
          <p:cNvSpPr txBox="1"/>
          <p:nvPr/>
        </p:nvSpPr>
        <p:spPr>
          <a:xfrm>
            <a:off x="6886345" y="1193412"/>
            <a:ext cx="2328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石油関連事業は</a:t>
            </a:r>
            <a:r>
              <a:rPr lang="en-US" altLang="ja-JP" dirty="0"/>
              <a:t>TOP10</a:t>
            </a:r>
            <a:r>
              <a:rPr lang="ja-JP" altLang="en-US" dirty="0"/>
              <a:t>にすら</a:t>
            </a:r>
            <a:endParaRPr lang="en-US" altLang="ja-JP" dirty="0"/>
          </a:p>
          <a:p>
            <a:r>
              <a:rPr lang="ja-JP" altLang="en-US" dirty="0"/>
              <a:t>ランクイン</a:t>
            </a:r>
            <a:endParaRPr lang="en-US" altLang="ja-JP" dirty="0"/>
          </a:p>
          <a:p>
            <a:r>
              <a:rPr lang="ja-JP" altLang="en-US" dirty="0"/>
              <a:t>していない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5FC0E54-25AE-F67B-E8D8-FA30A54AF105}"/>
              </a:ext>
            </a:extLst>
          </p:cNvPr>
          <p:cNvSpPr txBox="1"/>
          <p:nvPr/>
        </p:nvSpPr>
        <p:spPr>
          <a:xfrm>
            <a:off x="10447616" y="5528646"/>
            <a:ext cx="1716464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b="1" dirty="0"/>
              <a:t>に過ぎない</a:t>
            </a:r>
          </a:p>
        </p:txBody>
      </p:sp>
    </p:spTree>
    <p:extLst>
      <p:ext uri="{BB962C8B-B14F-4D97-AF65-F5344CB8AC3E}">
        <p14:creationId xmlns:p14="http://schemas.microsoft.com/office/powerpoint/2010/main" val="383493995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ゲーム画面のスクリーンショット&#10;&#10;低い精度で自動的に生成された説明">
            <a:extLst>
              <a:ext uri="{FF2B5EF4-FFF2-40B4-BE49-F238E27FC236}">
                <a16:creationId xmlns:a16="http://schemas.microsoft.com/office/drawing/2014/main" id="{D2634AC2-43F9-1446-D42E-3DC306D9D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998"/>
            <a:ext cx="6149833" cy="3684746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951076E-C362-9082-7119-FDC76633139B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D245E0C-D310-842F-7408-5A4A4883C086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2CC06E6-81F6-D305-92C1-D77069C070F9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E7EA4003-7919-B425-4E97-3C07AEFDA373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93A6275-712F-6A56-8820-8EB4CB80968E}"/>
              </a:ext>
            </a:extLst>
          </p:cNvPr>
          <p:cNvSpPr txBox="1"/>
          <p:nvPr/>
        </p:nvSpPr>
        <p:spPr>
          <a:xfrm>
            <a:off x="6446285" y="2586538"/>
            <a:ext cx="5042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化石燃料依存</a:t>
            </a:r>
            <a:r>
              <a:rPr kumimoji="1" lang="en-US" altLang="ja-JP" sz="2000" b="1" dirty="0"/>
              <a:t>	</a:t>
            </a:r>
            <a:r>
              <a:rPr kumimoji="1" lang="ja-JP" altLang="en-US" sz="2000" b="1" dirty="0"/>
              <a:t>⇒レアメタル依存</a:t>
            </a:r>
            <a:endParaRPr kumimoji="1" lang="en-US" altLang="ja-JP" sz="2000" b="1" dirty="0"/>
          </a:p>
          <a:p>
            <a:r>
              <a:rPr lang="ja-JP" altLang="en-US" sz="2000" b="1" dirty="0"/>
              <a:t>二酸化炭素排出</a:t>
            </a:r>
            <a:r>
              <a:rPr lang="en-US" altLang="ja-JP" sz="2000" b="1" dirty="0"/>
              <a:t>	</a:t>
            </a:r>
            <a:r>
              <a:rPr lang="ja-JP" altLang="en-US" sz="2000" b="1" dirty="0"/>
              <a:t>⇒放射線汚染･重金属汚染</a:t>
            </a:r>
            <a:endParaRPr kumimoji="1" lang="ja-JP" altLang="en-US" sz="2000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3F07F27-D822-DF5E-D681-0E6958D5A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833" y="278907"/>
            <a:ext cx="6042167" cy="683660"/>
          </a:xfrm>
          <a:prstGeom prst="rect">
            <a:avLst/>
          </a:prstGeom>
        </p:spPr>
      </p:pic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5BA89DC4-DEAC-1967-9C91-76B4119D3BE7}"/>
              </a:ext>
            </a:extLst>
          </p:cNvPr>
          <p:cNvSpPr/>
          <p:nvPr/>
        </p:nvSpPr>
        <p:spPr>
          <a:xfrm>
            <a:off x="6608931" y="1175451"/>
            <a:ext cx="2328262" cy="1198203"/>
          </a:xfrm>
          <a:prstGeom prst="wedgeRectCallout">
            <a:avLst>
              <a:gd name="adj1" fmla="val -138253"/>
              <a:gd name="adj2" fmla="val -7618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5FC0E54-25AE-F67B-E8D8-FA30A54AF105}"/>
              </a:ext>
            </a:extLst>
          </p:cNvPr>
          <p:cNvSpPr txBox="1"/>
          <p:nvPr/>
        </p:nvSpPr>
        <p:spPr>
          <a:xfrm>
            <a:off x="10630316" y="3259723"/>
            <a:ext cx="171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/>
              <a:t>に過ぎない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971CB9F-590C-3111-1203-C70EAC9040F5}"/>
              </a:ext>
            </a:extLst>
          </p:cNvPr>
          <p:cNvSpPr txBox="1"/>
          <p:nvPr/>
        </p:nvSpPr>
        <p:spPr>
          <a:xfrm>
            <a:off x="744583" y="4362994"/>
            <a:ext cx="10332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だがしかし</a:t>
            </a:r>
            <a:r>
              <a:rPr kumimoji="1" lang="ja-JP" altLang="en-US" b="1" dirty="0"/>
              <a:t>、</a:t>
            </a:r>
            <a:endParaRPr kumimoji="1" lang="en-US" altLang="ja-JP" b="1" dirty="0"/>
          </a:p>
          <a:p>
            <a:r>
              <a:rPr lang="ja-JP" altLang="en-US" sz="2400" b="1" dirty="0"/>
              <a:t>環境汚染が酷いものを</a:t>
            </a:r>
            <a:r>
              <a:rPr lang="en-US" altLang="ja-JP" sz="2400" b="1" dirty="0"/>
              <a:t>”</a:t>
            </a:r>
            <a:r>
              <a:rPr lang="ja-JP" altLang="en-US" sz="2400" b="1" dirty="0"/>
              <a:t>グリーン</a:t>
            </a:r>
            <a:r>
              <a:rPr lang="en-US" altLang="ja-JP" sz="2400" b="1" dirty="0"/>
              <a:t>”</a:t>
            </a:r>
            <a:r>
              <a:rPr lang="ja-JP" altLang="en-US" sz="2400" b="1" dirty="0"/>
              <a:t>と謳うには、環境汚染を隠す必要がある。</a:t>
            </a:r>
            <a:endParaRPr lang="en-US" altLang="ja-JP" sz="2400" b="1" dirty="0"/>
          </a:p>
          <a:p>
            <a:r>
              <a:rPr kumimoji="1" lang="ja-JP" altLang="en-US" sz="2400" b="1" dirty="0"/>
              <a:t>それを一手に引き受けてきたのが</a:t>
            </a:r>
            <a:r>
              <a:rPr kumimoji="1" lang="en-US" altLang="ja-JP" sz="2400" b="1" dirty="0"/>
              <a:t>…			</a:t>
            </a:r>
            <a:r>
              <a:rPr kumimoji="1" lang="ja-JP" altLang="en-US" sz="2400" b="1" dirty="0"/>
              <a:t>である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7B67F6A-6F6A-D5F5-CC75-47B6586DAA79}"/>
              </a:ext>
            </a:extLst>
          </p:cNvPr>
          <p:cNvSpPr txBox="1"/>
          <p:nvPr/>
        </p:nvSpPr>
        <p:spPr>
          <a:xfrm>
            <a:off x="-2222619" y="-1294535"/>
            <a:ext cx="22226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b="1" dirty="0">
                <a:solidFill>
                  <a:srgbClr val="FF0000"/>
                </a:solidFill>
              </a:rPr>
              <a:t>中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9A761EE-674A-B840-520A-E57B8BB20914}"/>
              </a:ext>
            </a:extLst>
          </p:cNvPr>
          <p:cNvSpPr txBox="1"/>
          <p:nvPr/>
        </p:nvSpPr>
        <p:spPr>
          <a:xfrm>
            <a:off x="12192000" y="-1294536"/>
            <a:ext cx="22226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0" b="1" dirty="0">
                <a:solidFill>
                  <a:srgbClr val="FF0000"/>
                </a:solidFill>
              </a:rPr>
              <a:t>　</a:t>
            </a:r>
            <a:r>
              <a:rPr kumimoji="1" lang="ja-JP" altLang="en-US" sz="8000" b="1" dirty="0">
                <a:solidFill>
                  <a:srgbClr val="FF0000"/>
                </a:solidFill>
              </a:rPr>
              <a:t>国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E365A2AD-3EC6-7BF1-B1F8-7E2EFAFA5D09}"/>
              </a:ext>
            </a:extLst>
          </p:cNvPr>
          <p:cNvSpPr txBox="1"/>
          <p:nvPr/>
        </p:nvSpPr>
        <p:spPr>
          <a:xfrm>
            <a:off x="6872057" y="1193412"/>
            <a:ext cx="2328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石油関連事業は</a:t>
            </a:r>
            <a:r>
              <a:rPr lang="en-US" altLang="ja-JP" dirty="0"/>
              <a:t>TOP10</a:t>
            </a:r>
            <a:r>
              <a:rPr lang="ja-JP" altLang="en-US" dirty="0"/>
              <a:t>にすら</a:t>
            </a:r>
            <a:endParaRPr lang="en-US" altLang="ja-JP" dirty="0"/>
          </a:p>
          <a:p>
            <a:r>
              <a:rPr lang="ja-JP" altLang="en-US" dirty="0"/>
              <a:t>ランクイン</a:t>
            </a:r>
            <a:endParaRPr lang="en-US" altLang="ja-JP" dirty="0"/>
          </a:p>
          <a:p>
            <a:r>
              <a:rPr lang="ja-JP" altLang="en-US" dirty="0"/>
              <a:t>していない</a:t>
            </a:r>
          </a:p>
        </p:txBody>
      </p:sp>
    </p:spTree>
    <p:extLst>
      <p:ext uri="{BB962C8B-B14F-4D97-AF65-F5344CB8AC3E}">
        <p14:creationId xmlns:p14="http://schemas.microsoft.com/office/powerpoint/2010/main" val="401940201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" name="図 2" descr="ゲーム画面のスクリーンショット&#10;&#10;低い精度で自動的に生成された説明">
            <a:extLst>
              <a:ext uri="{FF2B5EF4-FFF2-40B4-BE49-F238E27FC236}">
                <a16:creationId xmlns:a16="http://schemas.microsoft.com/office/drawing/2014/main" id="{D2634AC2-43F9-1446-D42E-3DC306D9D610}"/>
              </a:ext>
            </a:extLst>
          </p:cNvPr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0" y="276998"/>
            <a:ext cx="6149833" cy="3684746"/>
          </a:xfrm>
          <a:prstGeom prst="rect">
            <a:avLst/>
          </a:prstGeom>
        </p:spPr>
      </p:pic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951076E-C362-9082-7119-FDC76633139B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D245E0C-D310-842F-7408-5A4A4883C086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2CC06E6-81F6-D305-92C1-D77069C070F9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E7EA4003-7919-B425-4E97-3C07AEFDA373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93A6275-712F-6A56-8820-8EB4CB80968E}"/>
              </a:ext>
            </a:extLst>
          </p:cNvPr>
          <p:cNvSpPr txBox="1"/>
          <p:nvPr/>
        </p:nvSpPr>
        <p:spPr>
          <a:xfrm>
            <a:off x="6446285" y="2586538"/>
            <a:ext cx="5042263" cy="70788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b="1" dirty="0"/>
              <a:t>化石燃料依存</a:t>
            </a:r>
            <a:r>
              <a:rPr kumimoji="1" lang="en-US" altLang="ja-JP" sz="2000" b="1" dirty="0"/>
              <a:t>	</a:t>
            </a:r>
            <a:r>
              <a:rPr kumimoji="1" lang="ja-JP" altLang="en-US" sz="2000" b="1" dirty="0"/>
              <a:t>⇒レアメタル依存</a:t>
            </a:r>
            <a:endParaRPr kumimoji="1" lang="en-US" altLang="ja-JP" sz="2000" b="1" dirty="0"/>
          </a:p>
          <a:p>
            <a:r>
              <a:rPr lang="ja-JP" altLang="en-US" sz="2000" b="1" dirty="0"/>
              <a:t>二酸化炭素排出</a:t>
            </a:r>
            <a:r>
              <a:rPr lang="en-US" altLang="ja-JP" sz="2000" b="1" dirty="0"/>
              <a:t>	</a:t>
            </a:r>
            <a:r>
              <a:rPr lang="ja-JP" altLang="en-US" sz="2000" b="1" dirty="0"/>
              <a:t>⇒放射線汚染･重金属汚染</a:t>
            </a:r>
            <a:endParaRPr kumimoji="1" lang="ja-JP" altLang="en-US" sz="2000" b="1" dirty="0"/>
          </a:p>
        </p:txBody>
      </p:sp>
      <p:pic>
        <p:nvPicPr>
          <p:cNvPr id="4" name="図 3">
            <a:extLst>
              <a:ext uri="{FF2B5EF4-FFF2-40B4-BE49-F238E27FC236}">
                <a16:creationId xmlns:a16="http://schemas.microsoft.com/office/drawing/2014/main" id="{A3F07F27-D822-DF5E-D681-0E6958D5A13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149833" y="278907"/>
            <a:ext cx="6042167" cy="683660"/>
          </a:xfrm>
          <a:prstGeom prst="rect">
            <a:avLst/>
          </a:prstGeom>
        </p:spPr>
      </p:pic>
      <p:sp>
        <p:nvSpPr>
          <p:cNvPr id="5" name="吹き出し: 四角形 4">
            <a:extLst>
              <a:ext uri="{FF2B5EF4-FFF2-40B4-BE49-F238E27FC236}">
                <a16:creationId xmlns:a16="http://schemas.microsoft.com/office/drawing/2014/main" id="{5BA89DC4-DEAC-1967-9C91-76B4119D3BE7}"/>
              </a:ext>
            </a:extLst>
          </p:cNvPr>
          <p:cNvSpPr/>
          <p:nvPr/>
        </p:nvSpPr>
        <p:spPr>
          <a:xfrm>
            <a:off x="6608931" y="1175451"/>
            <a:ext cx="2328262" cy="1198203"/>
          </a:xfrm>
          <a:prstGeom prst="wedgeRectCallout">
            <a:avLst>
              <a:gd name="adj1" fmla="val -138253"/>
              <a:gd name="adj2" fmla="val -76187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55FC0E54-25AE-F67B-E8D8-FA30A54AF105}"/>
              </a:ext>
            </a:extLst>
          </p:cNvPr>
          <p:cNvSpPr txBox="1"/>
          <p:nvPr/>
        </p:nvSpPr>
        <p:spPr>
          <a:xfrm>
            <a:off x="10630316" y="3259723"/>
            <a:ext cx="1716464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b="1" dirty="0"/>
              <a:t>に過ぎない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971CB9F-590C-3111-1203-C70EAC9040F5}"/>
              </a:ext>
            </a:extLst>
          </p:cNvPr>
          <p:cNvSpPr txBox="1"/>
          <p:nvPr/>
        </p:nvSpPr>
        <p:spPr>
          <a:xfrm>
            <a:off x="744583" y="4362994"/>
            <a:ext cx="1033272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だがしかし</a:t>
            </a:r>
            <a:r>
              <a:rPr kumimoji="1" lang="ja-JP" altLang="en-US" b="1" dirty="0"/>
              <a:t>、</a:t>
            </a:r>
            <a:endParaRPr kumimoji="1" lang="en-US" altLang="ja-JP" b="1" dirty="0"/>
          </a:p>
          <a:p>
            <a:r>
              <a:rPr lang="ja-JP" altLang="en-US" sz="2400" b="1" dirty="0"/>
              <a:t>環境汚染が酷いものを</a:t>
            </a:r>
            <a:r>
              <a:rPr lang="en-US" altLang="ja-JP" sz="2400" b="1" dirty="0"/>
              <a:t>”</a:t>
            </a:r>
            <a:r>
              <a:rPr lang="ja-JP" altLang="en-US" sz="2400" b="1" dirty="0"/>
              <a:t>グリーン</a:t>
            </a:r>
            <a:r>
              <a:rPr lang="en-US" altLang="ja-JP" sz="2400" b="1" dirty="0"/>
              <a:t>”</a:t>
            </a:r>
            <a:r>
              <a:rPr lang="ja-JP" altLang="en-US" sz="2400" b="1" dirty="0"/>
              <a:t>と謳うには、環境汚染を隠す必要がある。</a:t>
            </a:r>
            <a:endParaRPr lang="en-US" altLang="ja-JP" sz="2400" b="1" dirty="0"/>
          </a:p>
          <a:p>
            <a:r>
              <a:rPr kumimoji="1" lang="ja-JP" altLang="en-US" sz="2400" b="1" dirty="0"/>
              <a:t>それを一手に引き受けてきたのが</a:t>
            </a:r>
            <a:r>
              <a:rPr kumimoji="1" lang="en-US" altLang="ja-JP" sz="2400" b="1" dirty="0"/>
              <a:t>…			</a:t>
            </a:r>
            <a:r>
              <a:rPr kumimoji="1" lang="ja-JP" altLang="en-US" sz="2400" b="1" dirty="0"/>
              <a:t>である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7B67F6A-6F6A-D5F5-CC75-47B6586DAA79}"/>
              </a:ext>
            </a:extLst>
          </p:cNvPr>
          <p:cNvSpPr txBox="1"/>
          <p:nvPr/>
        </p:nvSpPr>
        <p:spPr>
          <a:xfrm>
            <a:off x="5941667" y="5156139"/>
            <a:ext cx="22226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b="1" dirty="0">
                <a:solidFill>
                  <a:srgbClr val="FF0000"/>
                </a:solidFill>
              </a:rPr>
              <a:t>中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9A761EE-674A-B840-520A-E57B8BB20914}"/>
              </a:ext>
            </a:extLst>
          </p:cNvPr>
          <p:cNvSpPr txBox="1"/>
          <p:nvPr/>
        </p:nvSpPr>
        <p:spPr>
          <a:xfrm>
            <a:off x="5910943" y="5156138"/>
            <a:ext cx="22226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0" b="1" dirty="0">
                <a:solidFill>
                  <a:srgbClr val="FF0000"/>
                </a:solidFill>
              </a:rPr>
              <a:t>　</a:t>
            </a:r>
            <a:r>
              <a:rPr kumimoji="1" lang="ja-JP" altLang="en-US" sz="8000" b="1" dirty="0">
                <a:solidFill>
                  <a:srgbClr val="FF0000"/>
                </a:solidFill>
              </a:rPr>
              <a:t>国</a:t>
            </a:r>
            <a:endParaRPr kumimoji="1" lang="ja-JP" altLang="en-US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1159A1B-F30D-24F7-AC59-612FFFAADF39}"/>
              </a:ext>
            </a:extLst>
          </p:cNvPr>
          <p:cNvSpPr txBox="1"/>
          <p:nvPr/>
        </p:nvSpPr>
        <p:spPr>
          <a:xfrm>
            <a:off x="6857769" y="1193412"/>
            <a:ext cx="2328262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石油関連事業は</a:t>
            </a:r>
            <a:r>
              <a:rPr lang="en-US" altLang="ja-JP" dirty="0"/>
              <a:t>TOP10</a:t>
            </a:r>
            <a:r>
              <a:rPr lang="ja-JP" altLang="en-US" dirty="0"/>
              <a:t>にすら</a:t>
            </a:r>
            <a:endParaRPr lang="en-US" altLang="ja-JP" dirty="0"/>
          </a:p>
          <a:p>
            <a:r>
              <a:rPr lang="ja-JP" altLang="en-US" dirty="0"/>
              <a:t>ランクイン</a:t>
            </a:r>
            <a:endParaRPr lang="en-US" altLang="ja-JP" dirty="0"/>
          </a:p>
          <a:p>
            <a:r>
              <a:rPr lang="ja-JP" altLang="en-US" dirty="0"/>
              <a:t>していない</a:t>
            </a:r>
          </a:p>
        </p:txBody>
      </p:sp>
    </p:spTree>
    <p:extLst>
      <p:ext uri="{BB962C8B-B14F-4D97-AF65-F5344CB8AC3E}">
        <p14:creationId xmlns:p14="http://schemas.microsoft.com/office/powerpoint/2010/main" val="3759313833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951076E-C362-9082-7119-FDC76633139B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D245E0C-D310-842F-7408-5A4A4883C086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2CC06E6-81F6-D305-92C1-D77069C070F9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E7EA4003-7919-B425-4E97-3C07AEFDA373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27B67F6A-6F6A-D5F5-CC75-47B6586DAA79}"/>
              </a:ext>
            </a:extLst>
          </p:cNvPr>
          <p:cNvSpPr txBox="1"/>
          <p:nvPr/>
        </p:nvSpPr>
        <p:spPr>
          <a:xfrm>
            <a:off x="30724" y="2105562"/>
            <a:ext cx="22226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b="1" dirty="0">
                <a:solidFill>
                  <a:srgbClr val="FF0000"/>
                </a:solidFill>
              </a:rPr>
              <a:t>中</a:t>
            </a:r>
            <a:endParaRPr kumimoji="1" lang="ja-JP" altLang="en-US" dirty="0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F9A761EE-674A-B840-520A-E57B8BB20914}"/>
              </a:ext>
            </a:extLst>
          </p:cNvPr>
          <p:cNvSpPr txBox="1"/>
          <p:nvPr/>
        </p:nvSpPr>
        <p:spPr>
          <a:xfrm>
            <a:off x="0" y="2105561"/>
            <a:ext cx="2222619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8000" b="1" dirty="0">
                <a:solidFill>
                  <a:srgbClr val="FF0000"/>
                </a:solidFill>
              </a:rPr>
              <a:t>　</a:t>
            </a:r>
            <a:r>
              <a:rPr kumimoji="1" lang="ja-JP" altLang="en-US" sz="8000" b="1" dirty="0">
                <a:solidFill>
                  <a:srgbClr val="FF0000"/>
                </a:solidFill>
              </a:rPr>
              <a:t>国</a:t>
            </a:r>
            <a:endParaRPr kumimoji="1" lang="ja-JP" altLang="en-US" dirty="0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A8B54BB-F1A6-FB50-D5A0-27A2E16ED4B7}"/>
              </a:ext>
            </a:extLst>
          </p:cNvPr>
          <p:cNvSpPr txBox="1"/>
          <p:nvPr/>
        </p:nvSpPr>
        <p:spPr>
          <a:xfrm>
            <a:off x="2010226" y="2151728"/>
            <a:ext cx="9427031" cy="255454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dirty="0"/>
              <a:t>の</a:t>
            </a:r>
            <a:endParaRPr kumimoji="1" lang="en-US" altLang="ja-JP" sz="8000" dirty="0"/>
          </a:p>
          <a:p>
            <a:r>
              <a:rPr kumimoji="1" lang="ja-JP" altLang="en-US" sz="8000" dirty="0"/>
              <a:t>逆襲撃が始まる</a:t>
            </a:r>
            <a:r>
              <a:rPr kumimoji="1" lang="en-US" altLang="ja-JP" sz="8000" dirty="0"/>
              <a:t>…</a:t>
            </a:r>
            <a:endParaRPr kumimoji="1" lang="ja-JP" altLang="en-US" sz="8000" dirty="0"/>
          </a:p>
        </p:txBody>
      </p:sp>
    </p:spTree>
    <p:extLst>
      <p:ext uri="{BB962C8B-B14F-4D97-AF65-F5344CB8AC3E}">
        <p14:creationId xmlns:p14="http://schemas.microsoft.com/office/powerpoint/2010/main" val="2784540382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>
        <p159:morph option="byObject"/>
      </p:transition>
    </mc:Choice>
    <mc:Fallback>
      <p:transition>
        <p:fade/>
      </p:transition>
    </mc:Fallback>
  </mc:AlternateContent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9946CA7D-79EB-7998-AE41-BBD98BC5C4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1"/>
          <a:stretch>
            <a:fillRect/>
          </a:stretch>
        </p:blipFill>
        <p:spPr>
          <a:xfrm>
            <a:off x="-11949" y="243019"/>
            <a:ext cx="12203950" cy="5509110"/>
          </a:xfrm>
          <a:custGeom>
            <a:avLst/>
            <a:gdLst>
              <a:gd name="connsiteX0" fmla="*/ 1 w 12143064"/>
              <a:gd name="connsiteY0" fmla="*/ 0 h 5481625"/>
              <a:gd name="connsiteX1" fmla="*/ 12143064 w 12143064"/>
              <a:gd name="connsiteY1" fmla="*/ 0 h 5481625"/>
              <a:gd name="connsiteX2" fmla="*/ 12143064 w 12143064"/>
              <a:gd name="connsiteY2" fmla="*/ 3535670 h 5481625"/>
              <a:gd name="connsiteX3" fmla="*/ 10788242 w 12143064"/>
              <a:gd name="connsiteY3" fmla="*/ 3535670 h 5481625"/>
              <a:gd name="connsiteX4" fmla="*/ 10788242 w 12143064"/>
              <a:gd name="connsiteY4" fmla="*/ 3837674 h 5481625"/>
              <a:gd name="connsiteX5" fmla="*/ 9899009 w 12143064"/>
              <a:gd name="connsiteY5" fmla="*/ 3837674 h 5481625"/>
              <a:gd name="connsiteX6" fmla="*/ 9899009 w 12143064"/>
              <a:gd name="connsiteY6" fmla="*/ 4783677 h 5481625"/>
              <a:gd name="connsiteX7" fmla="*/ 10075178 w 12143064"/>
              <a:gd name="connsiteY7" fmla="*/ 4783677 h 5481625"/>
              <a:gd name="connsiteX8" fmla="*/ 10075178 w 12143064"/>
              <a:gd name="connsiteY8" fmla="*/ 5481625 h 5481625"/>
              <a:gd name="connsiteX9" fmla="*/ 9823508 w 12143064"/>
              <a:gd name="connsiteY9" fmla="*/ 5481625 h 5481625"/>
              <a:gd name="connsiteX10" fmla="*/ 1921079 w 12143064"/>
              <a:gd name="connsiteY10" fmla="*/ 5481625 h 5481625"/>
              <a:gd name="connsiteX11" fmla="*/ 1921079 w 12143064"/>
              <a:gd name="connsiteY11" fmla="*/ 3837674 h 5481625"/>
              <a:gd name="connsiteX12" fmla="*/ 0 w 12143064"/>
              <a:gd name="connsiteY12" fmla="*/ 3837674 h 5481625"/>
              <a:gd name="connsiteX13" fmla="*/ 0 w 12143064"/>
              <a:gd name="connsiteY13" fmla="*/ 3447585 h 5481625"/>
              <a:gd name="connsiteX14" fmla="*/ 1 w 12143064"/>
              <a:gd name="connsiteY14" fmla="*/ 3447585 h 548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43064" h="5481625">
                <a:moveTo>
                  <a:pt x="1" y="0"/>
                </a:moveTo>
                <a:lnTo>
                  <a:pt x="12143064" y="0"/>
                </a:lnTo>
                <a:lnTo>
                  <a:pt x="12143064" y="3535670"/>
                </a:lnTo>
                <a:lnTo>
                  <a:pt x="10788242" y="3535670"/>
                </a:lnTo>
                <a:lnTo>
                  <a:pt x="10788242" y="3837674"/>
                </a:lnTo>
                <a:lnTo>
                  <a:pt x="9899009" y="3837674"/>
                </a:lnTo>
                <a:lnTo>
                  <a:pt x="9899009" y="4783677"/>
                </a:lnTo>
                <a:lnTo>
                  <a:pt x="10075178" y="4783677"/>
                </a:lnTo>
                <a:lnTo>
                  <a:pt x="10075178" y="5481625"/>
                </a:lnTo>
                <a:lnTo>
                  <a:pt x="9823508" y="5481625"/>
                </a:lnTo>
                <a:lnTo>
                  <a:pt x="1921079" y="5481625"/>
                </a:lnTo>
                <a:lnTo>
                  <a:pt x="1921079" y="3837674"/>
                </a:lnTo>
                <a:lnTo>
                  <a:pt x="0" y="3837674"/>
                </a:lnTo>
                <a:lnTo>
                  <a:pt x="0" y="3447585"/>
                </a:lnTo>
                <a:lnTo>
                  <a:pt x="1" y="3447585"/>
                </a:lnTo>
                <a:close/>
              </a:path>
            </a:pathLst>
          </a:custGeom>
        </p:spPr>
      </p:pic>
      <p:sp>
        <p:nvSpPr>
          <p:cNvPr id="16" name="吹き出し: 円形 15">
            <a:extLst>
              <a:ext uri="{FF2B5EF4-FFF2-40B4-BE49-F238E27FC236}">
                <a16:creationId xmlns:a16="http://schemas.microsoft.com/office/drawing/2014/main" id="{E7276EB3-815A-DED5-2D5C-38035397F222}"/>
              </a:ext>
            </a:extLst>
          </p:cNvPr>
          <p:cNvSpPr/>
          <p:nvPr/>
        </p:nvSpPr>
        <p:spPr>
          <a:xfrm>
            <a:off x="-1344706" y="610251"/>
            <a:ext cx="7038574" cy="991240"/>
          </a:xfrm>
          <a:prstGeom prst="wedgeEllipseCallout">
            <a:avLst>
              <a:gd name="adj1" fmla="val 2962"/>
              <a:gd name="adj2" fmla="val 123876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951076E-C362-9082-7119-FDC76633139B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D245E0C-D310-842F-7408-5A4A4883C086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2CC06E6-81F6-D305-92C1-D77069C070F9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E7EA4003-7919-B425-4E97-3C07AEFDA373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5D3E06C-845C-D4BD-4AD7-6417C73D4CE0}"/>
              </a:ext>
            </a:extLst>
          </p:cNvPr>
          <p:cNvSpPr txBox="1"/>
          <p:nvPr/>
        </p:nvSpPr>
        <p:spPr>
          <a:xfrm>
            <a:off x="-46105" y="736539"/>
            <a:ext cx="5035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石油依存は</a:t>
            </a:r>
            <a:r>
              <a:rPr kumimoji="1" lang="en-US" altLang="ja-JP" dirty="0"/>
              <a:t>MAX</a:t>
            </a:r>
            <a:r>
              <a:rPr kumimoji="1" lang="ja-JP" altLang="en-US" dirty="0"/>
              <a:t>でも</a:t>
            </a:r>
            <a:r>
              <a:rPr lang="en-US" altLang="ja-JP" b="1" u="sng" dirty="0">
                <a:solidFill>
                  <a:srgbClr val="FF0000"/>
                </a:solidFill>
              </a:rPr>
              <a:t>19</a:t>
            </a:r>
            <a:r>
              <a:rPr kumimoji="1" lang="en-US" altLang="ja-JP" b="1" u="sng" dirty="0">
                <a:solidFill>
                  <a:srgbClr val="FF0000"/>
                </a:solidFill>
              </a:rPr>
              <a:t>%</a:t>
            </a:r>
            <a:r>
              <a:rPr kumimoji="1" lang="ja-JP" altLang="en-US" sz="1200" dirty="0"/>
              <a:t>サウジアラビアが一番</a:t>
            </a:r>
            <a:r>
              <a:rPr lang="ja-JP" altLang="en-US" sz="1200" dirty="0"/>
              <a:t>シェア高い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29177C4-674B-D302-38C9-A916C7095162}"/>
              </a:ext>
            </a:extLst>
          </p:cNvPr>
          <p:cNvSpPr txBox="1"/>
          <p:nvPr/>
        </p:nvSpPr>
        <p:spPr>
          <a:xfrm>
            <a:off x="-46105" y="1105871"/>
            <a:ext cx="5447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2009</a:t>
            </a:r>
            <a:r>
              <a:rPr kumimoji="1" lang="ja-JP" altLang="en-US" dirty="0"/>
              <a:t>年以前の日本は</a:t>
            </a:r>
            <a:r>
              <a:rPr kumimoji="1" lang="en-US" altLang="ja-JP" dirty="0"/>
              <a:t>､90%</a:t>
            </a:r>
            <a:r>
              <a:rPr kumimoji="1" lang="ja-JP" altLang="en-US" dirty="0"/>
              <a:t>のﾚｱｱｰｽを中国から輸入</a:t>
            </a:r>
          </a:p>
        </p:txBody>
      </p:sp>
    </p:spTree>
    <p:extLst>
      <p:ext uri="{BB962C8B-B14F-4D97-AF65-F5344CB8AC3E}">
        <p14:creationId xmlns:p14="http://schemas.microsoft.com/office/powerpoint/2010/main" val="122024362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 animBg="1"/>
      <p:bldP spid="14" grpId="0"/>
      <p:bldP spid="15" grpId="0"/>
    </p:bldLst>
  </p:timing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9946CA7D-79EB-7998-AE41-BBD98BC5C4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1"/>
          <a:stretch>
            <a:fillRect/>
          </a:stretch>
        </p:blipFill>
        <p:spPr>
          <a:xfrm>
            <a:off x="5522753" y="243019"/>
            <a:ext cx="6669247" cy="3010633"/>
          </a:xfrm>
          <a:custGeom>
            <a:avLst/>
            <a:gdLst>
              <a:gd name="connsiteX0" fmla="*/ 1 w 12143064"/>
              <a:gd name="connsiteY0" fmla="*/ 0 h 5481625"/>
              <a:gd name="connsiteX1" fmla="*/ 12143064 w 12143064"/>
              <a:gd name="connsiteY1" fmla="*/ 0 h 5481625"/>
              <a:gd name="connsiteX2" fmla="*/ 12143064 w 12143064"/>
              <a:gd name="connsiteY2" fmla="*/ 3535670 h 5481625"/>
              <a:gd name="connsiteX3" fmla="*/ 10788242 w 12143064"/>
              <a:gd name="connsiteY3" fmla="*/ 3535670 h 5481625"/>
              <a:gd name="connsiteX4" fmla="*/ 10788242 w 12143064"/>
              <a:gd name="connsiteY4" fmla="*/ 3837674 h 5481625"/>
              <a:gd name="connsiteX5" fmla="*/ 9899009 w 12143064"/>
              <a:gd name="connsiteY5" fmla="*/ 3837674 h 5481625"/>
              <a:gd name="connsiteX6" fmla="*/ 9899009 w 12143064"/>
              <a:gd name="connsiteY6" fmla="*/ 4783677 h 5481625"/>
              <a:gd name="connsiteX7" fmla="*/ 10075178 w 12143064"/>
              <a:gd name="connsiteY7" fmla="*/ 4783677 h 5481625"/>
              <a:gd name="connsiteX8" fmla="*/ 10075178 w 12143064"/>
              <a:gd name="connsiteY8" fmla="*/ 5481625 h 5481625"/>
              <a:gd name="connsiteX9" fmla="*/ 9823508 w 12143064"/>
              <a:gd name="connsiteY9" fmla="*/ 5481625 h 5481625"/>
              <a:gd name="connsiteX10" fmla="*/ 1921079 w 12143064"/>
              <a:gd name="connsiteY10" fmla="*/ 5481625 h 5481625"/>
              <a:gd name="connsiteX11" fmla="*/ 1921079 w 12143064"/>
              <a:gd name="connsiteY11" fmla="*/ 3837674 h 5481625"/>
              <a:gd name="connsiteX12" fmla="*/ 0 w 12143064"/>
              <a:gd name="connsiteY12" fmla="*/ 3837674 h 5481625"/>
              <a:gd name="connsiteX13" fmla="*/ 0 w 12143064"/>
              <a:gd name="connsiteY13" fmla="*/ 3447585 h 5481625"/>
              <a:gd name="connsiteX14" fmla="*/ 1 w 12143064"/>
              <a:gd name="connsiteY14" fmla="*/ 3447585 h 548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43064" h="5481625">
                <a:moveTo>
                  <a:pt x="1" y="0"/>
                </a:moveTo>
                <a:lnTo>
                  <a:pt x="12143064" y="0"/>
                </a:lnTo>
                <a:lnTo>
                  <a:pt x="12143064" y="3535670"/>
                </a:lnTo>
                <a:lnTo>
                  <a:pt x="10788242" y="3535670"/>
                </a:lnTo>
                <a:lnTo>
                  <a:pt x="10788242" y="3837674"/>
                </a:lnTo>
                <a:lnTo>
                  <a:pt x="9899009" y="3837674"/>
                </a:lnTo>
                <a:lnTo>
                  <a:pt x="9899009" y="4783677"/>
                </a:lnTo>
                <a:lnTo>
                  <a:pt x="10075178" y="4783677"/>
                </a:lnTo>
                <a:lnTo>
                  <a:pt x="10075178" y="5481625"/>
                </a:lnTo>
                <a:lnTo>
                  <a:pt x="9823508" y="5481625"/>
                </a:lnTo>
                <a:lnTo>
                  <a:pt x="1921079" y="5481625"/>
                </a:lnTo>
                <a:lnTo>
                  <a:pt x="1921079" y="3837674"/>
                </a:lnTo>
                <a:lnTo>
                  <a:pt x="0" y="3837674"/>
                </a:lnTo>
                <a:lnTo>
                  <a:pt x="0" y="3447585"/>
                </a:lnTo>
                <a:lnTo>
                  <a:pt x="1" y="3447585"/>
                </a:lnTo>
                <a:close/>
              </a:path>
            </a:pathLst>
          </a:custGeom>
        </p:spPr>
      </p:pic>
      <p:sp>
        <p:nvSpPr>
          <p:cNvPr id="16" name="吹き出し: 円形 15">
            <a:extLst>
              <a:ext uri="{FF2B5EF4-FFF2-40B4-BE49-F238E27FC236}">
                <a16:creationId xmlns:a16="http://schemas.microsoft.com/office/drawing/2014/main" id="{E7276EB3-815A-DED5-2D5C-38035397F222}"/>
              </a:ext>
            </a:extLst>
          </p:cNvPr>
          <p:cNvSpPr/>
          <p:nvPr/>
        </p:nvSpPr>
        <p:spPr>
          <a:xfrm>
            <a:off x="-1344706" y="610251"/>
            <a:ext cx="7038574" cy="991240"/>
          </a:xfrm>
          <a:prstGeom prst="wedgeEllipseCallout">
            <a:avLst>
              <a:gd name="adj1" fmla="val 57836"/>
              <a:gd name="adj2" fmla="val 2887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951076E-C362-9082-7119-FDC76633139B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D245E0C-D310-842F-7408-5A4A4883C086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2CC06E6-81F6-D305-92C1-D77069C070F9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E7EA4003-7919-B425-4E97-3C07AEFDA373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5D3E06C-845C-D4BD-4AD7-6417C73D4CE0}"/>
              </a:ext>
            </a:extLst>
          </p:cNvPr>
          <p:cNvSpPr txBox="1"/>
          <p:nvPr/>
        </p:nvSpPr>
        <p:spPr>
          <a:xfrm>
            <a:off x="-46105" y="736539"/>
            <a:ext cx="5035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石油依存は</a:t>
            </a:r>
            <a:r>
              <a:rPr kumimoji="1" lang="en-US" altLang="ja-JP" dirty="0"/>
              <a:t>MAX</a:t>
            </a:r>
            <a:r>
              <a:rPr kumimoji="1" lang="ja-JP" altLang="en-US" dirty="0"/>
              <a:t>でも</a:t>
            </a:r>
            <a:r>
              <a:rPr lang="en-US" altLang="ja-JP" b="1" u="sng" dirty="0">
                <a:solidFill>
                  <a:srgbClr val="FF0000"/>
                </a:solidFill>
              </a:rPr>
              <a:t>19</a:t>
            </a:r>
            <a:r>
              <a:rPr kumimoji="1" lang="en-US" altLang="ja-JP" b="1" u="sng" dirty="0">
                <a:solidFill>
                  <a:srgbClr val="FF0000"/>
                </a:solidFill>
              </a:rPr>
              <a:t>%</a:t>
            </a:r>
            <a:r>
              <a:rPr kumimoji="1" lang="ja-JP" altLang="en-US" sz="1200" dirty="0"/>
              <a:t>サウジアラビアが一番</a:t>
            </a:r>
            <a:r>
              <a:rPr lang="ja-JP" altLang="en-US" sz="1200" dirty="0"/>
              <a:t>シェア高い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29177C4-674B-D302-38C9-A916C7095162}"/>
              </a:ext>
            </a:extLst>
          </p:cNvPr>
          <p:cNvSpPr txBox="1"/>
          <p:nvPr/>
        </p:nvSpPr>
        <p:spPr>
          <a:xfrm>
            <a:off x="-46105" y="1105871"/>
            <a:ext cx="5447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2009</a:t>
            </a:r>
            <a:r>
              <a:rPr kumimoji="1" lang="ja-JP" altLang="en-US" dirty="0"/>
              <a:t>年以前の日本は</a:t>
            </a:r>
            <a:r>
              <a:rPr kumimoji="1" lang="en-US" altLang="ja-JP" dirty="0"/>
              <a:t>､90%</a:t>
            </a:r>
            <a:r>
              <a:rPr kumimoji="1" lang="ja-JP" altLang="en-US" dirty="0"/>
              <a:t>のﾚｱｱｰｽを中国から輸入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94683494-24CE-04BA-545E-0AB45CF0AE79}"/>
              </a:ext>
            </a:extLst>
          </p:cNvPr>
          <p:cNvSpPr txBox="1"/>
          <p:nvPr/>
        </p:nvSpPr>
        <p:spPr>
          <a:xfrm>
            <a:off x="604286" y="2411538"/>
            <a:ext cx="3054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シェア率が高理由</a:t>
            </a:r>
            <a:endParaRPr kumimoji="1" lang="en-US" altLang="ja-JP" sz="24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59607E68-A609-F941-1C25-22EF013822FC}"/>
              </a:ext>
            </a:extLst>
          </p:cNvPr>
          <p:cNvSpPr txBox="1"/>
          <p:nvPr/>
        </p:nvSpPr>
        <p:spPr>
          <a:xfrm>
            <a:off x="671356" y="4219120"/>
            <a:ext cx="56442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環境保全を行わなくてよい</a:t>
            </a:r>
            <a:endParaRPr kumimoji="1" lang="en-US" altLang="ja-JP" sz="2000" dirty="0"/>
          </a:p>
          <a:p>
            <a:r>
              <a:rPr lang="ja-JP" altLang="en-US" sz="2000" dirty="0"/>
              <a:t>■重金属･放射性物質を川に垂れ流し</a:t>
            </a:r>
            <a:endParaRPr lang="en-US" altLang="ja-JP" sz="2000" dirty="0"/>
          </a:p>
          <a:p>
            <a:r>
              <a:rPr lang="ja-JP" altLang="en-US" sz="2000" dirty="0"/>
              <a:t>■環境負荷の測定･採掘許可の取得が不要</a:t>
            </a:r>
            <a:endParaRPr lang="en-US" altLang="ja-JP" sz="2000" dirty="0"/>
          </a:p>
          <a:p>
            <a:r>
              <a:rPr lang="ja-JP" altLang="en-US" sz="2000" dirty="0"/>
              <a:t>⇒コストかからない＝価格が下がる</a:t>
            </a:r>
            <a:endParaRPr lang="en-US" altLang="ja-JP" sz="2000" dirty="0"/>
          </a:p>
          <a:p>
            <a:r>
              <a:rPr kumimoji="1" lang="ja-JP" altLang="en-US" sz="2000" dirty="0"/>
              <a:t>現に</a:t>
            </a:r>
            <a:r>
              <a:rPr kumimoji="1" lang="en-US" altLang="ja-JP" sz="2000" dirty="0"/>
              <a:t>､</a:t>
            </a:r>
            <a:r>
              <a:rPr kumimoji="1" lang="ja-JP" altLang="en-US" sz="2000" dirty="0"/>
              <a:t>先進国メーカーの半額以下</a:t>
            </a:r>
            <a:endParaRPr kumimoji="1" lang="en-US" altLang="ja-JP" sz="2000" dirty="0"/>
          </a:p>
          <a:p>
            <a:r>
              <a:rPr kumimoji="1" lang="ja-JP" altLang="en-US" sz="2000" dirty="0"/>
              <a:t>⇒中国以外のメーカーは廃業が続く</a:t>
            </a:r>
            <a:r>
              <a:rPr lang="en-US" altLang="ja-JP" sz="2000" dirty="0"/>
              <a:t>…</a:t>
            </a:r>
            <a:endParaRPr kumimoji="1" lang="en-US" altLang="ja-JP" sz="2000" dirty="0"/>
          </a:p>
        </p:txBody>
      </p:sp>
      <p:sp>
        <p:nvSpPr>
          <p:cNvPr id="19" name="テキスト ボックス 18">
            <a:extLst>
              <a:ext uri="{FF2B5EF4-FFF2-40B4-BE49-F238E27FC236}">
                <a16:creationId xmlns:a16="http://schemas.microsoft.com/office/drawing/2014/main" id="{4C79ECF5-C5F7-7593-3805-0FC05C7822E0}"/>
              </a:ext>
            </a:extLst>
          </p:cNvPr>
          <p:cNvSpPr txBox="1"/>
          <p:nvPr/>
        </p:nvSpPr>
        <p:spPr>
          <a:xfrm>
            <a:off x="687856" y="3084375"/>
            <a:ext cx="59416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労働者の権利を保障しなくてよい</a:t>
            </a:r>
            <a:endParaRPr kumimoji="1" lang="en-US" altLang="ja-JP" sz="2000" dirty="0"/>
          </a:p>
          <a:p>
            <a:r>
              <a:rPr lang="ja-JP" altLang="en-US" sz="2000" dirty="0"/>
              <a:t>■ノーヘルサンダル短パンで</a:t>
            </a:r>
            <a:r>
              <a:rPr lang="en-US" altLang="ja-JP" sz="2000" dirty="0"/>
              <a:t>700</a:t>
            </a:r>
            <a:r>
              <a:rPr lang="ja-JP" altLang="en-US" sz="2000" dirty="0"/>
              <a:t>℃の電解精錬</a:t>
            </a:r>
            <a:endParaRPr lang="en-US" altLang="ja-JP" sz="2000" dirty="0"/>
          </a:p>
          <a:p>
            <a:r>
              <a:rPr kumimoji="1" lang="ja-JP" altLang="en-US" sz="2000" dirty="0"/>
              <a:t>⇒</a:t>
            </a:r>
            <a:r>
              <a:rPr lang="ja-JP" altLang="en-US" sz="2000" dirty="0"/>
              <a:t>人件費が安い</a:t>
            </a:r>
            <a:endParaRPr lang="en-US" altLang="ja-JP" sz="2000" dirty="0"/>
          </a:p>
          <a:p>
            <a:endParaRPr kumimoji="1" lang="en-US" altLang="ja-JP" sz="2000" dirty="0"/>
          </a:p>
        </p:txBody>
      </p:sp>
    </p:spTree>
    <p:extLst>
      <p:ext uri="{BB962C8B-B14F-4D97-AF65-F5344CB8AC3E}">
        <p14:creationId xmlns:p14="http://schemas.microsoft.com/office/powerpoint/2010/main" val="12830590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9" name="図 8">
            <a:extLst>
              <a:ext uri="{FF2B5EF4-FFF2-40B4-BE49-F238E27FC236}">
                <a16:creationId xmlns:a16="http://schemas.microsoft.com/office/drawing/2014/main" id="{9946CA7D-79EB-7998-AE41-BBD98BC5C40C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r="401"/>
          <a:stretch>
            <a:fillRect/>
          </a:stretch>
        </p:blipFill>
        <p:spPr>
          <a:xfrm>
            <a:off x="5522753" y="243019"/>
            <a:ext cx="6669247" cy="3010633"/>
          </a:xfrm>
          <a:custGeom>
            <a:avLst/>
            <a:gdLst>
              <a:gd name="connsiteX0" fmla="*/ 1 w 12143064"/>
              <a:gd name="connsiteY0" fmla="*/ 0 h 5481625"/>
              <a:gd name="connsiteX1" fmla="*/ 12143064 w 12143064"/>
              <a:gd name="connsiteY1" fmla="*/ 0 h 5481625"/>
              <a:gd name="connsiteX2" fmla="*/ 12143064 w 12143064"/>
              <a:gd name="connsiteY2" fmla="*/ 3535670 h 5481625"/>
              <a:gd name="connsiteX3" fmla="*/ 10788242 w 12143064"/>
              <a:gd name="connsiteY3" fmla="*/ 3535670 h 5481625"/>
              <a:gd name="connsiteX4" fmla="*/ 10788242 w 12143064"/>
              <a:gd name="connsiteY4" fmla="*/ 3837674 h 5481625"/>
              <a:gd name="connsiteX5" fmla="*/ 9899009 w 12143064"/>
              <a:gd name="connsiteY5" fmla="*/ 3837674 h 5481625"/>
              <a:gd name="connsiteX6" fmla="*/ 9899009 w 12143064"/>
              <a:gd name="connsiteY6" fmla="*/ 4783677 h 5481625"/>
              <a:gd name="connsiteX7" fmla="*/ 10075178 w 12143064"/>
              <a:gd name="connsiteY7" fmla="*/ 4783677 h 5481625"/>
              <a:gd name="connsiteX8" fmla="*/ 10075178 w 12143064"/>
              <a:gd name="connsiteY8" fmla="*/ 5481625 h 5481625"/>
              <a:gd name="connsiteX9" fmla="*/ 9823508 w 12143064"/>
              <a:gd name="connsiteY9" fmla="*/ 5481625 h 5481625"/>
              <a:gd name="connsiteX10" fmla="*/ 1921079 w 12143064"/>
              <a:gd name="connsiteY10" fmla="*/ 5481625 h 5481625"/>
              <a:gd name="connsiteX11" fmla="*/ 1921079 w 12143064"/>
              <a:gd name="connsiteY11" fmla="*/ 3837674 h 5481625"/>
              <a:gd name="connsiteX12" fmla="*/ 0 w 12143064"/>
              <a:gd name="connsiteY12" fmla="*/ 3837674 h 5481625"/>
              <a:gd name="connsiteX13" fmla="*/ 0 w 12143064"/>
              <a:gd name="connsiteY13" fmla="*/ 3447585 h 5481625"/>
              <a:gd name="connsiteX14" fmla="*/ 1 w 12143064"/>
              <a:gd name="connsiteY14" fmla="*/ 3447585 h 548162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</a:cxnLst>
            <a:rect l="l" t="t" r="r" b="b"/>
            <a:pathLst>
              <a:path w="12143064" h="5481625">
                <a:moveTo>
                  <a:pt x="1" y="0"/>
                </a:moveTo>
                <a:lnTo>
                  <a:pt x="12143064" y="0"/>
                </a:lnTo>
                <a:lnTo>
                  <a:pt x="12143064" y="3535670"/>
                </a:lnTo>
                <a:lnTo>
                  <a:pt x="10788242" y="3535670"/>
                </a:lnTo>
                <a:lnTo>
                  <a:pt x="10788242" y="3837674"/>
                </a:lnTo>
                <a:lnTo>
                  <a:pt x="9899009" y="3837674"/>
                </a:lnTo>
                <a:lnTo>
                  <a:pt x="9899009" y="4783677"/>
                </a:lnTo>
                <a:lnTo>
                  <a:pt x="10075178" y="4783677"/>
                </a:lnTo>
                <a:lnTo>
                  <a:pt x="10075178" y="5481625"/>
                </a:lnTo>
                <a:lnTo>
                  <a:pt x="9823508" y="5481625"/>
                </a:lnTo>
                <a:lnTo>
                  <a:pt x="1921079" y="5481625"/>
                </a:lnTo>
                <a:lnTo>
                  <a:pt x="1921079" y="3837674"/>
                </a:lnTo>
                <a:lnTo>
                  <a:pt x="0" y="3837674"/>
                </a:lnTo>
                <a:lnTo>
                  <a:pt x="0" y="3447585"/>
                </a:lnTo>
                <a:lnTo>
                  <a:pt x="1" y="3447585"/>
                </a:lnTo>
                <a:close/>
              </a:path>
            </a:pathLst>
          </a:custGeom>
        </p:spPr>
      </p:pic>
      <p:sp>
        <p:nvSpPr>
          <p:cNvPr id="16" name="吹き出し: 円形 15">
            <a:extLst>
              <a:ext uri="{FF2B5EF4-FFF2-40B4-BE49-F238E27FC236}">
                <a16:creationId xmlns:a16="http://schemas.microsoft.com/office/drawing/2014/main" id="{E7276EB3-815A-DED5-2D5C-38035397F222}"/>
              </a:ext>
            </a:extLst>
          </p:cNvPr>
          <p:cNvSpPr/>
          <p:nvPr/>
        </p:nvSpPr>
        <p:spPr>
          <a:xfrm>
            <a:off x="-1344706" y="610251"/>
            <a:ext cx="7038574" cy="991240"/>
          </a:xfrm>
          <a:prstGeom prst="wedgeEllipseCallout">
            <a:avLst>
              <a:gd name="adj1" fmla="val 57836"/>
              <a:gd name="adj2" fmla="val 28874"/>
            </a:avLst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7951076E-C362-9082-7119-FDC76633139B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2D245E0C-D310-842F-7408-5A4A4883C086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2CC06E6-81F6-D305-92C1-D77069C070F9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E7EA4003-7919-B425-4E97-3C07AEFDA373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05D3E06C-845C-D4BD-4AD7-6417C73D4CE0}"/>
              </a:ext>
            </a:extLst>
          </p:cNvPr>
          <p:cNvSpPr txBox="1"/>
          <p:nvPr/>
        </p:nvSpPr>
        <p:spPr>
          <a:xfrm>
            <a:off x="-46105" y="736539"/>
            <a:ext cx="503593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石油依存は</a:t>
            </a:r>
            <a:r>
              <a:rPr kumimoji="1" lang="en-US" altLang="ja-JP" dirty="0"/>
              <a:t>MAX</a:t>
            </a:r>
            <a:r>
              <a:rPr kumimoji="1" lang="ja-JP" altLang="en-US" dirty="0"/>
              <a:t>でも</a:t>
            </a:r>
            <a:r>
              <a:rPr lang="en-US" altLang="ja-JP" b="1" u="sng" dirty="0">
                <a:solidFill>
                  <a:srgbClr val="FF0000"/>
                </a:solidFill>
              </a:rPr>
              <a:t>19</a:t>
            </a:r>
            <a:r>
              <a:rPr kumimoji="1" lang="en-US" altLang="ja-JP" b="1" u="sng" dirty="0">
                <a:solidFill>
                  <a:srgbClr val="FF0000"/>
                </a:solidFill>
              </a:rPr>
              <a:t>%</a:t>
            </a:r>
            <a:r>
              <a:rPr kumimoji="1" lang="ja-JP" altLang="en-US" sz="1200" dirty="0"/>
              <a:t>サウジアラビアが一番</a:t>
            </a:r>
            <a:r>
              <a:rPr lang="ja-JP" altLang="en-US" sz="1200" dirty="0"/>
              <a:t>シェア高い</a:t>
            </a:r>
            <a:endParaRPr kumimoji="1" lang="ja-JP" altLang="en-US" dirty="0"/>
          </a:p>
        </p:txBody>
      </p:sp>
      <p:sp>
        <p:nvSpPr>
          <p:cNvPr id="15" name="テキスト ボックス 14">
            <a:extLst>
              <a:ext uri="{FF2B5EF4-FFF2-40B4-BE49-F238E27FC236}">
                <a16:creationId xmlns:a16="http://schemas.microsoft.com/office/drawing/2014/main" id="{E29177C4-674B-D302-38C9-A916C7095162}"/>
              </a:ext>
            </a:extLst>
          </p:cNvPr>
          <p:cNvSpPr txBox="1"/>
          <p:nvPr/>
        </p:nvSpPr>
        <p:spPr>
          <a:xfrm>
            <a:off x="-46105" y="1105871"/>
            <a:ext cx="544702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2009</a:t>
            </a:r>
            <a:r>
              <a:rPr kumimoji="1" lang="ja-JP" altLang="en-US" dirty="0"/>
              <a:t>年以前の日本は</a:t>
            </a:r>
            <a:r>
              <a:rPr kumimoji="1" lang="en-US" altLang="ja-JP" dirty="0"/>
              <a:t>､90%</a:t>
            </a:r>
            <a:r>
              <a:rPr kumimoji="1" lang="ja-JP" altLang="en-US" dirty="0"/>
              <a:t>のﾚｱｱｰｽを中国から輸入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EA0F2ED7-5D71-81DF-B286-6AEA8FB0226C}"/>
              </a:ext>
            </a:extLst>
          </p:cNvPr>
          <p:cNvSpPr txBox="1"/>
          <p:nvPr/>
        </p:nvSpPr>
        <p:spPr>
          <a:xfrm>
            <a:off x="604286" y="2411538"/>
            <a:ext cx="3054403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シェア率が高理由</a:t>
            </a:r>
            <a:endParaRPr kumimoji="1" lang="en-US" altLang="ja-JP" sz="24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177AD357-29C7-F876-DE65-0AF8D4F8A4E4}"/>
              </a:ext>
            </a:extLst>
          </p:cNvPr>
          <p:cNvSpPr txBox="1"/>
          <p:nvPr/>
        </p:nvSpPr>
        <p:spPr>
          <a:xfrm>
            <a:off x="671356" y="4219120"/>
            <a:ext cx="5644297" cy="193899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環境保全を行わなくてよい</a:t>
            </a:r>
            <a:endParaRPr kumimoji="1" lang="en-US" altLang="ja-JP" sz="2000" dirty="0"/>
          </a:p>
          <a:p>
            <a:r>
              <a:rPr lang="ja-JP" altLang="en-US" sz="2000" dirty="0"/>
              <a:t>■重金属･放射性物質を川に垂れ流し</a:t>
            </a:r>
            <a:endParaRPr lang="en-US" altLang="ja-JP" sz="2000" dirty="0"/>
          </a:p>
          <a:p>
            <a:r>
              <a:rPr lang="ja-JP" altLang="en-US" sz="2000" dirty="0"/>
              <a:t>■環境負荷の測定･採掘許可の取得が不要</a:t>
            </a:r>
            <a:endParaRPr lang="en-US" altLang="ja-JP" sz="2000" dirty="0"/>
          </a:p>
          <a:p>
            <a:r>
              <a:rPr lang="ja-JP" altLang="en-US" sz="2000" dirty="0"/>
              <a:t>⇒コストかからない＝価格が下がる</a:t>
            </a:r>
            <a:endParaRPr lang="en-US" altLang="ja-JP" sz="2000" dirty="0"/>
          </a:p>
          <a:p>
            <a:r>
              <a:rPr kumimoji="1" lang="ja-JP" altLang="en-US" sz="2000" dirty="0"/>
              <a:t>現に</a:t>
            </a:r>
            <a:r>
              <a:rPr kumimoji="1" lang="en-US" altLang="ja-JP" sz="2000" dirty="0"/>
              <a:t>､</a:t>
            </a:r>
            <a:r>
              <a:rPr kumimoji="1" lang="ja-JP" altLang="en-US" sz="2000" dirty="0"/>
              <a:t>先進国メーカーの半額以下</a:t>
            </a:r>
            <a:endParaRPr kumimoji="1" lang="en-US" altLang="ja-JP" sz="2000" dirty="0"/>
          </a:p>
          <a:p>
            <a:r>
              <a:rPr kumimoji="1" lang="ja-JP" altLang="en-US" sz="2000" dirty="0"/>
              <a:t>⇒中国以外のメーカーは廃業が続く</a:t>
            </a:r>
            <a:r>
              <a:rPr lang="en-US" altLang="ja-JP" sz="2000" dirty="0"/>
              <a:t>…</a:t>
            </a:r>
            <a:endParaRPr kumimoji="1" lang="en-US" altLang="ja-JP" sz="20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C6A4ABE-10E0-8AD2-12E1-1EC0FC0BF257}"/>
              </a:ext>
            </a:extLst>
          </p:cNvPr>
          <p:cNvSpPr txBox="1"/>
          <p:nvPr/>
        </p:nvSpPr>
        <p:spPr>
          <a:xfrm>
            <a:off x="687856" y="3084375"/>
            <a:ext cx="5941666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000" dirty="0"/>
              <a:t>労働者の権利を保障しなくてよい</a:t>
            </a:r>
            <a:endParaRPr kumimoji="1" lang="en-US" altLang="ja-JP" sz="2000" dirty="0"/>
          </a:p>
          <a:p>
            <a:r>
              <a:rPr lang="ja-JP" altLang="en-US" sz="2000" dirty="0"/>
              <a:t>■ノーヘルサンダル短パンで</a:t>
            </a:r>
            <a:r>
              <a:rPr lang="en-US" altLang="ja-JP" sz="2000" dirty="0"/>
              <a:t>700</a:t>
            </a:r>
            <a:r>
              <a:rPr lang="ja-JP" altLang="en-US" sz="2000" dirty="0"/>
              <a:t>℃の電解精錬</a:t>
            </a:r>
            <a:endParaRPr lang="en-US" altLang="ja-JP" sz="2000" dirty="0"/>
          </a:p>
          <a:p>
            <a:r>
              <a:rPr kumimoji="1" lang="ja-JP" altLang="en-US" sz="2000" dirty="0"/>
              <a:t>⇒</a:t>
            </a:r>
            <a:r>
              <a:rPr lang="ja-JP" altLang="en-US" sz="2000" dirty="0"/>
              <a:t>人件費が安い</a:t>
            </a:r>
            <a:endParaRPr lang="en-US" altLang="ja-JP" sz="2000" dirty="0"/>
          </a:p>
          <a:p>
            <a:endParaRPr kumimoji="1" lang="en-US" altLang="ja-JP" sz="2000" dirty="0"/>
          </a:p>
        </p:txBody>
      </p:sp>
      <p:sp>
        <p:nvSpPr>
          <p:cNvPr id="29" name="テキスト ボックス 28">
            <a:extLst>
              <a:ext uri="{FF2B5EF4-FFF2-40B4-BE49-F238E27FC236}">
                <a16:creationId xmlns:a16="http://schemas.microsoft.com/office/drawing/2014/main" id="{3EBEBB0D-0484-991C-CC2F-AA73B5A2ADF6}"/>
              </a:ext>
            </a:extLst>
          </p:cNvPr>
          <p:cNvSpPr txBox="1"/>
          <p:nvPr/>
        </p:nvSpPr>
        <p:spPr>
          <a:xfrm>
            <a:off x="452649" y="3192340"/>
            <a:ext cx="11286702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000" b="1" dirty="0">
                <a:solidFill>
                  <a:srgbClr val="FF0000"/>
                </a:solidFill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資源による間接支配</a:t>
            </a:r>
          </a:p>
        </p:txBody>
      </p:sp>
    </p:spTree>
    <p:extLst>
      <p:ext uri="{BB962C8B-B14F-4D97-AF65-F5344CB8AC3E}">
        <p14:creationId xmlns:p14="http://schemas.microsoft.com/office/powerpoint/2010/main" val="292085300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4C5C-E8ED-D8ED-A0F3-D5EB151C1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7470024-68B5-31AD-46B7-E8F2FE83C60F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59EC87-F6CD-F431-5391-B412D9229C96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FB082F0-F127-4044-0401-3787A0E597FD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F1DF43FD-95AE-EF59-3F78-028462916D89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3AF08FA7-FAD6-18F5-B982-6A9BB55915F4}"/>
              </a:ext>
            </a:extLst>
          </p:cNvPr>
          <p:cNvSpPr txBox="1"/>
          <p:nvPr/>
        </p:nvSpPr>
        <p:spPr>
          <a:xfrm>
            <a:off x="0" y="1613118"/>
            <a:ext cx="12192000" cy="76944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400" b="1" dirty="0"/>
              <a:t>日本と中国が尖閣諸島でぶつかった時、</a:t>
            </a:r>
            <a:endParaRPr kumimoji="1" lang="en-US" altLang="ja-JP" sz="44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9AB8B423-0E98-3083-BCBF-4B7D02044821}"/>
              </a:ext>
            </a:extLst>
          </p:cNvPr>
          <p:cNvSpPr txBox="1"/>
          <p:nvPr/>
        </p:nvSpPr>
        <p:spPr>
          <a:xfrm>
            <a:off x="0" y="1151452"/>
            <a:ext cx="7881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2400" dirty="0"/>
              <a:t>事象①</a:t>
            </a:r>
            <a:endParaRPr kumimoji="1" lang="en-US" altLang="ja-JP" sz="24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BBAF33A-E07D-292E-EF0E-349B79B1F9D1}"/>
              </a:ext>
            </a:extLst>
          </p:cNvPr>
          <p:cNvSpPr txBox="1"/>
          <p:nvPr/>
        </p:nvSpPr>
        <p:spPr>
          <a:xfrm>
            <a:off x="0" y="2380480"/>
            <a:ext cx="12192000" cy="76944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4400" b="1" dirty="0"/>
              <a:t>中国からのレアメタルの輸出が完全に止まった</a:t>
            </a:r>
            <a:endParaRPr lang="ja-JP" altLang="en-US" sz="4400" dirty="0"/>
          </a:p>
        </p:txBody>
      </p:sp>
    </p:spTree>
    <p:extLst>
      <p:ext uri="{BB962C8B-B14F-4D97-AF65-F5344CB8AC3E}">
        <p14:creationId xmlns:p14="http://schemas.microsoft.com/office/powerpoint/2010/main" val="249540387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4C5C-E8ED-D8ED-A0F3-D5EB151C1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7470024-68B5-31AD-46B7-E8F2FE83C60F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59EC87-F6CD-F431-5391-B412D9229C96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FB082F0-F127-4044-0401-3787A0E597FD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F1DF43FD-95AE-EF59-3F78-028462916D89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81D655FC-2257-171D-DA80-6F7476F645AB}"/>
              </a:ext>
            </a:extLst>
          </p:cNvPr>
          <p:cNvSpPr txBox="1"/>
          <p:nvPr/>
        </p:nvSpPr>
        <p:spPr>
          <a:xfrm>
            <a:off x="0" y="2274838"/>
            <a:ext cx="11964041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b="1" dirty="0"/>
              <a:t>ステルス戦闘機</a:t>
            </a:r>
            <a:r>
              <a:rPr kumimoji="1" lang="en-US" altLang="ja-JP" sz="6000" b="1" dirty="0"/>
              <a:t>F-35</a:t>
            </a:r>
            <a:r>
              <a:rPr kumimoji="1" lang="ja-JP" altLang="en-US" sz="6000" b="1" dirty="0"/>
              <a:t>他</a:t>
            </a:r>
            <a:endParaRPr kumimoji="1" lang="en-US" altLang="ja-JP" sz="6000" b="1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D1330D5-9931-FD56-AF18-55F9AAB10DF1}"/>
              </a:ext>
            </a:extLst>
          </p:cNvPr>
          <p:cNvSpPr txBox="1"/>
          <p:nvPr/>
        </p:nvSpPr>
        <p:spPr>
          <a:xfrm>
            <a:off x="0" y="1813170"/>
            <a:ext cx="7881582" cy="461665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2400" dirty="0"/>
              <a:t>事象②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C1EA041-8095-B0FE-1888-7BCE218EED58}"/>
              </a:ext>
            </a:extLst>
          </p:cNvPr>
          <p:cNvSpPr txBox="1"/>
          <p:nvPr/>
        </p:nvSpPr>
        <p:spPr>
          <a:xfrm>
            <a:off x="0" y="738032"/>
            <a:ext cx="3821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日本と中国が尖閣諸島でぶつかった時、</a:t>
            </a:r>
            <a:endParaRPr kumimoji="1" lang="en-US" altLang="ja-JP" sz="1600" dirty="0"/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6FB9B07-9884-DB43-DC13-2A7D0A89B222}"/>
              </a:ext>
            </a:extLst>
          </p:cNvPr>
          <p:cNvSpPr txBox="1"/>
          <p:nvPr/>
        </p:nvSpPr>
        <p:spPr>
          <a:xfrm>
            <a:off x="3567414" y="738032"/>
            <a:ext cx="45310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600" dirty="0"/>
              <a:t>中国からのレアメタルの輸出が完全に止まった</a:t>
            </a:r>
            <a:endParaRPr lang="ja-JP" altLang="en-US" sz="16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4D167972-8582-5F6B-8B8D-E73CBE084449}"/>
              </a:ext>
            </a:extLst>
          </p:cNvPr>
          <p:cNvSpPr txBox="1"/>
          <p:nvPr/>
        </p:nvSpPr>
        <p:spPr>
          <a:xfrm>
            <a:off x="0" y="3015734"/>
            <a:ext cx="12192000" cy="1015663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6000" b="1" dirty="0"/>
              <a:t>米軍需産業も中国に握られている</a:t>
            </a:r>
            <a:endParaRPr kumimoji="1" lang="ja-JP" altLang="en-US" sz="6000" b="1" dirty="0"/>
          </a:p>
        </p:txBody>
      </p:sp>
      <p:pic>
        <p:nvPicPr>
          <p:cNvPr id="15" name="Picture 2" descr="Apple – Logos Download">
            <a:extLst>
              <a:ext uri="{FF2B5EF4-FFF2-40B4-BE49-F238E27FC236}">
                <a16:creationId xmlns:a16="http://schemas.microsoft.com/office/drawing/2014/main" id="{C9175A99-ADD8-58FA-E8F4-E12857A88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2343269" y="479662"/>
            <a:ext cx="1247224" cy="1531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6" name="Picture 4" descr="Microsoft unveils its new logo, the first major change in 25 years ...">
            <a:extLst>
              <a:ext uri="{FF2B5EF4-FFF2-40B4-BE49-F238E27FC236}">
                <a16:creationId xmlns:a16="http://schemas.microsoft.com/office/drawing/2014/main" id="{E4C8D85F-615F-8E4B-EB4C-0B2CE7D19C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9" t="33381" r="12148" b="36154"/>
          <a:stretch/>
        </p:blipFill>
        <p:spPr bwMode="auto">
          <a:xfrm>
            <a:off x="13058163" y="-102267"/>
            <a:ext cx="2967668" cy="670803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7" name="Picture 6" descr="Google - Google - abcdef.wiki">
            <a:extLst>
              <a:ext uri="{FF2B5EF4-FFF2-40B4-BE49-F238E27FC236}">
                <a16:creationId xmlns:a16="http://schemas.microsoft.com/office/drawing/2014/main" id="{AA09D92B-69E1-CD97-4495-9B93ABFFE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970833" y="-1827896"/>
            <a:ext cx="4762500" cy="1619250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8" name="Picture 12" descr="Intel Logo Wallpapers - Top Free Intel Logo Backgrounds - WallpaperAccess">
            <a:extLst>
              <a:ext uri="{FF2B5EF4-FFF2-40B4-BE49-F238E27FC236}">
                <a16:creationId xmlns:a16="http://schemas.microsoft.com/office/drawing/2014/main" id="{B0C278D1-4F3B-BE2F-923E-3ABBB5B17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271483" y="7756169"/>
            <a:ext cx="3263153" cy="183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9" name="Picture 14" descr="First AMD Ryzen benchmarks appear - Atomic - CPUs - PC &amp; Tech Authority">
            <a:extLst>
              <a:ext uri="{FF2B5EF4-FFF2-40B4-BE49-F238E27FC236}">
                <a16:creationId xmlns:a16="http://schemas.microsoft.com/office/drawing/2014/main" id="{7FFA6A0E-E894-BCAB-403B-C3C043481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3144016" y="2931053"/>
            <a:ext cx="1944447" cy="194444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0" name="Picture 18" descr="【Amazon】アマゾン配送拠点、年内18か所新設…地方の翌日配送が拡大 : 令和の社会・ニュース通信所">
            <a:extLst>
              <a:ext uri="{FF2B5EF4-FFF2-40B4-BE49-F238E27FC236}">
                <a16:creationId xmlns:a16="http://schemas.microsoft.com/office/drawing/2014/main" id="{80318B87-3C57-AB7E-60A6-DCAA83A26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4485474" y="-3803519"/>
            <a:ext cx="4485474" cy="138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1" name="Picture 22">
            <a:extLst>
              <a:ext uri="{FF2B5EF4-FFF2-40B4-BE49-F238E27FC236}">
                <a16:creationId xmlns:a16="http://schemas.microsoft.com/office/drawing/2014/main" id="{10532129-D1B2-17C0-86B3-606294BAD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-5137499" y="4273536"/>
            <a:ext cx="4041454" cy="227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2" name="Picture 10">
            <a:extLst>
              <a:ext uri="{FF2B5EF4-FFF2-40B4-BE49-F238E27FC236}">
                <a16:creationId xmlns:a16="http://schemas.microsoft.com/office/drawing/2014/main" id="{94F3C766-5865-41B0-2900-AF210D8BC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9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845598" y="7693410"/>
            <a:ext cx="5945834" cy="196104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3" name="Picture 16" descr="What Will 'Meta' Mean for Social Media Users? - Wisper Internet">
            <a:extLst>
              <a:ext uri="{FF2B5EF4-FFF2-40B4-BE49-F238E27FC236}">
                <a16:creationId xmlns:a16="http://schemas.microsoft.com/office/drawing/2014/main" id="{1FAD6066-4050-3355-C19B-942811A31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0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7664823" y="-4083000"/>
            <a:ext cx="4815328" cy="270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24" name="Picture 24" descr="Logo Xiaomi – Logos PNG">
            <a:extLst>
              <a:ext uri="{FF2B5EF4-FFF2-40B4-BE49-F238E27FC236}">
                <a16:creationId xmlns:a16="http://schemas.microsoft.com/office/drawing/2014/main" id="{12604D4A-92F0-D091-4336-ED53B2E05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4541997" y="6546854"/>
            <a:ext cx="2273318" cy="227331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</p:spTree>
    <p:extLst>
      <p:ext uri="{BB962C8B-B14F-4D97-AF65-F5344CB8AC3E}">
        <p14:creationId xmlns:p14="http://schemas.microsoft.com/office/powerpoint/2010/main" val="2807005355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C0054C5C-E8ED-D8ED-A0F3-D5EB151C193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57470024-68B5-31AD-46B7-E8F2FE83C60F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8459EC87-F6CD-F431-5391-B412D9229C96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9FB082F0-F127-4044-0401-3787A0E597FD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F1DF43FD-95AE-EF59-3F78-028462916D89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pic>
        <p:nvPicPr>
          <p:cNvPr id="11266" name="Picture 2" descr="Apple – Logos Download">
            <a:extLst>
              <a:ext uri="{FF2B5EF4-FFF2-40B4-BE49-F238E27FC236}">
                <a16:creationId xmlns:a16="http://schemas.microsoft.com/office/drawing/2014/main" id="{C9175A99-ADD8-58FA-E8F4-E12857A8887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94712" y="2247491"/>
            <a:ext cx="1247224" cy="1531401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6" name="Picture 12" descr="Intel Logo Wallpapers - Top Free Intel Logo Backgrounds - WallpaperAccess">
            <a:extLst>
              <a:ext uri="{FF2B5EF4-FFF2-40B4-BE49-F238E27FC236}">
                <a16:creationId xmlns:a16="http://schemas.microsoft.com/office/drawing/2014/main" id="{B0C278D1-4F3B-BE2F-923E-3ABBB5B1790E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271655" y="4927667"/>
            <a:ext cx="3263153" cy="183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8" name="Picture 14" descr="First AMD Ryzen benchmarks appear - Atomic - CPUs - PC &amp; Tech Authority">
            <a:extLst>
              <a:ext uri="{FF2B5EF4-FFF2-40B4-BE49-F238E27FC236}">
                <a16:creationId xmlns:a16="http://schemas.microsoft.com/office/drawing/2014/main" id="{7FFA6A0E-E894-BCAB-403B-C3C043481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4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0144571" y="3778892"/>
            <a:ext cx="1516967" cy="151696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2" name="Picture 18" descr="【Amazon】アマゾン配送拠点、年内18か所新設…地方の翌日配送が拡大 : 令和の社会・ニュース通信所">
            <a:extLst>
              <a:ext uri="{FF2B5EF4-FFF2-40B4-BE49-F238E27FC236}">
                <a16:creationId xmlns:a16="http://schemas.microsoft.com/office/drawing/2014/main" id="{80318B87-3C57-AB7E-60A6-DCAA83A26CF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5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6631321" y="5412361"/>
            <a:ext cx="4485474" cy="138360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6" name="Picture 22">
            <a:extLst>
              <a:ext uri="{FF2B5EF4-FFF2-40B4-BE49-F238E27FC236}">
                <a16:creationId xmlns:a16="http://schemas.microsoft.com/office/drawing/2014/main" id="{10532129-D1B2-17C0-86B3-606294BAD65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6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152095" y="4195930"/>
            <a:ext cx="3263153" cy="1835524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4" name="Picture 10">
            <a:extLst>
              <a:ext uri="{FF2B5EF4-FFF2-40B4-BE49-F238E27FC236}">
                <a16:creationId xmlns:a16="http://schemas.microsoft.com/office/drawing/2014/main" id="{94F3C766-5865-41B0-2900-AF210D8BCD39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7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378701" y="1224553"/>
            <a:ext cx="7838056" cy="2585129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80" name="Picture 16" descr="What Will 'Meta' Mean for Social Media Users? - Wisper Internet">
            <a:extLst>
              <a:ext uri="{FF2B5EF4-FFF2-40B4-BE49-F238E27FC236}">
                <a16:creationId xmlns:a16="http://schemas.microsoft.com/office/drawing/2014/main" id="{1FAD6066-4050-3355-C19B-942811A31A84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8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13794" y="171465"/>
            <a:ext cx="4815328" cy="2708622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mc:AlternateContent xmlns:mc="http://schemas.openxmlformats.org/markup-compatibility/2006" xmlns:p14="http://schemas.microsoft.com/office/powerpoint/2010/main">
        <mc:Choice Requires="p14">
          <p:contentPart p14:bwMode="auto" r:id="rId9">
            <p14:nvContentPartPr>
              <p14:cNvPr id="5" name="インク 4">
                <a:extLst>
                  <a:ext uri="{FF2B5EF4-FFF2-40B4-BE49-F238E27FC236}">
                    <a16:creationId xmlns:a16="http://schemas.microsoft.com/office/drawing/2014/main" id="{123AB49A-265D-A46E-853D-77C23C270E67}"/>
                  </a:ext>
                </a:extLst>
              </p14:cNvPr>
              <p14:cNvContentPartPr/>
              <p14:nvPr/>
            </p14:nvContentPartPr>
            <p14:xfrm>
              <a:off x="152095" y="1012571"/>
              <a:ext cx="11921400" cy="5846760"/>
            </p14:xfrm>
          </p:contentPart>
        </mc:Choice>
        <mc:Fallback xmlns="">
          <p:pic>
            <p:nvPicPr>
              <p:cNvPr id="5" name="インク 4">
                <a:extLst>
                  <a:ext uri="{FF2B5EF4-FFF2-40B4-BE49-F238E27FC236}">
                    <a16:creationId xmlns:a16="http://schemas.microsoft.com/office/drawing/2014/main" id="{123AB49A-265D-A46E-853D-77C23C270E67}"/>
                  </a:ext>
                </a:extLst>
              </p:cNvPr>
              <p:cNvPicPr/>
              <p:nvPr/>
            </p:nvPicPr>
            <p:blipFill>
              <a:blip r:embed="rId10"/>
              <a:stretch>
                <a:fillRect/>
              </a:stretch>
            </p:blipFill>
            <p:spPr>
              <a:xfrm>
                <a:off x="145975" y="1006451"/>
                <a:ext cx="11933640" cy="5859000"/>
              </a:xfrm>
              <a:prstGeom prst="rect">
                <a:avLst/>
              </a:prstGeom>
            </p:spPr>
          </p:pic>
        </mc:Fallback>
      </mc:AlternateContent>
      <p:sp>
        <p:nvSpPr>
          <p:cNvPr id="11311" name="吹き出し: 角を丸めた四角形 11310">
            <a:extLst>
              <a:ext uri="{FF2B5EF4-FFF2-40B4-BE49-F238E27FC236}">
                <a16:creationId xmlns:a16="http://schemas.microsoft.com/office/drawing/2014/main" id="{3EC6D3D7-E8E0-F412-33F1-14592EF44413}"/>
              </a:ext>
            </a:extLst>
          </p:cNvPr>
          <p:cNvSpPr/>
          <p:nvPr/>
        </p:nvSpPr>
        <p:spPr>
          <a:xfrm>
            <a:off x="9062524" y="412846"/>
            <a:ext cx="2995797" cy="1388101"/>
          </a:xfrm>
          <a:prstGeom prst="wedgeRoundRectCallout">
            <a:avLst>
              <a:gd name="adj1" fmla="val -99913"/>
              <a:gd name="adj2" fmla="val 71977"/>
              <a:gd name="adj3" fmla="val 16667"/>
            </a:avLst>
          </a:prstGeom>
          <a:solidFill>
            <a:srgbClr val="FFC3C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kumimoji="1" lang="ja-JP" altLang="en-US" sz="4800" b="1" u="sng" dirty="0">
                <a:solidFill>
                  <a:schemeClr val="tx1"/>
                </a:solidFill>
              </a:rPr>
              <a:t>経済特区</a:t>
            </a:r>
            <a:endParaRPr kumimoji="1" lang="en-US" altLang="ja-JP" sz="4800" b="1" u="sng" dirty="0">
              <a:solidFill>
                <a:schemeClr val="tx1"/>
              </a:solidFill>
            </a:endParaRPr>
          </a:p>
          <a:p>
            <a:pPr algn="ctr"/>
            <a:r>
              <a:rPr kumimoji="1" lang="ja-JP" altLang="en-US" dirty="0">
                <a:solidFill>
                  <a:schemeClr val="tx1"/>
                </a:solidFill>
              </a:rPr>
              <a:t>って覚えてる？</a:t>
            </a:r>
          </a:p>
        </p:txBody>
      </p:sp>
      <p:sp>
        <p:nvSpPr>
          <p:cNvPr id="11308" name="テキスト ボックス 11307">
            <a:extLst>
              <a:ext uri="{FF2B5EF4-FFF2-40B4-BE49-F238E27FC236}">
                <a16:creationId xmlns:a16="http://schemas.microsoft.com/office/drawing/2014/main" id="{08D1EACC-3F69-A731-0FD5-69201EC64D07}"/>
              </a:ext>
            </a:extLst>
          </p:cNvPr>
          <p:cNvSpPr txBox="1"/>
          <p:nvPr/>
        </p:nvSpPr>
        <p:spPr>
          <a:xfrm>
            <a:off x="7090682" y="1504668"/>
            <a:ext cx="3079501" cy="156966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200" b="1" dirty="0"/>
              <a:t>こいつら全部</a:t>
            </a:r>
            <a:br>
              <a:rPr kumimoji="1" lang="en-US" altLang="ja-JP" sz="3200" b="1" dirty="0"/>
            </a:br>
            <a:r>
              <a:rPr kumimoji="1" lang="ja-JP" altLang="en-US" sz="3200" b="1" dirty="0">
                <a:solidFill>
                  <a:srgbClr val="FF0000"/>
                </a:solidFill>
              </a:rPr>
              <a:t>中国</a:t>
            </a:r>
            <a:r>
              <a:rPr kumimoji="1" lang="ja-JP" altLang="en-US" sz="3200" b="1" dirty="0"/>
              <a:t>無いと</a:t>
            </a:r>
            <a:endParaRPr kumimoji="1" lang="en-US" altLang="ja-JP" sz="3200" b="1" dirty="0"/>
          </a:p>
          <a:p>
            <a:r>
              <a:rPr lang="ja-JP" altLang="en-US" sz="3200" b="1" dirty="0"/>
              <a:t>やっていけない</a:t>
            </a:r>
            <a:endParaRPr kumimoji="1" lang="ja-JP" altLang="en-US" sz="3200" b="1" dirty="0"/>
          </a:p>
        </p:txBody>
      </p:sp>
      <p:sp>
        <p:nvSpPr>
          <p:cNvPr id="11309" name="テキスト ボックス 11308">
            <a:extLst>
              <a:ext uri="{FF2B5EF4-FFF2-40B4-BE49-F238E27FC236}">
                <a16:creationId xmlns:a16="http://schemas.microsoft.com/office/drawing/2014/main" id="{4C2231C2-3217-E3CB-3ED9-C8F7C333C41F}"/>
              </a:ext>
            </a:extLst>
          </p:cNvPr>
          <p:cNvSpPr txBox="1"/>
          <p:nvPr/>
        </p:nvSpPr>
        <p:spPr>
          <a:xfrm>
            <a:off x="-11536" y="6223689"/>
            <a:ext cx="5359614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en-US" altLang="ja-JP" dirty="0"/>
              <a:t>※</a:t>
            </a:r>
            <a:r>
              <a:rPr kumimoji="1" lang="ja-JP" altLang="en-US" dirty="0"/>
              <a:t>ロゴの大きさと企業の大きさは関係ありません。</a:t>
            </a:r>
            <a:endParaRPr kumimoji="1" lang="en-US" altLang="ja-JP" dirty="0"/>
          </a:p>
          <a:p>
            <a:r>
              <a:rPr lang="ja-JP" altLang="en-US" dirty="0"/>
              <a:t>テキトーです。</a:t>
            </a:r>
            <a:endParaRPr kumimoji="1" lang="ja-JP" altLang="en-US" dirty="0"/>
          </a:p>
        </p:txBody>
      </p:sp>
      <p:pic>
        <p:nvPicPr>
          <p:cNvPr id="11310" name="Picture 24" descr="Logo Xiaomi – Logos PNG">
            <a:extLst>
              <a:ext uri="{FF2B5EF4-FFF2-40B4-BE49-F238E27FC236}">
                <a16:creationId xmlns:a16="http://schemas.microsoft.com/office/drawing/2014/main" id="{12604D4A-92F0-D091-4336-ED53B2E05DB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1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8529873" y="3494808"/>
            <a:ext cx="1548557" cy="154855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62C65B69-8795-8E60-2DA7-A3B870F18F2E}"/>
              </a:ext>
            </a:extLst>
          </p:cNvPr>
          <p:cNvSpPr txBox="1"/>
          <p:nvPr/>
        </p:nvSpPr>
        <p:spPr>
          <a:xfrm>
            <a:off x="0" y="618542"/>
            <a:ext cx="11964041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ステルス戦闘機</a:t>
            </a:r>
            <a:r>
              <a:rPr kumimoji="1" lang="en-US" altLang="ja-JP" sz="1600" dirty="0"/>
              <a:t>F-35</a:t>
            </a:r>
            <a:r>
              <a:rPr kumimoji="1" lang="ja-JP" altLang="en-US" sz="1600" dirty="0"/>
              <a:t>他</a:t>
            </a:r>
            <a:endParaRPr kumimoji="1" lang="en-US" altLang="ja-JP" sz="1600" dirty="0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033F0064-8BF2-27F1-3EF7-1C91967ED2DA}"/>
              </a:ext>
            </a:extLst>
          </p:cNvPr>
          <p:cNvSpPr txBox="1"/>
          <p:nvPr/>
        </p:nvSpPr>
        <p:spPr>
          <a:xfrm>
            <a:off x="2044427" y="615526"/>
            <a:ext cx="12192000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1600" dirty="0"/>
              <a:t>米軍需産業も中国に握られている</a:t>
            </a:r>
            <a:endParaRPr kumimoji="1" lang="ja-JP" altLang="en-US" sz="1600" dirty="0"/>
          </a:p>
        </p:txBody>
      </p:sp>
      <p:pic>
        <p:nvPicPr>
          <p:cNvPr id="11268" name="Picture 4" descr="Microsoft unveils its new logo, the first major change in 25 years ...">
            <a:extLst>
              <a:ext uri="{FF2B5EF4-FFF2-40B4-BE49-F238E27FC236}">
                <a16:creationId xmlns:a16="http://schemas.microsoft.com/office/drawing/2014/main" id="{E4C8D85F-615F-8E4B-EB4C-0B2CE7D19C85}"/>
              </a:ext>
            </a:extLst>
          </p:cNvPr>
          <p:cNvPicPr>
            <a:picLocks noChangeAspect="1" noChangeArrowheads="1"/>
          </p:cNvPicPr>
          <p:nvPr/>
        </p:nvPicPr>
        <p:blipFill rotWithShape="1">
          <a:blip r:embed="rId1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 l="12039" t="33381" r="12148" b="36154"/>
          <a:stretch/>
        </p:blipFill>
        <p:spPr bwMode="auto">
          <a:xfrm>
            <a:off x="2718890" y="3943803"/>
            <a:ext cx="5325932" cy="1203858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pic>
        <p:nvPicPr>
          <p:cNvPr id="11270" name="Picture 6" descr="Google - Google - abcdef.wiki">
            <a:extLst>
              <a:ext uri="{FF2B5EF4-FFF2-40B4-BE49-F238E27FC236}">
                <a16:creationId xmlns:a16="http://schemas.microsoft.com/office/drawing/2014/main" id="{AA09D92B-69E1-CD97-4495-9B93ABFFED0B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1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2763638" y="2671948"/>
            <a:ext cx="5325932" cy="1810817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5868C77-282B-26B8-3857-C2EE5E780235}"/>
              </a:ext>
            </a:extLst>
          </p:cNvPr>
          <p:cNvSpPr txBox="1"/>
          <p:nvPr/>
        </p:nvSpPr>
        <p:spPr>
          <a:xfrm>
            <a:off x="0" y="353984"/>
            <a:ext cx="3821373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日本と中国が尖閣諸島でぶつかった時、</a:t>
            </a:r>
            <a:endParaRPr kumimoji="1" lang="en-US" altLang="ja-JP" sz="1600" dirty="0"/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E241B40A-280B-BC71-9720-ED887D6421E0}"/>
              </a:ext>
            </a:extLst>
          </p:cNvPr>
          <p:cNvSpPr txBox="1"/>
          <p:nvPr/>
        </p:nvSpPr>
        <p:spPr>
          <a:xfrm>
            <a:off x="3567414" y="353984"/>
            <a:ext cx="4531057" cy="33855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kumimoji="1" lang="ja-JP" altLang="en-US" sz="1600" dirty="0"/>
              <a:t>中国からのレアメタルの輸出が完全に止まった</a:t>
            </a:r>
            <a:endParaRPr lang="ja-JP" altLang="en-US" sz="1600" dirty="0"/>
          </a:p>
        </p:txBody>
      </p:sp>
    </p:spTree>
    <p:extLst>
      <p:ext uri="{BB962C8B-B14F-4D97-AF65-F5344CB8AC3E}">
        <p14:creationId xmlns:p14="http://schemas.microsoft.com/office/powerpoint/2010/main" val="297297981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3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13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1311" grpId="0" animBg="1"/>
    </p:bldLst>
  </p:timing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A95AF-0535-1CD4-8932-1641B485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" name="思考の吹き出し: 雲形 26">
            <a:extLst>
              <a:ext uri="{FF2B5EF4-FFF2-40B4-BE49-F238E27FC236}">
                <a16:creationId xmlns:a16="http://schemas.microsoft.com/office/drawing/2014/main" id="{6DA4A176-52BE-A04C-F74E-7FCF6EC0D760}"/>
              </a:ext>
            </a:extLst>
          </p:cNvPr>
          <p:cNvSpPr/>
          <p:nvPr/>
        </p:nvSpPr>
        <p:spPr>
          <a:xfrm>
            <a:off x="1992743" y="2493382"/>
            <a:ext cx="8408920" cy="1601419"/>
          </a:xfrm>
          <a:prstGeom prst="cloudCallout">
            <a:avLst>
              <a:gd name="adj1" fmla="val 59651"/>
              <a:gd name="adj2" fmla="val 15161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5" name="思考の吹き出し: 雲形 24">
            <a:extLst>
              <a:ext uri="{FF2B5EF4-FFF2-40B4-BE49-F238E27FC236}">
                <a16:creationId xmlns:a16="http://schemas.microsoft.com/office/drawing/2014/main" id="{1C0EC654-556B-C6C7-D0E0-462F3F4CC57B}"/>
              </a:ext>
            </a:extLst>
          </p:cNvPr>
          <p:cNvSpPr/>
          <p:nvPr/>
        </p:nvSpPr>
        <p:spPr>
          <a:xfrm>
            <a:off x="1992743" y="1076334"/>
            <a:ext cx="4848587" cy="680310"/>
          </a:xfrm>
          <a:prstGeom prst="cloudCallout">
            <a:avLst>
              <a:gd name="adj1" fmla="val -70338"/>
              <a:gd name="adj2" fmla="val 138106"/>
            </a:avLst>
          </a:prstGeom>
          <a:solidFill>
            <a:srgbClr val="FFC3C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5BE165E1-594C-8D26-DD34-E23C8D216F94}"/>
              </a:ext>
            </a:extLst>
          </p:cNvPr>
          <p:cNvSpPr txBox="1"/>
          <p:nvPr/>
        </p:nvSpPr>
        <p:spPr>
          <a:xfrm>
            <a:off x="2738077" y="1110313"/>
            <a:ext cx="3357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原材料</a:t>
            </a:r>
            <a:r>
              <a:rPr kumimoji="1" lang="en-US" altLang="ja-JP" dirty="0"/>
              <a:t>&lt;&lt;(</a:t>
            </a:r>
            <a:r>
              <a:rPr kumimoji="1" lang="ja-JP" altLang="en-US" dirty="0"/>
              <a:t>売り上げ</a:t>
            </a:r>
            <a:r>
              <a:rPr kumimoji="1" lang="en-US" altLang="ja-JP" dirty="0"/>
              <a:t>)&lt;&lt;</a:t>
            </a:r>
            <a:r>
              <a:rPr kumimoji="1" lang="ja-JP" altLang="en-US" dirty="0"/>
              <a:t>加工品</a:t>
            </a:r>
            <a:endParaRPr kumimoji="1" lang="en-US" altLang="ja-JP" dirty="0"/>
          </a:p>
          <a:p>
            <a:r>
              <a:rPr kumimoji="1" lang="ja-JP" altLang="en-US" dirty="0"/>
              <a:t>だから、技術力欲しい</a:t>
            </a:r>
          </a:p>
        </p:txBody>
      </p:sp>
      <p:sp>
        <p:nvSpPr>
          <p:cNvPr id="26" name="吹き出し: 角を丸めた四角形 25">
            <a:extLst>
              <a:ext uri="{FF2B5EF4-FFF2-40B4-BE49-F238E27FC236}">
                <a16:creationId xmlns:a16="http://schemas.microsoft.com/office/drawing/2014/main" id="{D61CE8D4-DB38-2111-7D77-7A30DA12A84C}"/>
              </a:ext>
            </a:extLst>
          </p:cNvPr>
          <p:cNvSpPr/>
          <p:nvPr/>
        </p:nvSpPr>
        <p:spPr>
          <a:xfrm>
            <a:off x="2680990" y="1847051"/>
            <a:ext cx="3472092" cy="646331"/>
          </a:xfrm>
          <a:prstGeom prst="wedgeRoundRectCallout">
            <a:avLst>
              <a:gd name="adj1" fmla="val -95725"/>
              <a:gd name="adj2" fmla="val 91237"/>
              <a:gd name="adj3" fmla="val 16667"/>
            </a:avLst>
          </a:prstGeom>
          <a:solidFill>
            <a:srgbClr val="FFC3C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6066876-3CB3-B127-40E2-7605093BFD23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6565ED0-9A7D-DA7C-46D2-C5BBB04FF07D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BBCAA4C-DFD4-4BCC-877F-F7AE150B98D1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2C8A42E4-FDA7-3DF2-9588-D5CA975F5C14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EFA1DDD-F320-F8D6-A08D-7E6E4CA98DF8}"/>
              </a:ext>
            </a:extLst>
          </p:cNvPr>
          <p:cNvSpPr txBox="1"/>
          <p:nvPr/>
        </p:nvSpPr>
        <p:spPr>
          <a:xfrm>
            <a:off x="0" y="2921168"/>
            <a:ext cx="9286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6000" dirty="0"/>
              <a:t>中</a:t>
            </a:r>
            <a:endParaRPr kumimoji="1" lang="ja-JP" altLang="en-US" sz="6000" dirty="0"/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A3FCFD-1DF3-48AC-96C3-97595CC40A81}"/>
              </a:ext>
            </a:extLst>
          </p:cNvPr>
          <p:cNvSpPr txBox="1"/>
          <p:nvPr/>
        </p:nvSpPr>
        <p:spPr>
          <a:xfrm>
            <a:off x="11263313" y="2921168"/>
            <a:ext cx="9286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dirty="0"/>
              <a:t>米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5C9F9376-BF8C-5CAE-1CC2-16924FFA91BF}"/>
              </a:ext>
            </a:extLst>
          </p:cNvPr>
          <p:cNvSpPr txBox="1"/>
          <p:nvPr/>
        </p:nvSpPr>
        <p:spPr>
          <a:xfrm>
            <a:off x="2738076" y="1881030"/>
            <a:ext cx="335792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dirty="0"/>
              <a:t>経済特区</a:t>
            </a:r>
            <a:r>
              <a:rPr kumimoji="1" lang="ja-JP" altLang="en-US" dirty="0"/>
              <a:t>に工場移せば、関税とか輸送費かからないよ！！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65BD20B0-17D1-6454-493C-029804BB2346}"/>
              </a:ext>
            </a:extLst>
          </p:cNvPr>
          <p:cNvSpPr txBox="1"/>
          <p:nvPr/>
        </p:nvSpPr>
        <p:spPr>
          <a:xfrm>
            <a:off x="6095999" y="2651747"/>
            <a:ext cx="335792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嫌だけど、断ると</a:t>
            </a:r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4AC4C9D9-4C95-3FED-76E4-F803C436DB65}"/>
              </a:ext>
            </a:extLst>
          </p:cNvPr>
          <p:cNvSpPr txBox="1"/>
          <p:nvPr/>
        </p:nvSpPr>
        <p:spPr>
          <a:xfrm>
            <a:off x="2271484" y="3021079"/>
            <a:ext cx="367018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じゃぁレアメタルの輸出止めるね</a:t>
            </a:r>
            <a:endParaRPr kumimoji="1" lang="ja-JP" altLang="en-US" dirty="0"/>
          </a:p>
        </p:txBody>
      </p:sp>
      <p:sp>
        <p:nvSpPr>
          <p:cNvPr id="20" name="テキスト ボックス 19">
            <a:extLst>
              <a:ext uri="{FF2B5EF4-FFF2-40B4-BE49-F238E27FC236}">
                <a16:creationId xmlns:a16="http://schemas.microsoft.com/office/drawing/2014/main" id="{1C2DD8C1-8C66-0D2C-582E-C4948069343B}"/>
              </a:ext>
            </a:extLst>
          </p:cNvPr>
          <p:cNvSpPr txBox="1"/>
          <p:nvPr/>
        </p:nvSpPr>
        <p:spPr>
          <a:xfrm>
            <a:off x="6095999" y="3306930"/>
            <a:ext cx="347662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ってなるから、行くしかない</a:t>
            </a:r>
            <a:r>
              <a:rPr kumimoji="1" lang="en-US" altLang="ja-JP" dirty="0"/>
              <a:t>…</a:t>
            </a:r>
            <a:endParaRPr kumimoji="1" lang="ja-JP" altLang="en-US" dirty="0"/>
          </a:p>
        </p:txBody>
      </p:sp>
      <p:sp>
        <p:nvSpPr>
          <p:cNvPr id="33" name="思考の吹き出し: 雲形 32">
            <a:extLst>
              <a:ext uri="{FF2B5EF4-FFF2-40B4-BE49-F238E27FC236}">
                <a16:creationId xmlns:a16="http://schemas.microsoft.com/office/drawing/2014/main" id="{87EFEE97-D2F9-1976-87EB-D65AB2F19100}"/>
              </a:ext>
            </a:extLst>
          </p:cNvPr>
          <p:cNvSpPr/>
          <p:nvPr/>
        </p:nvSpPr>
        <p:spPr>
          <a:xfrm>
            <a:off x="1790337" y="3936831"/>
            <a:ext cx="5796326" cy="1315211"/>
          </a:xfrm>
          <a:prstGeom prst="cloudCallout">
            <a:avLst>
              <a:gd name="adj1" fmla="val -63266"/>
              <a:gd name="adj2" fmla="val -69808"/>
            </a:avLst>
          </a:prstGeom>
          <a:solidFill>
            <a:srgbClr val="FFC3C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34" name="テキスト ボックス 33">
            <a:extLst>
              <a:ext uri="{FF2B5EF4-FFF2-40B4-BE49-F238E27FC236}">
                <a16:creationId xmlns:a16="http://schemas.microsoft.com/office/drawing/2014/main" id="{2F92DF89-C67B-8080-59FF-97EBCAED84FD}"/>
              </a:ext>
            </a:extLst>
          </p:cNvPr>
          <p:cNvSpPr txBox="1"/>
          <p:nvPr/>
        </p:nvSpPr>
        <p:spPr>
          <a:xfrm>
            <a:off x="2737846" y="4094802"/>
            <a:ext cx="3791542" cy="107721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3200" dirty="0"/>
              <a:t>しめしめ。</a:t>
            </a:r>
            <a:endParaRPr lang="en-US" altLang="ja-JP" sz="3200" dirty="0"/>
          </a:p>
          <a:p>
            <a:r>
              <a:rPr kumimoji="1" lang="ja-JP" altLang="en-US" sz="3200" dirty="0"/>
              <a:t>これで経済大国だ</a:t>
            </a:r>
            <a:r>
              <a:rPr kumimoji="1" lang="en-US" altLang="ja-JP" sz="3200" dirty="0"/>
              <a:t>!!</a:t>
            </a:r>
            <a:endParaRPr kumimoji="1" lang="ja-JP" altLang="en-US" sz="3200" dirty="0"/>
          </a:p>
        </p:txBody>
      </p:sp>
      <p:sp>
        <p:nvSpPr>
          <p:cNvPr id="35" name="テキスト ボックス 34">
            <a:extLst>
              <a:ext uri="{FF2B5EF4-FFF2-40B4-BE49-F238E27FC236}">
                <a16:creationId xmlns:a16="http://schemas.microsoft.com/office/drawing/2014/main" id="{EEF2A485-4552-ADE6-16A1-2FD14EA6E183}"/>
              </a:ext>
            </a:extLst>
          </p:cNvPr>
          <p:cNvSpPr txBox="1"/>
          <p:nvPr/>
        </p:nvSpPr>
        <p:spPr>
          <a:xfrm>
            <a:off x="1128824" y="5512611"/>
            <a:ext cx="10048515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こうして、中国は</a:t>
            </a:r>
            <a:r>
              <a:rPr kumimoji="1" lang="en-US" altLang="ja-JP" sz="2400" dirty="0"/>
              <a:t>GDP</a:t>
            </a:r>
            <a:r>
              <a:rPr kumimoji="1" lang="ja-JP" altLang="en-US" sz="2400" dirty="0"/>
              <a:t>世界２位になりましたとさ。めでたしめでたし。</a:t>
            </a:r>
          </a:p>
        </p:txBody>
      </p:sp>
    </p:spTree>
    <p:extLst>
      <p:ext uri="{BB962C8B-B14F-4D97-AF65-F5344CB8AC3E}">
        <p14:creationId xmlns:p14="http://schemas.microsoft.com/office/powerpoint/2010/main" val="20357838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5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5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5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5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5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5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5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5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5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1" fill="hold">
                      <p:stCondLst>
                        <p:cond delay="indefinite"/>
                      </p:stCondLst>
                      <p:childTnLst>
                        <p:par>
                          <p:cTn id="42" fill="hold">
                            <p:stCondLst>
                              <p:cond delay="0"/>
                            </p:stCondLst>
                            <p:childTnLst>
                              <p:par>
                                <p:cTn id="4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50"/>
                                        <p:tgtEl>
                                          <p:spTgt spid="3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7" grpId="0" animBg="1"/>
      <p:bldP spid="25" grpId="0" animBg="1"/>
      <p:bldP spid="6" grpId="0"/>
      <p:bldP spid="26" grpId="0" animBg="1"/>
      <p:bldP spid="5" grpId="0"/>
      <p:bldP spid="14" grpId="0"/>
      <p:bldP spid="16" grpId="0"/>
      <p:bldP spid="20" grpId="0"/>
      <p:bldP spid="33" grpId="0" animBg="1"/>
      <p:bldP spid="34" grpId="0"/>
      <p:bldP spid="35" grpId="0"/>
    </p:bldLst>
  </p:timing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A95AF-0535-1CD4-8932-1641B485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6066876-3CB3-B127-40E2-7605093BFD23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6565ED0-9A7D-DA7C-46D2-C5BBB04FF07D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BBCAA4C-DFD4-4BCC-877F-F7AE150B98D1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2C8A42E4-FDA7-3DF2-9588-D5CA975F5C14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A3FCFD-1DF3-48AC-96C3-97595CC40A81}"/>
              </a:ext>
            </a:extLst>
          </p:cNvPr>
          <p:cNvSpPr txBox="1"/>
          <p:nvPr/>
        </p:nvSpPr>
        <p:spPr>
          <a:xfrm>
            <a:off x="11263313" y="2921168"/>
            <a:ext cx="9286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dirty="0"/>
              <a:t>米</a:t>
            </a:r>
          </a:p>
        </p:txBody>
      </p:sp>
      <p:sp>
        <p:nvSpPr>
          <p:cNvPr id="4" name="思考の吹き出し: 雲形 3">
            <a:extLst>
              <a:ext uri="{FF2B5EF4-FFF2-40B4-BE49-F238E27FC236}">
                <a16:creationId xmlns:a16="http://schemas.microsoft.com/office/drawing/2014/main" id="{E98A9EAF-6CD7-959F-FA12-B99E662B2792}"/>
              </a:ext>
            </a:extLst>
          </p:cNvPr>
          <p:cNvSpPr/>
          <p:nvPr/>
        </p:nvSpPr>
        <p:spPr>
          <a:xfrm>
            <a:off x="171450" y="628650"/>
            <a:ext cx="11444288" cy="2800350"/>
          </a:xfrm>
          <a:prstGeom prst="cloudCallout">
            <a:avLst>
              <a:gd name="adj1" fmla="val 45360"/>
              <a:gd name="adj2" fmla="val 4872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318D5A4-BAFD-82FC-C481-84A574053B9E}"/>
              </a:ext>
            </a:extLst>
          </p:cNvPr>
          <p:cNvSpPr txBox="1"/>
          <p:nvPr/>
        </p:nvSpPr>
        <p:spPr>
          <a:xfrm>
            <a:off x="1357313" y="1428660"/>
            <a:ext cx="7876333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中国の手から逃れるには、自国で採掘するしか無いが、</a:t>
            </a:r>
            <a:endParaRPr kumimoji="1" lang="en-US" altLang="ja-JP" sz="2400" dirty="0"/>
          </a:p>
          <a:p>
            <a:r>
              <a:rPr lang="ja-JP" altLang="en-US" sz="2400" dirty="0"/>
              <a:t>それは、</a:t>
            </a:r>
            <a:r>
              <a:rPr lang="en-US" altLang="ja-JP" sz="2400" dirty="0"/>
              <a:t>｢</a:t>
            </a:r>
            <a:r>
              <a:rPr lang="ja-JP" altLang="en-US" sz="2400" b="1" dirty="0"/>
              <a:t>経済的豊かさの追求</a:t>
            </a:r>
            <a:r>
              <a:rPr lang="en-US" altLang="ja-JP" sz="2400" dirty="0"/>
              <a:t>｣</a:t>
            </a:r>
            <a:r>
              <a:rPr lang="ja-JP" altLang="en-US" sz="2400" dirty="0"/>
              <a:t>と</a:t>
            </a:r>
            <a:r>
              <a:rPr lang="en-US" altLang="ja-JP" sz="2400" dirty="0"/>
              <a:t>｢</a:t>
            </a:r>
            <a:r>
              <a:rPr lang="ja-JP" altLang="en-US" sz="2400" b="1" dirty="0"/>
              <a:t>物質的豊かさの追求</a:t>
            </a:r>
            <a:r>
              <a:rPr lang="en-US" altLang="ja-JP" sz="2400" dirty="0"/>
              <a:t>｣</a:t>
            </a:r>
            <a:r>
              <a:rPr lang="ja-JP" altLang="en-US" sz="2400" dirty="0"/>
              <a:t>を</a:t>
            </a:r>
            <a:r>
              <a:rPr lang="ja-JP" altLang="en-US" sz="2400" b="1" dirty="0"/>
              <a:t>部分的に放棄する</a:t>
            </a:r>
            <a:r>
              <a:rPr lang="ja-JP" altLang="en-US" sz="2400" dirty="0"/>
              <a:t>ことになる</a:t>
            </a:r>
            <a:r>
              <a:rPr lang="en-US" altLang="ja-JP" sz="2400" dirty="0"/>
              <a:t>…</a:t>
            </a:r>
          </a:p>
        </p:txBody>
      </p:sp>
      <p:sp>
        <p:nvSpPr>
          <p:cNvPr id="8" name="思考の吹き出し: 雲形 7">
            <a:extLst>
              <a:ext uri="{FF2B5EF4-FFF2-40B4-BE49-F238E27FC236}">
                <a16:creationId xmlns:a16="http://schemas.microsoft.com/office/drawing/2014/main" id="{3EB87C02-749B-C7AB-E11D-CFBEB4123913}"/>
              </a:ext>
            </a:extLst>
          </p:cNvPr>
          <p:cNvSpPr/>
          <p:nvPr/>
        </p:nvSpPr>
        <p:spPr>
          <a:xfrm>
            <a:off x="-8827657" y="1076334"/>
            <a:ext cx="4848587" cy="680310"/>
          </a:xfrm>
          <a:prstGeom prst="cloudCallout">
            <a:avLst>
              <a:gd name="adj1" fmla="val -70338"/>
              <a:gd name="adj2" fmla="val 138106"/>
            </a:avLst>
          </a:prstGeom>
          <a:solidFill>
            <a:srgbClr val="FFC3C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88E55043-287A-1465-BF35-2AF91CA23C0D}"/>
              </a:ext>
            </a:extLst>
          </p:cNvPr>
          <p:cNvSpPr txBox="1"/>
          <p:nvPr/>
        </p:nvSpPr>
        <p:spPr>
          <a:xfrm>
            <a:off x="-8082323" y="1110313"/>
            <a:ext cx="3357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原材料</a:t>
            </a:r>
            <a:r>
              <a:rPr kumimoji="1" lang="en-US" altLang="ja-JP" dirty="0"/>
              <a:t>&lt;&lt;(</a:t>
            </a:r>
            <a:r>
              <a:rPr kumimoji="1" lang="ja-JP" altLang="en-US" dirty="0"/>
              <a:t>売り上げ</a:t>
            </a:r>
            <a:r>
              <a:rPr kumimoji="1" lang="en-US" altLang="ja-JP" dirty="0"/>
              <a:t>)&lt;&lt;</a:t>
            </a:r>
            <a:r>
              <a:rPr kumimoji="1" lang="ja-JP" altLang="en-US" dirty="0"/>
              <a:t>加工品</a:t>
            </a:r>
            <a:endParaRPr kumimoji="1" lang="en-US" altLang="ja-JP" dirty="0"/>
          </a:p>
          <a:p>
            <a:r>
              <a:rPr kumimoji="1" lang="ja-JP" altLang="en-US" dirty="0"/>
              <a:t>だから、技術力欲しい</a:t>
            </a:r>
          </a:p>
        </p:txBody>
      </p:sp>
      <p:sp>
        <p:nvSpPr>
          <p:cNvPr id="15" name="吹き出し: 角を丸めた四角形 14">
            <a:extLst>
              <a:ext uri="{FF2B5EF4-FFF2-40B4-BE49-F238E27FC236}">
                <a16:creationId xmlns:a16="http://schemas.microsoft.com/office/drawing/2014/main" id="{EFCE6C8C-5DCB-5BEE-02C5-474D0DF2516F}"/>
              </a:ext>
            </a:extLst>
          </p:cNvPr>
          <p:cNvSpPr/>
          <p:nvPr/>
        </p:nvSpPr>
        <p:spPr>
          <a:xfrm>
            <a:off x="-8139410" y="1847051"/>
            <a:ext cx="3472092" cy="646331"/>
          </a:xfrm>
          <a:prstGeom prst="wedgeRoundRectCallout">
            <a:avLst>
              <a:gd name="adj1" fmla="val -95725"/>
              <a:gd name="adj2" fmla="val 91237"/>
              <a:gd name="adj3" fmla="val 16667"/>
            </a:avLst>
          </a:prstGeom>
          <a:solidFill>
            <a:srgbClr val="FFC3C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2D242958-560E-E065-FED2-38F12C2D5485}"/>
              </a:ext>
            </a:extLst>
          </p:cNvPr>
          <p:cNvSpPr txBox="1"/>
          <p:nvPr/>
        </p:nvSpPr>
        <p:spPr>
          <a:xfrm>
            <a:off x="-10820400" y="2921168"/>
            <a:ext cx="9286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6000" dirty="0"/>
              <a:t>中</a:t>
            </a:r>
            <a:endParaRPr kumimoji="1" lang="ja-JP" altLang="en-US" sz="6000" dirty="0"/>
          </a:p>
        </p:txBody>
      </p:sp>
      <p:sp>
        <p:nvSpPr>
          <p:cNvPr id="18" name="テキスト ボックス 17">
            <a:extLst>
              <a:ext uri="{FF2B5EF4-FFF2-40B4-BE49-F238E27FC236}">
                <a16:creationId xmlns:a16="http://schemas.microsoft.com/office/drawing/2014/main" id="{E6A75381-6E6F-C5B5-E199-21FCEDF7F6DA}"/>
              </a:ext>
            </a:extLst>
          </p:cNvPr>
          <p:cNvSpPr txBox="1"/>
          <p:nvPr/>
        </p:nvSpPr>
        <p:spPr>
          <a:xfrm>
            <a:off x="-8082324" y="1881030"/>
            <a:ext cx="3357923" cy="646331"/>
          </a:xfrm>
          <a:prstGeom prst="rect">
            <a:avLst/>
          </a:prstGeom>
          <a:noFill/>
          <a:ln>
            <a:noFill/>
          </a:ln>
        </p:spPr>
        <p:txBody>
          <a:bodyPr wrap="square" rtlCol="0">
            <a:spAutoFit/>
          </a:bodyPr>
          <a:lstStyle/>
          <a:p>
            <a:r>
              <a:rPr lang="ja-JP" altLang="en-US" dirty="0"/>
              <a:t>経済特区</a:t>
            </a:r>
            <a:r>
              <a:rPr kumimoji="1" lang="ja-JP" altLang="en-US" dirty="0"/>
              <a:t>に工場移せば、関税とか輸送費かからないよ！！</a:t>
            </a:r>
          </a:p>
        </p:txBody>
      </p:sp>
      <p:sp>
        <p:nvSpPr>
          <p:cNvPr id="19" name="思考の吹き出し: 雲形 18">
            <a:extLst>
              <a:ext uri="{FF2B5EF4-FFF2-40B4-BE49-F238E27FC236}">
                <a16:creationId xmlns:a16="http://schemas.microsoft.com/office/drawing/2014/main" id="{A94432E6-E7A0-E404-E1EE-506F75489420}"/>
              </a:ext>
            </a:extLst>
          </p:cNvPr>
          <p:cNvSpPr/>
          <p:nvPr/>
        </p:nvSpPr>
        <p:spPr>
          <a:xfrm>
            <a:off x="-9030063" y="4040498"/>
            <a:ext cx="4848587" cy="680310"/>
          </a:xfrm>
          <a:prstGeom prst="cloudCallout">
            <a:avLst>
              <a:gd name="adj1" fmla="val -63266"/>
              <a:gd name="adj2" fmla="val -69808"/>
            </a:avLst>
          </a:prstGeom>
          <a:solidFill>
            <a:srgbClr val="FFC3C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21" name="テキスト ボックス 20">
            <a:extLst>
              <a:ext uri="{FF2B5EF4-FFF2-40B4-BE49-F238E27FC236}">
                <a16:creationId xmlns:a16="http://schemas.microsoft.com/office/drawing/2014/main" id="{C87B97C1-41C4-5393-9E93-AA34368EDDEA}"/>
              </a:ext>
            </a:extLst>
          </p:cNvPr>
          <p:cNvSpPr txBox="1"/>
          <p:nvPr/>
        </p:nvSpPr>
        <p:spPr>
          <a:xfrm>
            <a:off x="-8082554" y="4094802"/>
            <a:ext cx="3357923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dirty="0"/>
              <a:t>しめしめ。</a:t>
            </a:r>
            <a:endParaRPr lang="en-US" altLang="ja-JP" dirty="0"/>
          </a:p>
          <a:p>
            <a:r>
              <a:rPr kumimoji="1" lang="ja-JP" altLang="en-US" dirty="0"/>
              <a:t>これで経済大国だ</a:t>
            </a:r>
            <a:r>
              <a:rPr kumimoji="1" lang="en-US" altLang="ja-JP" dirty="0"/>
              <a:t>!!</a:t>
            </a:r>
            <a:endParaRPr kumimoji="1" lang="ja-JP" altLang="en-US" dirty="0"/>
          </a:p>
        </p:txBody>
      </p:sp>
      <p:sp>
        <p:nvSpPr>
          <p:cNvPr id="2" name="吹き出し: 角を丸めた四角形 1">
            <a:extLst>
              <a:ext uri="{FF2B5EF4-FFF2-40B4-BE49-F238E27FC236}">
                <a16:creationId xmlns:a16="http://schemas.microsoft.com/office/drawing/2014/main" id="{7C086EF3-0A78-1369-5C20-ABD4789D3720}"/>
              </a:ext>
            </a:extLst>
          </p:cNvPr>
          <p:cNvSpPr/>
          <p:nvPr/>
        </p:nvSpPr>
        <p:spPr>
          <a:xfrm>
            <a:off x="-12906375" y="4343400"/>
            <a:ext cx="12192000" cy="2514600"/>
          </a:xfrm>
          <a:prstGeom prst="wedgeRoundRectCallout">
            <a:avLst>
              <a:gd name="adj1" fmla="val -42708"/>
              <a:gd name="adj2" fmla="val -85985"/>
              <a:gd name="adj3" fmla="val 16667"/>
            </a:avLst>
          </a:prstGeom>
          <a:solidFill>
            <a:srgbClr val="FFC3C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2A2B6404-51CC-DFFE-843A-19C558139D95}"/>
              </a:ext>
            </a:extLst>
          </p:cNvPr>
          <p:cNvSpPr txBox="1"/>
          <p:nvPr/>
        </p:nvSpPr>
        <p:spPr>
          <a:xfrm>
            <a:off x="-12906375" y="4731514"/>
            <a:ext cx="1219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b="1" dirty="0"/>
              <a:t>“中東には石油があるように、中国にはレアアースがある。</a:t>
            </a:r>
            <a:endParaRPr lang="en-US" altLang="ja-JP" sz="3600" b="1" dirty="0"/>
          </a:p>
          <a:p>
            <a:r>
              <a:rPr lang="ja-JP" altLang="en-US" sz="3600" b="1" dirty="0"/>
              <a:t>それは、中国に優位をもたらすだろう”</a:t>
            </a:r>
            <a:endParaRPr lang="en-US" altLang="ja-JP" sz="3600" b="1" dirty="0"/>
          </a:p>
          <a:p>
            <a:pPr algn="r"/>
            <a:r>
              <a:rPr lang="ja-JP" altLang="en-US" sz="3600" b="1" dirty="0"/>
              <a:t>中東有石油、中国有稀上、一定把我国稀土的優勢発揮</a:t>
            </a:r>
          </a:p>
        </p:txBody>
      </p:sp>
      <p:sp>
        <p:nvSpPr>
          <p:cNvPr id="14" name="テキスト ボックス 13">
            <a:extLst>
              <a:ext uri="{FF2B5EF4-FFF2-40B4-BE49-F238E27FC236}">
                <a16:creationId xmlns:a16="http://schemas.microsoft.com/office/drawing/2014/main" id="{751B68E2-60A2-741A-9072-2007C5A023F2}"/>
              </a:ext>
            </a:extLst>
          </p:cNvPr>
          <p:cNvSpPr txBox="1"/>
          <p:nvPr/>
        </p:nvSpPr>
        <p:spPr>
          <a:xfrm>
            <a:off x="-6018281" y="6443076"/>
            <a:ext cx="5303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元 中華人民共和国 国家主席 鄧小平 南巡講話にて</a:t>
            </a:r>
          </a:p>
        </p:txBody>
      </p:sp>
    </p:spTree>
    <p:extLst>
      <p:ext uri="{BB962C8B-B14F-4D97-AF65-F5344CB8AC3E}">
        <p14:creationId xmlns:p14="http://schemas.microsoft.com/office/powerpoint/2010/main" val="3753412178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Object"/>
      </p:transition>
    </mc:Choice>
    <mc:Fallback xmlns="">
      <p:transition spd="slow">
        <p:fade/>
      </p:transition>
    </mc:Fallback>
  </mc:AlternateContent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A95AF-0535-1CD4-8932-1641B485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8" name="吹き出し: 角を丸めた四角形 17">
            <a:extLst>
              <a:ext uri="{FF2B5EF4-FFF2-40B4-BE49-F238E27FC236}">
                <a16:creationId xmlns:a16="http://schemas.microsoft.com/office/drawing/2014/main" id="{1DDF512B-D0F1-68B8-B715-0FCD7FA9479F}"/>
              </a:ext>
            </a:extLst>
          </p:cNvPr>
          <p:cNvSpPr/>
          <p:nvPr/>
        </p:nvSpPr>
        <p:spPr>
          <a:xfrm>
            <a:off x="0" y="4343400"/>
            <a:ext cx="12192000" cy="2514600"/>
          </a:xfrm>
          <a:prstGeom prst="wedgeRoundRectCallout">
            <a:avLst>
              <a:gd name="adj1" fmla="val -42708"/>
              <a:gd name="adj2" fmla="val -85985"/>
              <a:gd name="adj3" fmla="val 16667"/>
            </a:avLst>
          </a:prstGeom>
          <a:solidFill>
            <a:srgbClr val="FFC3C3"/>
          </a:solidFill>
          <a:ln>
            <a:solidFill>
              <a:srgbClr val="FF0000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6066876-3CB3-B127-40E2-7605093BFD23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6565ED0-9A7D-DA7C-46D2-C5BBB04FF07D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BBCAA4C-DFD4-4BCC-877F-F7AE150B98D1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2C8A42E4-FDA7-3DF2-9588-D5CA975F5C14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3" name="テキスト ボックス 2">
            <a:extLst>
              <a:ext uri="{FF2B5EF4-FFF2-40B4-BE49-F238E27FC236}">
                <a16:creationId xmlns:a16="http://schemas.microsoft.com/office/drawing/2014/main" id="{30A3FCFD-1DF3-48AC-96C3-97595CC40A81}"/>
              </a:ext>
            </a:extLst>
          </p:cNvPr>
          <p:cNvSpPr txBox="1"/>
          <p:nvPr/>
        </p:nvSpPr>
        <p:spPr>
          <a:xfrm>
            <a:off x="11263313" y="2114550"/>
            <a:ext cx="9286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6000" dirty="0"/>
              <a:t>米</a:t>
            </a:r>
          </a:p>
        </p:txBody>
      </p:sp>
      <p:sp>
        <p:nvSpPr>
          <p:cNvPr id="4" name="思考の吹き出し: 雲形 3">
            <a:extLst>
              <a:ext uri="{FF2B5EF4-FFF2-40B4-BE49-F238E27FC236}">
                <a16:creationId xmlns:a16="http://schemas.microsoft.com/office/drawing/2014/main" id="{E98A9EAF-6CD7-959F-FA12-B99E662B2792}"/>
              </a:ext>
            </a:extLst>
          </p:cNvPr>
          <p:cNvSpPr/>
          <p:nvPr/>
        </p:nvSpPr>
        <p:spPr>
          <a:xfrm>
            <a:off x="3571874" y="628650"/>
            <a:ext cx="8043863" cy="1800225"/>
          </a:xfrm>
          <a:prstGeom prst="cloudCallout">
            <a:avLst>
              <a:gd name="adj1" fmla="val 45360"/>
              <a:gd name="adj2" fmla="val 48724"/>
            </a:avLst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9318D5A4-BAFD-82FC-C481-84A574053B9E}"/>
              </a:ext>
            </a:extLst>
          </p:cNvPr>
          <p:cNvSpPr txBox="1"/>
          <p:nvPr/>
        </p:nvSpPr>
        <p:spPr>
          <a:xfrm>
            <a:off x="4572001" y="971460"/>
            <a:ext cx="5286375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中国の手から逃れるには、自国で採掘するしか無いが、</a:t>
            </a:r>
            <a:endParaRPr kumimoji="1" lang="en-US" altLang="ja-JP" sz="1600" dirty="0"/>
          </a:p>
          <a:p>
            <a:r>
              <a:rPr lang="ja-JP" altLang="en-US" sz="1600" dirty="0"/>
              <a:t>それは、</a:t>
            </a:r>
            <a:r>
              <a:rPr lang="en-US" altLang="ja-JP" sz="1600" dirty="0"/>
              <a:t>｢</a:t>
            </a:r>
            <a:r>
              <a:rPr lang="ja-JP" altLang="en-US" sz="1600" dirty="0"/>
              <a:t>経済的豊かさの追求</a:t>
            </a:r>
            <a:r>
              <a:rPr lang="en-US" altLang="ja-JP" sz="1600" dirty="0"/>
              <a:t>｣</a:t>
            </a:r>
            <a:r>
              <a:rPr lang="ja-JP" altLang="en-US" sz="1600" dirty="0"/>
              <a:t>と</a:t>
            </a:r>
            <a:r>
              <a:rPr lang="en-US" altLang="ja-JP" sz="1600" dirty="0"/>
              <a:t>｢</a:t>
            </a:r>
            <a:r>
              <a:rPr lang="ja-JP" altLang="en-US" sz="1600" dirty="0"/>
              <a:t>物質的豊かさの追求</a:t>
            </a:r>
            <a:r>
              <a:rPr lang="en-US" altLang="ja-JP" sz="1600" dirty="0"/>
              <a:t>｣</a:t>
            </a:r>
            <a:r>
              <a:rPr lang="ja-JP" altLang="en-US" sz="1600" dirty="0"/>
              <a:t>を部分的に放棄することになる</a:t>
            </a:r>
            <a:r>
              <a:rPr lang="en-US" altLang="ja-JP" sz="1600" dirty="0"/>
              <a:t>…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8CD62BBB-3533-C238-C01C-83C36EF1F2CC}"/>
              </a:ext>
            </a:extLst>
          </p:cNvPr>
          <p:cNvSpPr txBox="1"/>
          <p:nvPr/>
        </p:nvSpPr>
        <p:spPr>
          <a:xfrm>
            <a:off x="0" y="2921168"/>
            <a:ext cx="928687" cy="101566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6000" dirty="0"/>
              <a:t>中</a:t>
            </a:r>
            <a:endParaRPr kumimoji="1" lang="ja-JP" altLang="en-US" sz="6000" dirty="0"/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6DD9D17-F3C5-4EAB-982A-590A32E2020E}"/>
              </a:ext>
            </a:extLst>
          </p:cNvPr>
          <p:cNvSpPr txBox="1"/>
          <p:nvPr/>
        </p:nvSpPr>
        <p:spPr>
          <a:xfrm>
            <a:off x="0" y="4731514"/>
            <a:ext cx="12192000" cy="1754326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b="1" dirty="0"/>
              <a:t>“中東には石油があるように、中国にはレアアースがある。</a:t>
            </a:r>
            <a:endParaRPr lang="en-US" altLang="ja-JP" sz="3600" b="1" dirty="0"/>
          </a:p>
          <a:p>
            <a:r>
              <a:rPr lang="ja-JP" altLang="en-US" sz="3600" b="1" dirty="0"/>
              <a:t>それは、中国に優位をもたらすだろう”</a:t>
            </a:r>
            <a:endParaRPr lang="en-US" altLang="ja-JP" sz="3600" b="1" dirty="0"/>
          </a:p>
          <a:p>
            <a:pPr algn="ctr"/>
            <a:r>
              <a:rPr lang="ja-JP" altLang="en-US" sz="3600" b="1" dirty="0"/>
              <a:t>中東有石油、中国有稀上、一定把我国稀土的優勢発揮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99639B8-5628-C579-E217-703CA8FFC8AC}"/>
              </a:ext>
            </a:extLst>
          </p:cNvPr>
          <p:cNvSpPr txBox="1"/>
          <p:nvPr/>
        </p:nvSpPr>
        <p:spPr>
          <a:xfrm>
            <a:off x="6888094" y="6488668"/>
            <a:ext cx="5303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元 中華人民共和国 国家主席 鄧小平 南巡講話にて</a:t>
            </a:r>
          </a:p>
        </p:txBody>
      </p:sp>
    </p:spTree>
    <p:extLst>
      <p:ext uri="{BB962C8B-B14F-4D97-AF65-F5344CB8AC3E}">
        <p14:creationId xmlns:p14="http://schemas.microsoft.com/office/powerpoint/2010/main" val="1538142881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 advClick="0" advTm="0">
        <p159:morph option="byObject"/>
      </p:transition>
    </mc:Choice>
    <mc:Fallback>
      <p:transition spd="med" advClick="0" advTm="0">
        <p:fade/>
      </p:transition>
    </mc:Fallback>
  </mc:AlternateContent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FEA95AF-0535-1CD4-8932-1641B485A48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四角形: 角を丸くする 9">
            <a:extLst>
              <a:ext uri="{FF2B5EF4-FFF2-40B4-BE49-F238E27FC236}">
                <a16:creationId xmlns:a16="http://schemas.microsoft.com/office/drawing/2014/main" id="{B6066876-3CB3-B127-40E2-7605093BFD23}"/>
              </a:ext>
            </a:extLst>
          </p:cNvPr>
          <p:cNvSpPr/>
          <p:nvPr/>
        </p:nvSpPr>
        <p:spPr>
          <a:xfrm>
            <a:off x="-3577905" y="-447553"/>
            <a:ext cx="5849388" cy="690572"/>
          </a:xfrm>
          <a:prstGeom prst="roundRect">
            <a:avLst/>
          </a:prstGeom>
          <a:noFill/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1" name="テキスト ボックス 10">
            <a:extLst>
              <a:ext uri="{FF2B5EF4-FFF2-40B4-BE49-F238E27FC236}">
                <a16:creationId xmlns:a16="http://schemas.microsoft.com/office/drawing/2014/main" id="{C6565ED0-9A7D-DA7C-46D2-C5BBB04FF07D}"/>
              </a:ext>
            </a:extLst>
          </p:cNvPr>
          <p:cNvSpPr txBox="1"/>
          <p:nvPr/>
        </p:nvSpPr>
        <p:spPr>
          <a:xfrm>
            <a:off x="0" y="0"/>
            <a:ext cx="5941667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0BBCAA4C-DFD4-4BCC-877F-F7AE150B98D1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13" name="タイトル 1">
            <a:extLst>
              <a:ext uri="{FF2B5EF4-FFF2-40B4-BE49-F238E27FC236}">
                <a16:creationId xmlns:a16="http://schemas.microsoft.com/office/drawing/2014/main" id="{2C8A42E4-FDA7-3DF2-9588-D5CA975F5C14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16" name="テキスト ボックス 15">
            <a:extLst>
              <a:ext uri="{FF2B5EF4-FFF2-40B4-BE49-F238E27FC236}">
                <a16:creationId xmlns:a16="http://schemas.microsoft.com/office/drawing/2014/main" id="{96DD9D17-F3C5-4EAB-982A-590A32E2020E}"/>
              </a:ext>
            </a:extLst>
          </p:cNvPr>
          <p:cNvSpPr txBox="1"/>
          <p:nvPr/>
        </p:nvSpPr>
        <p:spPr>
          <a:xfrm>
            <a:off x="0" y="1551562"/>
            <a:ext cx="12192000" cy="187743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sz="36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“</a:t>
            </a:r>
            <a:r>
              <a:rPr lang="ja-JP" altLang="en-US" sz="4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中東には石油があるように、中国にはレアアースがある。</a:t>
            </a:r>
            <a:endParaRPr lang="en-US" altLang="ja-JP" sz="40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algn="r"/>
            <a:r>
              <a:rPr lang="ja-JP" altLang="en-US" sz="40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それは、中国に優位をもたらすだろう</a:t>
            </a:r>
            <a:r>
              <a:rPr lang="ja-JP" altLang="en-US" sz="36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”</a:t>
            </a:r>
            <a:endParaRPr lang="en-US" altLang="ja-JP" sz="3600" b="1" dirty="0">
              <a:ln>
                <a:solidFill>
                  <a:schemeClr val="tx1"/>
                </a:solidFill>
              </a:ln>
              <a:solidFill>
                <a:srgbClr val="FF0000"/>
              </a:solidFill>
              <a:latin typeface="BIZ UDP明朝 Medium" panose="02020500000000000000" pitchFamily="18" charset="-128"/>
              <a:ea typeface="BIZ UDP明朝 Medium" panose="02020500000000000000" pitchFamily="18" charset="-128"/>
            </a:endParaRPr>
          </a:p>
          <a:p>
            <a:pPr algn="ctr"/>
            <a:r>
              <a:rPr lang="ja-JP" altLang="en-US" sz="3600" b="1" dirty="0">
                <a:ln>
                  <a:solidFill>
                    <a:schemeClr val="tx1"/>
                  </a:solidFill>
                </a:ln>
                <a:solidFill>
                  <a:srgbClr val="FF0000"/>
                </a:solidFill>
                <a:latin typeface="BIZ UDP明朝 Medium" panose="02020500000000000000" pitchFamily="18" charset="-128"/>
                <a:ea typeface="BIZ UDP明朝 Medium" panose="02020500000000000000" pitchFamily="18" charset="-128"/>
              </a:rPr>
              <a:t>中東有石油、中国有稀上、一定把我国稀土的優勢発揮</a:t>
            </a:r>
          </a:p>
        </p:txBody>
      </p:sp>
      <p:sp>
        <p:nvSpPr>
          <p:cNvPr id="17" name="テキスト ボックス 16">
            <a:extLst>
              <a:ext uri="{FF2B5EF4-FFF2-40B4-BE49-F238E27FC236}">
                <a16:creationId xmlns:a16="http://schemas.microsoft.com/office/drawing/2014/main" id="{099639B8-5628-C579-E217-703CA8FFC8AC}"/>
              </a:ext>
            </a:extLst>
          </p:cNvPr>
          <p:cNvSpPr txBox="1"/>
          <p:nvPr/>
        </p:nvSpPr>
        <p:spPr>
          <a:xfrm>
            <a:off x="6888094" y="3429000"/>
            <a:ext cx="5303906" cy="36933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r>
              <a:rPr lang="ja-JP" altLang="en-US" dirty="0"/>
              <a:t>元 中華人民共和国 国家主席 鄧小平 南巡講話にて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67B504CB-7597-3EFD-CDDE-26542DEB24C3}"/>
              </a:ext>
            </a:extLst>
          </p:cNvPr>
          <p:cNvSpPr txBox="1"/>
          <p:nvPr/>
        </p:nvSpPr>
        <p:spPr>
          <a:xfrm>
            <a:off x="0" y="3798332"/>
            <a:ext cx="111760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2400" dirty="0"/>
              <a:t>これが、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282DEB4-9050-4E92-4F61-53FCE7F0929A}"/>
              </a:ext>
            </a:extLst>
          </p:cNvPr>
          <p:cNvSpPr txBox="1"/>
          <p:nvPr/>
        </p:nvSpPr>
        <p:spPr>
          <a:xfrm>
            <a:off x="452649" y="4259997"/>
            <a:ext cx="11286702" cy="1631216"/>
          </a:xfrm>
          <a:prstGeom prst="rect">
            <a:avLst/>
          </a:prstGeom>
          <a:solidFill>
            <a:schemeClr val="bg1"/>
          </a:solidFill>
        </p:spPr>
        <p:txBody>
          <a:bodyPr wrap="square" rtlCol="0">
            <a:spAutoFit/>
          </a:bodyPr>
          <a:lstStyle/>
          <a:p>
            <a:r>
              <a:rPr kumimoji="1" lang="ja-JP" altLang="en-US" sz="10000" b="1" dirty="0">
                <a:latin typeface="HGPｺﾞｼｯｸE" panose="020B0900000000000000" pitchFamily="50" charset="-128"/>
                <a:ea typeface="HGPｺﾞｼｯｸE" panose="020B0900000000000000" pitchFamily="50" charset="-128"/>
              </a:rPr>
              <a:t>資源による間接支配</a:t>
            </a:r>
          </a:p>
        </p:txBody>
      </p:sp>
    </p:spTree>
    <p:extLst>
      <p:ext uri="{BB962C8B-B14F-4D97-AF65-F5344CB8AC3E}">
        <p14:creationId xmlns:p14="http://schemas.microsoft.com/office/powerpoint/2010/main" val="453877009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slow">
        <p159:morph option="byObject"/>
      </p:transition>
    </mc:Choice>
    <mc:Fallback>
      <p:transition spd="slow">
        <p:fade/>
      </p:transition>
    </mc:Fallback>
  </mc:AlternateContent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F370DE2-D37C-523E-79F0-3EDC58CF860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楕円 6">
            <a:extLst>
              <a:ext uri="{FF2B5EF4-FFF2-40B4-BE49-F238E27FC236}">
                <a16:creationId xmlns:a16="http://schemas.microsoft.com/office/drawing/2014/main" id="{FCE7BF89-4D33-384F-BDE0-FBC29C7323A3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33BDDE49-7F29-4BC2-6F83-592BAD818FA6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FCD670A6-9C5C-4E7C-6C0F-A3D1E5F6586A}"/>
              </a:ext>
            </a:extLst>
          </p:cNvPr>
          <p:cNvSpPr txBox="1"/>
          <p:nvPr/>
        </p:nvSpPr>
        <p:spPr>
          <a:xfrm>
            <a:off x="1662952" y="1154668"/>
            <a:ext cx="1001438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5AEE5C5C-F4D4-6308-7A8F-E8E5E0A9D89D}"/>
              </a:ext>
            </a:extLst>
          </p:cNvPr>
          <p:cNvSpPr txBox="1"/>
          <p:nvPr/>
        </p:nvSpPr>
        <p:spPr>
          <a:xfrm>
            <a:off x="1662953" y="2214283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4E5AD322-C6CE-7224-6C62-00818720D88F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AFBF9DA3-D1B1-1882-301B-1E311F920F3D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F0692C35-E92A-E8E6-3FEB-F031558DF8D6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  <p:sp>
        <p:nvSpPr>
          <p:cNvPr id="6" name="四角形: 角を丸くする 5">
            <a:extLst>
              <a:ext uri="{FF2B5EF4-FFF2-40B4-BE49-F238E27FC236}">
                <a16:creationId xmlns:a16="http://schemas.microsoft.com/office/drawing/2014/main" id="{C1610314-6D98-2917-FE02-372190006C3C}"/>
              </a:ext>
            </a:extLst>
          </p:cNvPr>
          <p:cNvSpPr/>
          <p:nvPr/>
        </p:nvSpPr>
        <p:spPr>
          <a:xfrm>
            <a:off x="1662952" y="3168101"/>
            <a:ext cx="8866093" cy="936794"/>
          </a:xfrm>
          <a:prstGeom prst="roundRect">
            <a:avLst/>
          </a:prstGeom>
          <a:solidFill>
            <a:schemeClr val="accent6">
              <a:lumMod val="20000"/>
              <a:lumOff val="80000"/>
            </a:schemeClr>
          </a:solidFill>
          <a:ln>
            <a:solidFill>
              <a:schemeClr val="accent6">
                <a:lumMod val="60000"/>
                <a:lumOff val="4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1140E328-56DE-50DF-A57D-0452DEAED59A}"/>
              </a:ext>
            </a:extLst>
          </p:cNvPr>
          <p:cNvSpPr txBox="1"/>
          <p:nvPr/>
        </p:nvSpPr>
        <p:spPr>
          <a:xfrm>
            <a:off x="1662953" y="3273898"/>
            <a:ext cx="8866094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</p:spTree>
    <p:extLst>
      <p:ext uri="{BB962C8B-B14F-4D97-AF65-F5344CB8AC3E}">
        <p14:creationId xmlns:p14="http://schemas.microsoft.com/office/powerpoint/2010/main" val="2134867980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D3E2FBEC-AE42-33EA-CEE1-10B49F20A191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4A32D093-1006-AF92-47C2-B42B1DEE65EA}"/>
              </a:ext>
            </a:extLst>
          </p:cNvPr>
          <p:cNvSpPr/>
          <p:nvPr/>
        </p:nvSpPr>
        <p:spPr>
          <a:xfrm>
            <a:off x="1662953" y="3191436"/>
            <a:ext cx="5052172" cy="475129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5E4E7559-B8E1-2722-52A7-A2826196CC8C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72380CF-416B-FF49-D38A-BAC4701404BA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5661253C-1C3A-B249-1136-C348F94A91FF}"/>
              </a:ext>
            </a:extLst>
          </p:cNvPr>
          <p:cNvSpPr txBox="1"/>
          <p:nvPr/>
        </p:nvSpPr>
        <p:spPr>
          <a:xfrm>
            <a:off x="1662953" y="1154668"/>
            <a:ext cx="8023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93F7DCF3-FB97-5BAB-8ECD-1DACB85C3D22}"/>
              </a:ext>
            </a:extLst>
          </p:cNvPr>
          <p:cNvSpPr txBox="1"/>
          <p:nvPr/>
        </p:nvSpPr>
        <p:spPr>
          <a:xfrm>
            <a:off x="1662953" y="2214283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4A1063BE-D4C6-B787-4439-151B4FA32D8E}"/>
              </a:ext>
            </a:extLst>
          </p:cNvPr>
          <p:cNvSpPr txBox="1"/>
          <p:nvPr/>
        </p:nvSpPr>
        <p:spPr>
          <a:xfrm>
            <a:off x="1662953" y="3273898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C4A37748-5B49-7ABF-7FBA-CA7C1DE4BBD9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D1D35AA5-8CD2-64E1-A9A5-6858527CA63C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ED04478F-14E5-5C7A-6295-604DA718A673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321539231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 advClick="0" advTm="0">
        <p159:morph option="byObject"/>
      </p:transition>
    </mc:Choice>
    <mc:Fallback xmlns="">
      <p:transition spd="med" advClick="0" advTm="0">
        <p:fade/>
      </p:transition>
    </mc:Fallback>
  </mc:AlternateContent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C66BA45-947F-86F8-8C85-4710738658F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1AB02F5C-C4E1-795F-18BE-A834C38CBFD7}"/>
              </a:ext>
            </a:extLst>
          </p:cNvPr>
          <p:cNvSpPr/>
          <p:nvPr/>
        </p:nvSpPr>
        <p:spPr>
          <a:xfrm>
            <a:off x="1694330" y="4168589"/>
            <a:ext cx="596433" cy="475129"/>
          </a:xfrm>
          <a:prstGeom prst="roundRect">
            <a:avLst/>
          </a:prstGeom>
          <a:ln>
            <a:solidFill>
              <a:schemeClr val="tx1"/>
            </a:solidFill>
          </a:ln>
        </p:spPr>
        <p:style>
          <a:lnRef idx="2">
            <a:schemeClr val="accent4"/>
          </a:lnRef>
          <a:fillRef idx="1">
            <a:schemeClr val="lt1"/>
          </a:fillRef>
          <a:effectRef idx="0">
            <a:schemeClr val="accent4"/>
          </a:effectRef>
          <a:fontRef idx="minor">
            <a:schemeClr val="dk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373329FB-C807-27EE-17FD-9DF072371825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407B9DF-C7D2-F299-D7B0-A9F8A92EE131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0AAEF079-4913-C878-FD01-20348A99B50C}"/>
              </a:ext>
            </a:extLst>
          </p:cNvPr>
          <p:cNvSpPr txBox="1"/>
          <p:nvPr/>
        </p:nvSpPr>
        <p:spPr>
          <a:xfrm>
            <a:off x="1662953" y="1154668"/>
            <a:ext cx="802397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038F32FB-E6D7-1829-F3D8-CADEF80EAFB7}"/>
              </a:ext>
            </a:extLst>
          </p:cNvPr>
          <p:cNvSpPr txBox="1"/>
          <p:nvPr/>
        </p:nvSpPr>
        <p:spPr>
          <a:xfrm>
            <a:off x="1662953" y="2214283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D86EB918-AE53-B077-8219-4C725A16659F}"/>
              </a:ext>
            </a:extLst>
          </p:cNvPr>
          <p:cNvSpPr txBox="1"/>
          <p:nvPr/>
        </p:nvSpPr>
        <p:spPr>
          <a:xfrm>
            <a:off x="1662953" y="3273898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8A1E3628-4D0A-9E47-DDF0-59503ABC123B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B8BB38DF-D072-F68A-F3C8-9823D4287D59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931ABDBC-53ED-6F7C-D1F0-E723A8AB0D68}"/>
              </a:ext>
            </a:extLst>
          </p:cNvPr>
          <p:cNvSpPr txBox="1"/>
          <p:nvPr/>
        </p:nvSpPr>
        <p:spPr>
          <a:xfrm>
            <a:off x="1694329" y="4274386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103813053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4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B36D-FAC8-2F00-7A97-586317C8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868B79C-7756-38CA-F7B0-61847A62620D}"/>
              </a:ext>
            </a:extLst>
          </p:cNvPr>
          <p:cNvSpPr/>
          <p:nvPr/>
        </p:nvSpPr>
        <p:spPr>
          <a:xfrm>
            <a:off x="1631578" y="4168589"/>
            <a:ext cx="1474479" cy="936794"/>
          </a:xfrm>
          <a:prstGeom prst="roundRect">
            <a:avLst/>
          </a:prstGeom>
          <a:solidFill>
            <a:schemeClr val="accent5">
              <a:lumMod val="20000"/>
              <a:lumOff val="80000"/>
            </a:schemeClr>
          </a:solidFill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7" name="楕円 6">
            <a:extLst>
              <a:ext uri="{FF2B5EF4-FFF2-40B4-BE49-F238E27FC236}">
                <a16:creationId xmlns:a16="http://schemas.microsoft.com/office/drawing/2014/main" id="{2DBCFF0E-EEE7-4AE5-AA3E-26A5493A397D}"/>
              </a:ext>
            </a:extLst>
          </p:cNvPr>
          <p:cNvSpPr/>
          <p:nvPr/>
        </p:nvSpPr>
        <p:spPr>
          <a:xfrm>
            <a:off x="-856129" y="-448236"/>
            <a:ext cx="1712258" cy="896471"/>
          </a:xfrm>
          <a:prstGeom prst="ellipse">
            <a:avLst/>
          </a:prstGeom>
          <a:solidFill>
            <a:schemeClr val="accent1">
              <a:lumMod val="20000"/>
              <a:lumOff val="80000"/>
            </a:schemeClr>
          </a:solidFill>
          <a:ln>
            <a:solidFill>
              <a:schemeClr val="accent1">
                <a:lumMod val="40000"/>
                <a:lumOff val="60000"/>
              </a:schemeClr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FB1D1B20-E1BB-417F-0A8F-7152ACF87D86}"/>
              </a:ext>
            </a:extLst>
          </p:cNvPr>
          <p:cNvSpPr txBox="1"/>
          <p:nvPr/>
        </p:nvSpPr>
        <p:spPr>
          <a:xfrm>
            <a:off x="0" y="0"/>
            <a:ext cx="705395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目次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CE8FBB63-75C7-5C9B-AF78-265299A619D9}"/>
              </a:ext>
            </a:extLst>
          </p:cNvPr>
          <p:cNvSpPr txBox="1"/>
          <p:nvPr/>
        </p:nvSpPr>
        <p:spPr>
          <a:xfrm>
            <a:off x="1662953" y="1154668"/>
            <a:ext cx="50874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先進国が取り組む 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クリーンテクノロジー</a:t>
            </a:r>
            <a:r>
              <a:rPr kumimoji="1" lang="en-US" altLang="ja-JP" dirty="0">
                <a:latin typeface="メイリオ" panose="020B0604030504040204" pitchFamily="50" charset="-128"/>
                <a:ea typeface="メイリオ" panose="020B0604030504040204" pitchFamily="50" charset="-128"/>
              </a:rPr>
              <a:t>”</a:t>
            </a:r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とは</a:t>
            </a:r>
          </a:p>
        </p:txBody>
      </p:sp>
      <p:sp>
        <p:nvSpPr>
          <p:cNvPr id="9" name="テキスト ボックス 8">
            <a:extLst>
              <a:ext uri="{FF2B5EF4-FFF2-40B4-BE49-F238E27FC236}">
                <a16:creationId xmlns:a16="http://schemas.microsoft.com/office/drawing/2014/main" id="{B3E9339E-7949-4D36-50D6-F6C9F90575FB}"/>
              </a:ext>
            </a:extLst>
          </p:cNvPr>
          <p:cNvSpPr txBox="1"/>
          <p:nvPr/>
        </p:nvSpPr>
        <p:spPr>
          <a:xfrm>
            <a:off x="1662953" y="2214283"/>
            <a:ext cx="8866094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グリーンテクノロジーの真髄①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B590D2F9-3E83-511C-8B7D-B300C3DCDAA3}"/>
              </a:ext>
            </a:extLst>
          </p:cNvPr>
          <p:cNvSpPr txBox="1"/>
          <p:nvPr/>
        </p:nvSpPr>
        <p:spPr>
          <a:xfrm>
            <a:off x="1662953" y="3273898"/>
            <a:ext cx="3868271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>
                <a:latin typeface="メイリオ" panose="020B0604030504040204" pitchFamily="50" charset="-128"/>
                <a:ea typeface="メイリオ" panose="020B0604030504040204" pitchFamily="50" charset="-128"/>
              </a:rPr>
              <a:t>グリーンテクノロジーの神髄②</a:t>
            </a:r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798731-494F-1FFC-4D40-15048D398CCE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FA655A53-0F75-E2A3-5EE2-7B7AD74F977A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CBDFFC-EC7A-4B7E-DA5E-263239AA293A}"/>
              </a:ext>
            </a:extLst>
          </p:cNvPr>
          <p:cNvSpPr txBox="1"/>
          <p:nvPr/>
        </p:nvSpPr>
        <p:spPr>
          <a:xfrm>
            <a:off x="1694329" y="4274386"/>
            <a:ext cx="1411728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48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</p:spTree>
    <p:extLst>
      <p:ext uri="{BB962C8B-B14F-4D97-AF65-F5344CB8AC3E}">
        <p14:creationId xmlns:p14="http://schemas.microsoft.com/office/powerpoint/2010/main" val="358877598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med">
        <p159:morph option="byObject"/>
      </p:transition>
    </mc:Choice>
    <mc:Fallback xmlns="">
      <p:transition spd="med">
        <p:fade/>
      </p:transition>
    </mc:Fallback>
  </mc:AlternateContent>
</p:sld>
</file>

<file path=ppt/slides/slide4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B36D-FAC8-2F00-7A97-586317C8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868B79C-7756-38CA-F7B0-61847A62620D}"/>
              </a:ext>
            </a:extLst>
          </p:cNvPr>
          <p:cNvSpPr/>
          <p:nvPr/>
        </p:nvSpPr>
        <p:spPr>
          <a:xfrm>
            <a:off x="-963304" y="-659796"/>
            <a:ext cx="1474479" cy="936794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798731-494F-1FFC-4D40-15048D398CCE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FA655A53-0F75-E2A3-5EE2-7B7AD74F977A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CBDFFC-EC7A-4B7E-DA5E-263239AA293A}"/>
              </a:ext>
            </a:extLst>
          </p:cNvPr>
          <p:cNvSpPr txBox="1"/>
          <p:nvPr/>
        </p:nvSpPr>
        <p:spPr>
          <a:xfrm>
            <a:off x="0" y="0"/>
            <a:ext cx="511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3E8846-C4A6-0FF9-2B08-C234EC62DF14}"/>
              </a:ext>
            </a:extLst>
          </p:cNvPr>
          <p:cNvSpPr txBox="1"/>
          <p:nvPr/>
        </p:nvSpPr>
        <p:spPr>
          <a:xfrm>
            <a:off x="3454060" y="2228671"/>
            <a:ext cx="5283880" cy="120032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/>
              <a:t>この状況が悪化すれば、成れの果ては戦争である</a:t>
            </a:r>
          </a:p>
        </p:txBody>
      </p:sp>
    </p:spTree>
    <p:extLst>
      <p:ext uri="{BB962C8B-B14F-4D97-AF65-F5344CB8AC3E}">
        <p14:creationId xmlns:p14="http://schemas.microsoft.com/office/powerpoint/2010/main" val="60499846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4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B36D-FAC8-2F00-7A97-586317C8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868B79C-7756-38CA-F7B0-61847A62620D}"/>
              </a:ext>
            </a:extLst>
          </p:cNvPr>
          <p:cNvSpPr/>
          <p:nvPr/>
        </p:nvSpPr>
        <p:spPr>
          <a:xfrm>
            <a:off x="-963304" y="-659796"/>
            <a:ext cx="1474479" cy="936794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798731-494F-1FFC-4D40-15048D398CCE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FA655A53-0F75-E2A3-5EE2-7B7AD74F977A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CBDFFC-EC7A-4B7E-DA5E-263239AA293A}"/>
              </a:ext>
            </a:extLst>
          </p:cNvPr>
          <p:cNvSpPr txBox="1"/>
          <p:nvPr/>
        </p:nvSpPr>
        <p:spPr>
          <a:xfrm>
            <a:off x="0" y="0"/>
            <a:ext cx="511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3E8846-C4A6-0FF9-2B08-C234EC62DF14}"/>
              </a:ext>
            </a:extLst>
          </p:cNvPr>
          <p:cNvSpPr txBox="1"/>
          <p:nvPr/>
        </p:nvSpPr>
        <p:spPr>
          <a:xfrm>
            <a:off x="2377073" y="1582341"/>
            <a:ext cx="743785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800" dirty="0"/>
              <a:t>この状況が悪化すれば、成れの果ては</a:t>
            </a:r>
            <a:r>
              <a:rPr kumimoji="1" lang="ja-JP" altLang="en-US" sz="6600" b="1" dirty="0">
                <a:solidFill>
                  <a:schemeClr val="bg1"/>
                </a:solidFill>
                <a:highlight>
                  <a:srgbClr val="000000"/>
                </a:highlight>
              </a:rPr>
              <a:t>戦争</a:t>
            </a:r>
            <a:r>
              <a:rPr kumimoji="1" lang="ja-JP" altLang="en-US" sz="4800" dirty="0"/>
              <a:t>である</a:t>
            </a:r>
          </a:p>
        </p:txBody>
      </p:sp>
    </p:spTree>
    <p:extLst>
      <p:ext uri="{BB962C8B-B14F-4D97-AF65-F5344CB8AC3E}">
        <p14:creationId xmlns:p14="http://schemas.microsoft.com/office/powerpoint/2010/main" val="2516576233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4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B36D-FAC8-2F00-7A97-586317C8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868B79C-7756-38CA-F7B0-61847A62620D}"/>
              </a:ext>
            </a:extLst>
          </p:cNvPr>
          <p:cNvSpPr/>
          <p:nvPr/>
        </p:nvSpPr>
        <p:spPr>
          <a:xfrm>
            <a:off x="-963304" y="-659796"/>
            <a:ext cx="1474479" cy="936794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798731-494F-1FFC-4D40-15048D398CCE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FA655A53-0F75-E2A3-5EE2-7B7AD74F977A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CBDFFC-EC7A-4B7E-DA5E-263239AA293A}"/>
              </a:ext>
            </a:extLst>
          </p:cNvPr>
          <p:cNvSpPr txBox="1"/>
          <p:nvPr/>
        </p:nvSpPr>
        <p:spPr>
          <a:xfrm>
            <a:off x="0" y="0"/>
            <a:ext cx="511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E00759E-C5CD-C873-728C-B0DBF4C273E0}"/>
              </a:ext>
            </a:extLst>
          </p:cNvPr>
          <p:cNvSpPr txBox="1"/>
          <p:nvPr/>
        </p:nvSpPr>
        <p:spPr>
          <a:xfrm>
            <a:off x="-1" y="4106108"/>
            <a:ext cx="12192000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3600" dirty="0"/>
              <a:t>そして資本主義経済の敗北である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8790A9EE-CA3A-81A0-C1C4-3F779D96E986}"/>
              </a:ext>
            </a:extLst>
          </p:cNvPr>
          <p:cNvSpPr txBox="1"/>
          <p:nvPr/>
        </p:nvSpPr>
        <p:spPr>
          <a:xfrm>
            <a:off x="2377073" y="1582341"/>
            <a:ext cx="743785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800" dirty="0"/>
              <a:t>この状況が悪化すれば、成れの果ては</a:t>
            </a:r>
            <a:r>
              <a:rPr kumimoji="1" lang="ja-JP" altLang="en-US" sz="6600" b="1" dirty="0">
                <a:solidFill>
                  <a:schemeClr val="bg1"/>
                </a:solidFill>
                <a:highlight>
                  <a:srgbClr val="000000"/>
                </a:highlight>
              </a:rPr>
              <a:t>戦争</a:t>
            </a:r>
            <a:r>
              <a:rPr kumimoji="1" lang="ja-JP" altLang="en-US" sz="4800" dirty="0"/>
              <a:t>である</a:t>
            </a:r>
          </a:p>
        </p:txBody>
      </p:sp>
    </p:spTree>
    <p:extLst>
      <p:ext uri="{BB962C8B-B14F-4D97-AF65-F5344CB8AC3E}">
        <p14:creationId xmlns:p14="http://schemas.microsoft.com/office/powerpoint/2010/main" val="2166314064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 advTm="0">
        <p159:morph option="byObject"/>
      </p:transition>
    </mc:Choice>
    <mc:Fallback xmlns="">
      <p:transition advClick="0" advTm="0">
        <p:fade/>
      </p:transition>
    </mc:Fallback>
  </mc:AlternateContent>
</p:sld>
</file>

<file path=ppt/slides/slide4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B36D-FAC8-2F00-7A97-586317C8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868B79C-7756-38CA-F7B0-61847A62620D}"/>
              </a:ext>
            </a:extLst>
          </p:cNvPr>
          <p:cNvSpPr/>
          <p:nvPr/>
        </p:nvSpPr>
        <p:spPr>
          <a:xfrm>
            <a:off x="-963304" y="-659796"/>
            <a:ext cx="1474479" cy="936794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798731-494F-1FFC-4D40-15048D398CCE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FA655A53-0F75-E2A3-5EE2-7B7AD74F977A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CBDFFC-EC7A-4B7E-DA5E-263239AA293A}"/>
              </a:ext>
            </a:extLst>
          </p:cNvPr>
          <p:cNvSpPr txBox="1"/>
          <p:nvPr/>
        </p:nvSpPr>
        <p:spPr>
          <a:xfrm>
            <a:off x="0" y="0"/>
            <a:ext cx="511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FE00759E-C5CD-C873-728C-B0DBF4C273E0}"/>
              </a:ext>
            </a:extLst>
          </p:cNvPr>
          <p:cNvSpPr txBox="1"/>
          <p:nvPr/>
        </p:nvSpPr>
        <p:spPr>
          <a:xfrm>
            <a:off x="-1" y="3429000"/>
            <a:ext cx="12192000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3600" dirty="0"/>
              <a:t>そして</a:t>
            </a:r>
            <a:r>
              <a:rPr lang="ja-JP" altLang="en-US" sz="8000" b="1" dirty="0">
                <a:solidFill>
                  <a:schemeClr val="bg1"/>
                </a:solidFill>
                <a:highlight>
                  <a:srgbClr val="000000"/>
                </a:highlight>
              </a:rPr>
              <a:t>資本主義経済の敗北</a:t>
            </a:r>
            <a:r>
              <a:rPr lang="ja-JP" altLang="en-US" sz="3600" dirty="0"/>
              <a:t>である</a:t>
            </a:r>
            <a:endParaRPr kumimoji="1" lang="ja-JP" altLang="en-US" sz="3600" dirty="0"/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2D780573-4F31-1AD6-ECB4-396F2962258A}"/>
              </a:ext>
            </a:extLst>
          </p:cNvPr>
          <p:cNvSpPr txBox="1"/>
          <p:nvPr/>
        </p:nvSpPr>
        <p:spPr>
          <a:xfrm>
            <a:off x="2377073" y="1582341"/>
            <a:ext cx="7437853" cy="184665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kumimoji="1" lang="ja-JP" altLang="en-US" sz="4800" dirty="0"/>
              <a:t>この状況が悪化すれば、成れの果ては</a:t>
            </a:r>
            <a:r>
              <a:rPr kumimoji="1" lang="ja-JP" altLang="en-US" sz="6600" b="1" dirty="0">
                <a:solidFill>
                  <a:schemeClr val="bg1"/>
                </a:solidFill>
                <a:highlight>
                  <a:srgbClr val="000000"/>
                </a:highlight>
              </a:rPr>
              <a:t>戦争</a:t>
            </a:r>
            <a:r>
              <a:rPr kumimoji="1" lang="ja-JP" altLang="en-US" sz="4800" dirty="0"/>
              <a:t>である</a:t>
            </a:r>
          </a:p>
        </p:txBody>
      </p:sp>
    </p:spTree>
    <p:extLst>
      <p:ext uri="{BB962C8B-B14F-4D97-AF65-F5344CB8AC3E}">
        <p14:creationId xmlns:p14="http://schemas.microsoft.com/office/powerpoint/2010/main" val="2905308357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>
        <p159:morph option="byObject"/>
      </p:transition>
    </mc:Choice>
    <mc:Fallback xmlns="">
      <p:transition>
        <p:fade/>
      </p:transition>
    </mc:Fallback>
  </mc:AlternateContent>
</p:sld>
</file>

<file path=ppt/slides/slide5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B36D-FAC8-2F00-7A97-586317C8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868B79C-7756-38CA-F7B0-61847A62620D}"/>
              </a:ext>
            </a:extLst>
          </p:cNvPr>
          <p:cNvSpPr/>
          <p:nvPr/>
        </p:nvSpPr>
        <p:spPr>
          <a:xfrm>
            <a:off x="-963304" y="-659796"/>
            <a:ext cx="1474479" cy="936794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798731-494F-1FFC-4D40-15048D398CCE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FA655A53-0F75-E2A3-5EE2-7B7AD74F977A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CBDFFC-EC7A-4B7E-DA5E-263239AA293A}"/>
              </a:ext>
            </a:extLst>
          </p:cNvPr>
          <p:cNvSpPr txBox="1"/>
          <p:nvPr/>
        </p:nvSpPr>
        <p:spPr>
          <a:xfrm>
            <a:off x="0" y="0"/>
            <a:ext cx="511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3E8846-C4A6-0FF9-2B08-C234EC62DF14}"/>
              </a:ext>
            </a:extLst>
          </p:cNvPr>
          <p:cNvSpPr txBox="1"/>
          <p:nvPr/>
        </p:nvSpPr>
        <p:spPr>
          <a:xfrm>
            <a:off x="511175" y="936794"/>
            <a:ext cx="524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この状況が悪化すれば、成れの果ては戦争である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28BD36D-1B58-8828-9B89-C1BAE2548E55}"/>
              </a:ext>
            </a:extLst>
          </p:cNvPr>
          <p:cNvSpPr txBox="1"/>
          <p:nvPr/>
        </p:nvSpPr>
        <p:spPr>
          <a:xfrm>
            <a:off x="-138546" y="2105561"/>
            <a:ext cx="12469091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b="1" dirty="0"/>
              <a:t>レアメタル依存社会の脱却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9294AC3-7E53-91D6-2BB7-4EBBDC03AC0E}"/>
              </a:ext>
            </a:extLst>
          </p:cNvPr>
          <p:cNvSpPr txBox="1"/>
          <p:nvPr/>
        </p:nvSpPr>
        <p:spPr>
          <a:xfrm>
            <a:off x="511175" y="1306126"/>
            <a:ext cx="5242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そして資本主義経済の敗北である</a:t>
            </a:r>
          </a:p>
        </p:txBody>
      </p:sp>
      <p:sp>
        <p:nvSpPr>
          <p:cNvPr id="8" name="テキスト ボックス 7">
            <a:extLst>
              <a:ext uri="{FF2B5EF4-FFF2-40B4-BE49-F238E27FC236}">
                <a16:creationId xmlns:a16="http://schemas.microsoft.com/office/drawing/2014/main" id="{15F0B1B8-C8F8-08DA-7334-5FBE6B71A55F}"/>
              </a:ext>
            </a:extLst>
          </p:cNvPr>
          <p:cNvSpPr txBox="1"/>
          <p:nvPr/>
        </p:nvSpPr>
        <p:spPr>
          <a:xfrm>
            <a:off x="1911926" y="3093454"/>
            <a:ext cx="5320147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b="1" dirty="0"/>
              <a:t>＝</a:t>
            </a:r>
            <a:r>
              <a:rPr kumimoji="1" lang="ja-JP" altLang="en-US" sz="8000" b="1" dirty="0">
                <a:solidFill>
                  <a:srgbClr val="FF0000"/>
                </a:solidFill>
              </a:rPr>
              <a:t>中国依存</a:t>
            </a:r>
          </a:p>
        </p:txBody>
      </p:sp>
    </p:spTree>
    <p:extLst>
      <p:ext uri="{BB962C8B-B14F-4D97-AF65-F5344CB8AC3E}">
        <p14:creationId xmlns:p14="http://schemas.microsoft.com/office/powerpoint/2010/main" val="3216349790"/>
      </p:ext>
    </p:extLst>
  </p:cSld>
  <p:clrMapOvr>
    <a:masterClrMapping/>
  </p:clrMapOvr>
  <mc:AlternateContent xmlns:mc="http://schemas.openxmlformats.org/markup-compatibility/2006">
    <mc:Choice xmlns:p159="http://schemas.microsoft.com/office/powerpoint/2015/09/main" Requires="p159">
      <p:transition spd="med">
        <p159:morph option="byObject"/>
      </p:transition>
    </mc:Choice>
    <mc:Fallback>
      <p:transition spd="med">
        <p:fade/>
      </p:transition>
    </mc:Fallback>
  </mc:AlternateContent>
</p:sld>
</file>

<file path=ppt/slides/slide5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1B62B36D-FAC8-2F00-7A97-586317C8BC00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四角形: 角を丸くする 10">
            <a:extLst>
              <a:ext uri="{FF2B5EF4-FFF2-40B4-BE49-F238E27FC236}">
                <a16:creationId xmlns:a16="http://schemas.microsoft.com/office/drawing/2014/main" id="{7868B79C-7756-38CA-F7B0-61847A62620D}"/>
              </a:ext>
            </a:extLst>
          </p:cNvPr>
          <p:cNvSpPr/>
          <p:nvPr/>
        </p:nvSpPr>
        <p:spPr>
          <a:xfrm>
            <a:off x="-963304" y="-659796"/>
            <a:ext cx="1474479" cy="936794"/>
          </a:xfrm>
          <a:prstGeom prst="roundRect">
            <a:avLst/>
          </a:prstGeom>
          <a:noFill/>
          <a:ln>
            <a:solidFill>
              <a:schemeClr val="accent5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 sz="1200"/>
          </a:p>
        </p:txBody>
      </p:sp>
      <p:sp>
        <p:nvSpPr>
          <p:cNvPr id="2" name="テキスト ボックス 1">
            <a:extLst>
              <a:ext uri="{FF2B5EF4-FFF2-40B4-BE49-F238E27FC236}">
                <a16:creationId xmlns:a16="http://schemas.microsoft.com/office/drawing/2014/main" id="{A7798731-494F-1FFC-4D40-15048D398CCE}"/>
              </a:ext>
            </a:extLst>
          </p:cNvPr>
          <p:cNvSpPr txBox="1"/>
          <p:nvPr/>
        </p:nvSpPr>
        <p:spPr>
          <a:xfrm>
            <a:off x="8928847" y="0"/>
            <a:ext cx="3263153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ja-JP" altLang="en-US" sz="1200" dirty="0"/>
              <a:t>～背景に潜む中華人民共和国の戦略とは～</a:t>
            </a:r>
            <a:endParaRPr kumimoji="1" lang="ja-JP" altLang="en-US" sz="1200" dirty="0"/>
          </a:p>
        </p:txBody>
      </p:sp>
      <p:sp>
        <p:nvSpPr>
          <p:cNvPr id="3" name="タイトル 1">
            <a:extLst>
              <a:ext uri="{FF2B5EF4-FFF2-40B4-BE49-F238E27FC236}">
                <a16:creationId xmlns:a16="http://schemas.microsoft.com/office/drawing/2014/main" id="{FA655A53-0F75-E2A3-5EE2-7B7AD74F977A}"/>
              </a:ext>
            </a:extLst>
          </p:cNvPr>
          <p:cNvSpPr txBox="1">
            <a:spLocks/>
          </p:cNvSpPr>
          <p:nvPr/>
        </p:nvSpPr>
        <p:spPr>
          <a:xfrm>
            <a:off x="6096000" y="-1"/>
            <a:ext cx="3137646" cy="276999"/>
          </a:xfrm>
          <a:prstGeom prst="rect">
            <a:avLst/>
          </a:prstGeom>
        </p:spPr>
        <p:txBody>
          <a:bodyPr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kumimoji="1"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pPr algn="ctr"/>
            <a:r>
              <a:rPr lang="ja-JP" altLang="en-US" sz="1200" dirty="0">
                <a:latin typeface="+mn-ea"/>
                <a:ea typeface="+mn-ea"/>
              </a:rPr>
              <a:t>グリーンテクノロジーは本当にグリーン？</a:t>
            </a:r>
          </a:p>
        </p:txBody>
      </p:sp>
      <p:sp>
        <p:nvSpPr>
          <p:cNvPr id="5" name="テキスト ボックス 4">
            <a:extLst>
              <a:ext uri="{FF2B5EF4-FFF2-40B4-BE49-F238E27FC236}">
                <a16:creationId xmlns:a16="http://schemas.microsoft.com/office/drawing/2014/main" id="{18CBDFFC-EC7A-4B7E-DA5E-263239AA293A}"/>
              </a:ext>
            </a:extLst>
          </p:cNvPr>
          <p:cNvSpPr txBox="1"/>
          <p:nvPr/>
        </p:nvSpPr>
        <p:spPr>
          <a:xfrm>
            <a:off x="0" y="0"/>
            <a:ext cx="511175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200" dirty="0">
                <a:latin typeface="メイリオ" panose="020B0604030504040204" pitchFamily="50" charset="-128"/>
                <a:ea typeface="メイリオ" panose="020B0604030504040204" pitchFamily="50" charset="-128"/>
              </a:rPr>
              <a:t>結論</a:t>
            </a:r>
          </a:p>
        </p:txBody>
      </p:sp>
      <p:sp>
        <p:nvSpPr>
          <p:cNvPr id="6" name="テキスト ボックス 5">
            <a:extLst>
              <a:ext uri="{FF2B5EF4-FFF2-40B4-BE49-F238E27FC236}">
                <a16:creationId xmlns:a16="http://schemas.microsoft.com/office/drawing/2014/main" id="{AA3E8846-C4A6-0FF9-2B08-C234EC62DF14}"/>
              </a:ext>
            </a:extLst>
          </p:cNvPr>
          <p:cNvSpPr txBox="1"/>
          <p:nvPr/>
        </p:nvSpPr>
        <p:spPr>
          <a:xfrm>
            <a:off x="511175" y="936794"/>
            <a:ext cx="5242316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この状況が悪化すれば、成れの果ては戦争である</a:t>
            </a:r>
          </a:p>
        </p:txBody>
      </p:sp>
      <p:sp>
        <p:nvSpPr>
          <p:cNvPr id="4" name="テキスト ボックス 3">
            <a:extLst>
              <a:ext uri="{FF2B5EF4-FFF2-40B4-BE49-F238E27FC236}">
                <a16:creationId xmlns:a16="http://schemas.microsoft.com/office/drawing/2014/main" id="{528BD36D-1B58-8828-9B89-C1BAE2548E55}"/>
              </a:ext>
            </a:extLst>
          </p:cNvPr>
          <p:cNvSpPr txBox="1"/>
          <p:nvPr/>
        </p:nvSpPr>
        <p:spPr>
          <a:xfrm>
            <a:off x="1406236" y="2014012"/>
            <a:ext cx="9379528" cy="132343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8000" b="1" dirty="0"/>
              <a:t>中国依存社会の脱却</a:t>
            </a:r>
          </a:p>
        </p:txBody>
      </p:sp>
      <p:sp>
        <p:nvSpPr>
          <p:cNvPr id="7" name="テキスト ボックス 6">
            <a:extLst>
              <a:ext uri="{FF2B5EF4-FFF2-40B4-BE49-F238E27FC236}">
                <a16:creationId xmlns:a16="http://schemas.microsoft.com/office/drawing/2014/main" id="{79294AC3-7E53-91D6-2BB7-4EBBDC03AC0E}"/>
              </a:ext>
            </a:extLst>
          </p:cNvPr>
          <p:cNvSpPr txBox="1"/>
          <p:nvPr/>
        </p:nvSpPr>
        <p:spPr>
          <a:xfrm>
            <a:off x="511175" y="1306126"/>
            <a:ext cx="5242316" cy="33855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sz="1600" dirty="0"/>
              <a:t>そして資本主義経済の敗北である</a:t>
            </a:r>
          </a:p>
        </p:txBody>
      </p:sp>
      <p:sp>
        <p:nvSpPr>
          <p:cNvPr id="10" name="テキスト ボックス 9">
            <a:extLst>
              <a:ext uri="{FF2B5EF4-FFF2-40B4-BE49-F238E27FC236}">
                <a16:creationId xmlns:a16="http://schemas.microsoft.com/office/drawing/2014/main" id="{3876BE66-F826-3FD7-D0F7-529005CD62D4}"/>
              </a:ext>
            </a:extLst>
          </p:cNvPr>
          <p:cNvSpPr txBox="1"/>
          <p:nvPr/>
        </p:nvSpPr>
        <p:spPr>
          <a:xfrm>
            <a:off x="-1" y="3337451"/>
            <a:ext cx="12192001" cy="147732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ja-JP" altLang="en-US" sz="4500" dirty="0"/>
              <a:t>グリーンテクノロジーは、</a:t>
            </a:r>
            <a:endParaRPr lang="en-US" altLang="ja-JP" sz="4500" dirty="0"/>
          </a:p>
          <a:p>
            <a:r>
              <a:rPr lang="ja-JP" altLang="en-US" sz="4500" dirty="0"/>
              <a:t>まだ資本主義経済が手を出すべきものではない</a:t>
            </a:r>
            <a:endParaRPr lang="en-US" altLang="ja-JP" sz="4500" dirty="0"/>
          </a:p>
        </p:txBody>
      </p:sp>
      <p:sp>
        <p:nvSpPr>
          <p:cNvPr id="12" name="テキスト ボックス 11">
            <a:extLst>
              <a:ext uri="{FF2B5EF4-FFF2-40B4-BE49-F238E27FC236}">
                <a16:creationId xmlns:a16="http://schemas.microsoft.com/office/drawing/2014/main" id="{73388792-F198-AA34-7CD1-8368863F7629}"/>
              </a:ext>
            </a:extLst>
          </p:cNvPr>
          <p:cNvSpPr txBox="1"/>
          <p:nvPr/>
        </p:nvSpPr>
        <p:spPr>
          <a:xfrm>
            <a:off x="10571018" y="4814779"/>
            <a:ext cx="1620982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kumimoji="1" lang="ja-JP" altLang="en-US" dirty="0"/>
              <a:t>と私は考える。</a:t>
            </a:r>
          </a:p>
        </p:txBody>
      </p:sp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1FEBF7DD-C20B-C6C4-A7CD-6852D313D975}"/>
              </a:ext>
            </a:extLst>
          </p:cNvPr>
          <p:cNvSpPr/>
          <p:nvPr/>
        </p:nvSpPr>
        <p:spPr>
          <a:xfrm>
            <a:off x="5378313" y="7180964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752075" y="903205"/>
                </a:moveTo>
                <a:cubicBezTo>
                  <a:pt x="737140" y="903205"/>
                  <a:pt x="717328" y="912654"/>
                  <a:pt x="692639" y="931551"/>
                </a:cubicBezTo>
                <a:cubicBezTo>
                  <a:pt x="667950" y="950449"/>
                  <a:pt x="655606" y="974833"/>
                  <a:pt x="655606" y="1004703"/>
                </a:cubicBezTo>
                <a:cubicBezTo>
                  <a:pt x="655606" y="1022382"/>
                  <a:pt x="660178" y="1039146"/>
                  <a:pt x="669322" y="1054995"/>
                </a:cubicBezTo>
                <a:cubicBezTo>
                  <a:pt x="678466" y="1070845"/>
                  <a:pt x="695687" y="1086999"/>
                  <a:pt x="720986" y="1103458"/>
                </a:cubicBezTo>
                <a:cubicBezTo>
                  <a:pt x="746284" y="1119918"/>
                  <a:pt x="772040" y="1130890"/>
                  <a:pt x="798252" y="1136377"/>
                </a:cubicBezTo>
                <a:cubicBezTo>
                  <a:pt x="824465" y="1141863"/>
                  <a:pt x="866832" y="1144606"/>
                  <a:pt x="925354" y="1144606"/>
                </a:cubicBezTo>
                <a:cubicBezTo>
                  <a:pt x="983876" y="1144606"/>
                  <a:pt x="1033253" y="1142930"/>
                  <a:pt x="1073487" y="1139577"/>
                </a:cubicBezTo>
                <a:cubicBezTo>
                  <a:pt x="1113720" y="1136224"/>
                  <a:pt x="1142524" y="1127233"/>
                  <a:pt x="1159898" y="1112602"/>
                </a:cubicBezTo>
                <a:cubicBezTo>
                  <a:pt x="1177271" y="1097972"/>
                  <a:pt x="1185958" y="1077398"/>
                  <a:pt x="1185958" y="1050880"/>
                </a:cubicBezTo>
                <a:cubicBezTo>
                  <a:pt x="1185958" y="1024363"/>
                  <a:pt x="1179710" y="1001198"/>
                  <a:pt x="1167213" y="981386"/>
                </a:cubicBezTo>
                <a:cubicBezTo>
                  <a:pt x="1154716" y="961574"/>
                  <a:pt x="1133228" y="951668"/>
                  <a:pt x="1102748" y="951668"/>
                </a:cubicBezTo>
                <a:cubicBezTo>
                  <a:pt x="1094823" y="951668"/>
                  <a:pt x="1071963" y="954259"/>
                  <a:pt x="1034168" y="959440"/>
                </a:cubicBezTo>
                <a:cubicBezTo>
                  <a:pt x="996372" y="964622"/>
                  <a:pt x="952176" y="967213"/>
                  <a:pt x="901580" y="967213"/>
                </a:cubicBezTo>
                <a:cubicBezTo>
                  <a:pt x="884511" y="967213"/>
                  <a:pt x="869271" y="964165"/>
                  <a:pt x="855860" y="958069"/>
                </a:cubicBezTo>
                <a:cubicBezTo>
                  <a:pt x="842448" y="951973"/>
                  <a:pt x="825532" y="941305"/>
                  <a:pt x="805110" y="926065"/>
                </a:cubicBezTo>
                <a:cubicBezTo>
                  <a:pt x="784689" y="910825"/>
                  <a:pt x="767010" y="903205"/>
                  <a:pt x="752075" y="903205"/>
                </a:cubicBezTo>
                <a:close/>
                <a:moveTo>
                  <a:pt x="835743" y="563962"/>
                </a:moveTo>
                <a:cubicBezTo>
                  <a:pt x="800996" y="563962"/>
                  <a:pt x="778593" y="569296"/>
                  <a:pt x="768534" y="579964"/>
                </a:cubicBezTo>
                <a:cubicBezTo>
                  <a:pt x="758476" y="590632"/>
                  <a:pt x="753447" y="613645"/>
                  <a:pt x="753447" y="649002"/>
                </a:cubicBezTo>
                <a:cubicBezTo>
                  <a:pt x="753447" y="684358"/>
                  <a:pt x="758476" y="707371"/>
                  <a:pt x="768534" y="718039"/>
                </a:cubicBezTo>
                <a:cubicBezTo>
                  <a:pt x="778593" y="728707"/>
                  <a:pt x="800996" y="734041"/>
                  <a:pt x="835743" y="734041"/>
                </a:cubicBezTo>
                <a:lnTo>
                  <a:pt x="1080802" y="734041"/>
                </a:lnTo>
                <a:cubicBezTo>
                  <a:pt x="1115549" y="734041"/>
                  <a:pt x="1137952" y="728707"/>
                  <a:pt x="1148010" y="718039"/>
                </a:cubicBezTo>
                <a:cubicBezTo>
                  <a:pt x="1158069" y="707371"/>
                  <a:pt x="1163098" y="684358"/>
                  <a:pt x="1163098" y="649002"/>
                </a:cubicBezTo>
                <a:cubicBezTo>
                  <a:pt x="1163098" y="613645"/>
                  <a:pt x="1158069" y="590632"/>
                  <a:pt x="1148010" y="579964"/>
                </a:cubicBezTo>
                <a:cubicBezTo>
                  <a:pt x="1137952" y="569296"/>
                  <a:pt x="1115549" y="563962"/>
                  <a:pt x="1080802" y="563962"/>
                </a:cubicBezTo>
                <a:close/>
                <a:moveTo>
                  <a:pt x="611715" y="289642"/>
                </a:moveTo>
                <a:cubicBezTo>
                  <a:pt x="581844" y="289642"/>
                  <a:pt x="559746" y="297110"/>
                  <a:pt x="545421" y="312045"/>
                </a:cubicBezTo>
                <a:cubicBezTo>
                  <a:pt x="531095" y="326980"/>
                  <a:pt x="520275" y="354260"/>
                  <a:pt x="512960" y="393884"/>
                </a:cubicBezTo>
                <a:cubicBezTo>
                  <a:pt x="510521" y="408514"/>
                  <a:pt x="507473" y="418420"/>
                  <a:pt x="503816" y="423602"/>
                </a:cubicBezTo>
                <a:cubicBezTo>
                  <a:pt x="500158" y="428784"/>
                  <a:pt x="493757" y="431374"/>
                  <a:pt x="484613" y="431374"/>
                </a:cubicBezTo>
                <a:lnTo>
                  <a:pt x="427006" y="431374"/>
                </a:lnTo>
                <a:cubicBezTo>
                  <a:pt x="391649" y="431374"/>
                  <a:pt x="369094" y="436708"/>
                  <a:pt x="359340" y="447376"/>
                </a:cubicBezTo>
                <a:cubicBezTo>
                  <a:pt x="349587" y="458044"/>
                  <a:pt x="344710" y="480752"/>
                  <a:pt x="344710" y="515499"/>
                </a:cubicBezTo>
                <a:cubicBezTo>
                  <a:pt x="344710" y="550246"/>
                  <a:pt x="349587" y="572954"/>
                  <a:pt x="359340" y="583622"/>
                </a:cubicBezTo>
                <a:cubicBezTo>
                  <a:pt x="369094" y="594290"/>
                  <a:pt x="391649" y="599624"/>
                  <a:pt x="427006" y="599624"/>
                </a:cubicBezTo>
                <a:lnTo>
                  <a:pt x="450780" y="599624"/>
                </a:lnTo>
                <a:cubicBezTo>
                  <a:pt x="458096" y="599624"/>
                  <a:pt x="461753" y="602977"/>
                  <a:pt x="461753" y="609682"/>
                </a:cubicBezTo>
                <a:cubicBezTo>
                  <a:pt x="461753" y="616388"/>
                  <a:pt x="451695" y="655098"/>
                  <a:pt x="431578" y="725811"/>
                </a:cubicBezTo>
                <a:cubicBezTo>
                  <a:pt x="411461" y="796525"/>
                  <a:pt x="390125" y="862362"/>
                  <a:pt x="367570" y="923322"/>
                </a:cubicBezTo>
                <a:cubicBezTo>
                  <a:pt x="355378" y="956240"/>
                  <a:pt x="349282" y="981843"/>
                  <a:pt x="349282" y="1000131"/>
                </a:cubicBezTo>
                <a:cubicBezTo>
                  <a:pt x="349282" y="1028173"/>
                  <a:pt x="362998" y="1048899"/>
                  <a:pt x="390430" y="1062310"/>
                </a:cubicBezTo>
                <a:cubicBezTo>
                  <a:pt x="417862" y="1075722"/>
                  <a:pt x="441636" y="1082427"/>
                  <a:pt x="461753" y="1082427"/>
                </a:cubicBezTo>
                <a:cubicBezTo>
                  <a:pt x="481870" y="1082427"/>
                  <a:pt x="498786" y="1078008"/>
                  <a:pt x="512502" y="1069168"/>
                </a:cubicBezTo>
                <a:cubicBezTo>
                  <a:pt x="526218" y="1060329"/>
                  <a:pt x="536429" y="1047985"/>
                  <a:pt x="543135" y="1032135"/>
                </a:cubicBezTo>
                <a:cubicBezTo>
                  <a:pt x="549840" y="1016286"/>
                  <a:pt x="566604" y="964165"/>
                  <a:pt x="593427" y="875773"/>
                </a:cubicBezTo>
                <a:cubicBezTo>
                  <a:pt x="620249" y="787381"/>
                  <a:pt x="644633" y="701122"/>
                  <a:pt x="666579" y="616998"/>
                </a:cubicBezTo>
                <a:cubicBezTo>
                  <a:pt x="668408" y="609682"/>
                  <a:pt x="670389" y="604958"/>
                  <a:pt x="672522" y="602824"/>
                </a:cubicBezTo>
                <a:cubicBezTo>
                  <a:pt x="674656" y="600691"/>
                  <a:pt x="678771" y="599624"/>
                  <a:pt x="684867" y="599624"/>
                </a:cubicBezTo>
                <a:lnTo>
                  <a:pt x="711384" y="599624"/>
                </a:lnTo>
                <a:cubicBezTo>
                  <a:pt x="716871" y="599624"/>
                  <a:pt x="719919" y="596881"/>
                  <a:pt x="720528" y="591394"/>
                </a:cubicBezTo>
                <a:cubicBezTo>
                  <a:pt x="726015" y="567010"/>
                  <a:pt x="736988" y="550246"/>
                  <a:pt x="753447" y="541102"/>
                </a:cubicBezTo>
                <a:cubicBezTo>
                  <a:pt x="769906" y="531958"/>
                  <a:pt x="795204" y="527386"/>
                  <a:pt x="829342" y="527386"/>
                </a:cubicBezTo>
                <a:lnTo>
                  <a:pt x="893350" y="527386"/>
                </a:lnTo>
                <a:cubicBezTo>
                  <a:pt x="898227" y="527386"/>
                  <a:pt x="901275" y="526624"/>
                  <a:pt x="902494" y="525100"/>
                </a:cubicBezTo>
                <a:cubicBezTo>
                  <a:pt x="903713" y="523576"/>
                  <a:pt x="904323" y="520376"/>
                  <a:pt x="904323" y="515499"/>
                </a:cubicBezTo>
                <a:cubicBezTo>
                  <a:pt x="904323" y="480752"/>
                  <a:pt x="899446" y="458044"/>
                  <a:pt x="889692" y="447376"/>
                </a:cubicBezTo>
                <a:cubicBezTo>
                  <a:pt x="879939" y="436708"/>
                  <a:pt x="857384" y="431374"/>
                  <a:pt x="822027" y="431374"/>
                </a:cubicBezTo>
                <a:lnTo>
                  <a:pt x="732416" y="431374"/>
                </a:lnTo>
                <a:cubicBezTo>
                  <a:pt x="725100" y="431374"/>
                  <a:pt x="720071" y="430460"/>
                  <a:pt x="717328" y="428631"/>
                </a:cubicBezTo>
                <a:cubicBezTo>
                  <a:pt x="714585" y="426802"/>
                  <a:pt x="713213" y="423754"/>
                  <a:pt x="713213" y="419487"/>
                </a:cubicBezTo>
                <a:cubicBezTo>
                  <a:pt x="713213" y="415220"/>
                  <a:pt x="714280" y="407143"/>
                  <a:pt x="716414" y="395256"/>
                </a:cubicBezTo>
                <a:cubicBezTo>
                  <a:pt x="718547" y="383368"/>
                  <a:pt x="719614" y="371634"/>
                  <a:pt x="719614" y="360051"/>
                </a:cubicBezTo>
                <a:cubicBezTo>
                  <a:pt x="719614" y="330790"/>
                  <a:pt x="709098" y="311740"/>
                  <a:pt x="688067" y="302901"/>
                </a:cubicBezTo>
                <a:cubicBezTo>
                  <a:pt x="667036" y="294062"/>
                  <a:pt x="641585" y="289642"/>
                  <a:pt x="611715" y="289642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5" name="フリーフォーム: 図形 104">
            <a:extLst>
              <a:ext uri="{FF2B5EF4-FFF2-40B4-BE49-F238E27FC236}">
                <a16:creationId xmlns:a16="http://schemas.microsoft.com/office/drawing/2014/main" id="{02A2F7A3-50A3-19BA-0C98-58CAFD550589}"/>
              </a:ext>
            </a:extLst>
          </p:cNvPr>
          <p:cNvSpPr/>
          <p:nvPr/>
        </p:nvSpPr>
        <p:spPr>
          <a:xfrm>
            <a:off x="5395516" y="7150388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65081" y="305187"/>
                </a:moveTo>
                <a:cubicBezTo>
                  <a:pt x="542525" y="305187"/>
                  <a:pt x="523933" y="308845"/>
                  <a:pt x="509302" y="316160"/>
                </a:cubicBezTo>
                <a:cubicBezTo>
                  <a:pt x="494672" y="323475"/>
                  <a:pt x="483394" y="334600"/>
                  <a:pt x="475469" y="349536"/>
                </a:cubicBezTo>
                <a:cubicBezTo>
                  <a:pt x="467545" y="364471"/>
                  <a:pt x="462668" y="382454"/>
                  <a:pt x="460839" y="403485"/>
                </a:cubicBezTo>
                <a:cubicBezTo>
                  <a:pt x="459010" y="424516"/>
                  <a:pt x="457029" y="475418"/>
                  <a:pt x="454895" y="556190"/>
                </a:cubicBezTo>
                <a:cubicBezTo>
                  <a:pt x="452762" y="636962"/>
                  <a:pt x="451695" y="698379"/>
                  <a:pt x="451695" y="740442"/>
                </a:cubicBezTo>
                <a:cubicBezTo>
                  <a:pt x="451695" y="782504"/>
                  <a:pt x="451847" y="816489"/>
                  <a:pt x="452152" y="842397"/>
                </a:cubicBezTo>
                <a:cubicBezTo>
                  <a:pt x="452457" y="868305"/>
                  <a:pt x="456877" y="896194"/>
                  <a:pt x="465411" y="926065"/>
                </a:cubicBezTo>
                <a:cubicBezTo>
                  <a:pt x="473945" y="955935"/>
                  <a:pt x="486595" y="983062"/>
                  <a:pt x="503359" y="1007446"/>
                </a:cubicBezTo>
                <a:cubicBezTo>
                  <a:pt x="520123" y="1031830"/>
                  <a:pt x="540849" y="1052557"/>
                  <a:pt x="565538" y="1069626"/>
                </a:cubicBezTo>
                <a:cubicBezTo>
                  <a:pt x="590227" y="1086694"/>
                  <a:pt x="618878" y="1099801"/>
                  <a:pt x="651491" y="1108945"/>
                </a:cubicBezTo>
                <a:cubicBezTo>
                  <a:pt x="684105" y="1118089"/>
                  <a:pt x="720529" y="1122661"/>
                  <a:pt x="760762" y="1122661"/>
                </a:cubicBezTo>
                <a:cubicBezTo>
                  <a:pt x="845497" y="1122661"/>
                  <a:pt x="913162" y="1109097"/>
                  <a:pt x="963759" y="1081970"/>
                </a:cubicBezTo>
                <a:cubicBezTo>
                  <a:pt x="1014356" y="1054843"/>
                  <a:pt x="1052913" y="1012780"/>
                  <a:pt x="1079431" y="955783"/>
                </a:cubicBezTo>
                <a:cubicBezTo>
                  <a:pt x="1105948" y="898785"/>
                  <a:pt x="1119207" y="854742"/>
                  <a:pt x="1119207" y="823652"/>
                </a:cubicBezTo>
                <a:cubicBezTo>
                  <a:pt x="1119207" y="793172"/>
                  <a:pt x="1107625" y="771074"/>
                  <a:pt x="1084460" y="757358"/>
                </a:cubicBezTo>
                <a:cubicBezTo>
                  <a:pt x="1061295" y="743642"/>
                  <a:pt x="1038740" y="736784"/>
                  <a:pt x="1016794" y="736784"/>
                </a:cubicBezTo>
                <a:cubicBezTo>
                  <a:pt x="994849" y="736784"/>
                  <a:pt x="976713" y="742270"/>
                  <a:pt x="962387" y="753243"/>
                </a:cubicBezTo>
                <a:cubicBezTo>
                  <a:pt x="948062" y="764216"/>
                  <a:pt x="938156" y="779761"/>
                  <a:pt x="932669" y="799878"/>
                </a:cubicBezTo>
                <a:cubicBezTo>
                  <a:pt x="919868" y="844988"/>
                  <a:pt x="902494" y="878821"/>
                  <a:pt x="880549" y="901376"/>
                </a:cubicBezTo>
                <a:cubicBezTo>
                  <a:pt x="858603" y="923931"/>
                  <a:pt x="827971" y="935209"/>
                  <a:pt x="788651" y="935209"/>
                </a:cubicBezTo>
                <a:cubicBezTo>
                  <a:pt x="749332" y="935209"/>
                  <a:pt x="720071" y="928503"/>
                  <a:pt x="700869" y="915092"/>
                </a:cubicBezTo>
                <a:cubicBezTo>
                  <a:pt x="681667" y="901681"/>
                  <a:pt x="668865" y="882021"/>
                  <a:pt x="662464" y="856113"/>
                </a:cubicBezTo>
                <a:cubicBezTo>
                  <a:pt x="656063" y="830205"/>
                  <a:pt x="652863" y="775494"/>
                  <a:pt x="652863" y="691978"/>
                </a:cubicBezTo>
                <a:cubicBezTo>
                  <a:pt x="652863" y="608463"/>
                  <a:pt x="657130" y="515804"/>
                  <a:pt x="665665" y="414001"/>
                </a:cubicBezTo>
                <a:cubicBezTo>
                  <a:pt x="668713" y="375596"/>
                  <a:pt x="662312" y="347859"/>
                  <a:pt x="646462" y="330790"/>
                </a:cubicBezTo>
                <a:cubicBezTo>
                  <a:pt x="630613" y="313721"/>
                  <a:pt x="603485" y="305187"/>
                  <a:pt x="565081" y="305187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4" name="フリーフォーム: 図形 103">
            <a:extLst>
              <a:ext uri="{FF2B5EF4-FFF2-40B4-BE49-F238E27FC236}">
                <a16:creationId xmlns:a16="http://schemas.microsoft.com/office/drawing/2014/main" id="{0649A674-66C3-E773-8476-D6B8A4C943D7}"/>
              </a:ext>
            </a:extLst>
          </p:cNvPr>
          <p:cNvSpPr/>
          <p:nvPr/>
        </p:nvSpPr>
        <p:spPr>
          <a:xfrm>
            <a:off x="5419908" y="7150388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47377" y="879430"/>
                </a:moveTo>
                <a:cubicBezTo>
                  <a:pt x="660788" y="879430"/>
                  <a:pt x="675723" y="882021"/>
                  <a:pt x="692182" y="887203"/>
                </a:cubicBezTo>
                <a:cubicBezTo>
                  <a:pt x="708641" y="892384"/>
                  <a:pt x="716871" y="906405"/>
                  <a:pt x="716871" y="929265"/>
                </a:cubicBezTo>
                <a:cubicBezTo>
                  <a:pt x="716871" y="952125"/>
                  <a:pt x="711842" y="968737"/>
                  <a:pt x="701783" y="979100"/>
                </a:cubicBezTo>
                <a:cubicBezTo>
                  <a:pt x="691725" y="989463"/>
                  <a:pt x="679076" y="994645"/>
                  <a:pt x="663836" y="994645"/>
                </a:cubicBezTo>
                <a:cubicBezTo>
                  <a:pt x="656521" y="994645"/>
                  <a:pt x="641738" y="991444"/>
                  <a:pt x="619487" y="985044"/>
                </a:cubicBezTo>
                <a:cubicBezTo>
                  <a:pt x="597237" y="978643"/>
                  <a:pt x="586112" y="964774"/>
                  <a:pt x="586112" y="943438"/>
                </a:cubicBezTo>
                <a:cubicBezTo>
                  <a:pt x="586112" y="916006"/>
                  <a:pt x="592970" y="898480"/>
                  <a:pt x="606686" y="890860"/>
                </a:cubicBezTo>
                <a:cubicBezTo>
                  <a:pt x="620402" y="883240"/>
                  <a:pt x="633965" y="879430"/>
                  <a:pt x="647377" y="879430"/>
                </a:cubicBezTo>
                <a:close/>
                <a:moveTo>
                  <a:pt x="811969" y="289642"/>
                </a:moveTo>
                <a:cubicBezTo>
                  <a:pt x="779050" y="289642"/>
                  <a:pt x="754514" y="294519"/>
                  <a:pt x="738359" y="304273"/>
                </a:cubicBezTo>
                <a:cubicBezTo>
                  <a:pt x="722205" y="314026"/>
                  <a:pt x="714128" y="330790"/>
                  <a:pt x="714128" y="354565"/>
                </a:cubicBezTo>
                <a:cubicBezTo>
                  <a:pt x="714128" y="365538"/>
                  <a:pt x="712909" y="372396"/>
                  <a:pt x="710470" y="375139"/>
                </a:cubicBezTo>
                <a:cubicBezTo>
                  <a:pt x="708032" y="377882"/>
                  <a:pt x="701936" y="379254"/>
                  <a:pt x="692182" y="379254"/>
                </a:cubicBezTo>
                <a:lnTo>
                  <a:pt x="439808" y="379254"/>
                </a:lnTo>
                <a:cubicBezTo>
                  <a:pt x="392869" y="379254"/>
                  <a:pt x="369399" y="404247"/>
                  <a:pt x="369399" y="454234"/>
                </a:cubicBezTo>
                <a:cubicBezTo>
                  <a:pt x="369399" y="479838"/>
                  <a:pt x="374581" y="498583"/>
                  <a:pt x="384944" y="510470"/>
                </a:cubicBezTo>
                <a:cubicBezTo>
                  <a:pt x="395307" y="522357"/>
                  <a:pt x="413595" y="528301"/>
                  <a:pt x="439808" y="528301"/>
                </a:cubicBezTo>
                <a:lnTo>
                  <a:pt x="696754" y="528301"/>
                </a:lnTo>
                <a:cubicBezTo>
                  <a:pt x="704679" y="528301"/>
                  <a:pt x="710013" y="529672"/>
                  <a:pt x="712756" y="532416"/>
                </a:cubicBezTo>
                <a:cubicBezTo>
                  <a:pt x="715499" y="535159"/>
                  <a:pt x="716871" y="541255"/>
                  <a:pt x="716871" y="550704"/>
                </a:cubicBezTo>
                <a:cubicBezTo>
                  <a:pt x="716871" y="560152"/>
                  <a:pt x="715499" y="565944"/>
                  <a:pt x="712756" y="568077"/>
                </a:cubicBezTo>
                <a:cubicBezTo>
                  <a:pt x="710013" y="570211"/>
                  <a:pt x="704069" y="571278"/>
                  <a:pt x="694925" y="571278"/>
                </a:cubicBezTo>
                <a:lnTo>
                  <a:pt x="467240" y="571278"/>
                </a:lnTo>
                <a:cubicBezTo>
                  <a:pt x="420301" y="571278"/>
                  <a:pt x="396831" y="597490"/>
                  <a:pt x="396831" y="649916"/>
                </a:cubicBezTo>
                <a:cubicBezTo>
                  <a:pt x="396831" y="676738"/>
                  <a:pt x="402013" y="696246"/>
                  <a:pt x="412376" y="708438"/>
                </a:cubicBezTo>
                <a:cubicBezTo>
                  <a:pt x="422739" y="720630"/>
                  <a:pt x="441027" y="726726"/>
                  <a:pt x="467240" y="726726"/>
                </a:cubicBezTo>
                <a:lnTo>
                  <a:pt x="504730" y="726726"/>
                </a:lnTo>
                <a:cubicBezTo>
                  <a:pt x="512655" y="726726"/>
                  <a:pt x="520580" y="725506"/>
                  <a:pt x="528505" y="723068"/>
                </a:cubicBezTo>
                <a:cubicBezTo>
                  <a:pt x="574834" y="709047"/>
                  <a:pt x="633965" y="702037"/>
                  <a:pt x="705898" y="702037"/>
                </a:cubicBezTo>
                <a:cubicBezTo>
                  <a:pt x="710775" y="702037"/>
                  <a:pt x="714128" y="703104"/>
                  <a:pt x="715957" y="705237"/>
                </a:cubicBezTo>
                <a:cubicBezTo>
                  <a:pt x="717785" y="707371"/>
                  <a:pt x="718700" y="712400"/>
                  <a:pt x="718700" y="720325"/>
                </a:cubicBezTo>
                <a:cubicBezTo>
                  <a:pt x="718700" y="728250"/>
                  <a:pt x="717328" y="733279"/>
                  <a:pt x="714585" y="735412"/>
                </a:cubicBezTo>
                <a:cubicBezTo>
                  <a:pt x="711842" y="737546"/>
                  <a:pt x="707117" y="738613"/>
                  <a:pt x="700412" y="738613"/>
                </a:cubicBezTo>
                <a:cubicBezTo>
                  <a:pt x="596780" y="740442"/>
                  <a:pt x="519970" y="757358"/>
                  <a:pt x="469983" y="789362"/>
                </a:cubicBezTo>
                <a:cubicBezTo>
                  <a:pt x="419996" y="821366"/>
                  <a:pt x="395002" y="869982"/>
                  <a:pt x="395002" y="935209"/>
                </a:cubicBezTo>
                <a:cubicBezTo>
                  <a:pt x="395002" y="957764"/>
                  <a:pt x="398355" y="985196"/>
                  <a:pt x="405061" y="1017505"/>
                </a:cubicBezTo>
                <a:cubicBezTo>
                  <a:pt x="411766" y="1049814"/>
                  <a:pt x="430816" y="1075874"/>
                  <a:pt x="462211" y="1095686"/>
                </a:cubicBezTo>
                <a:cubicBezTo>
                  <a:pt x="493605" y="1115498"/>
                  <a:pt x="526828" y="1128757"/>
                  <a:pt x="561880" y="1135462"/>
                </a:cubicBezTo>
                <a:cubicBezTo>
                  <a:pt x="596932" y="1142168"/>
                  <a:pt x="629698" y="1145521"/>
                  <a:pt x="660178" y="1145521"/>
                </a:cubicBezTo>
                <a:cubicBezTo>
                  <a:pt x="724186" y="1145521"/>
                  <a:pt x="776155" y="1134853"/>
                  <a:pt x="816083" y="1113517"/>
                </a:cubicBezTo>
                <a:cubicBezTo>
                  <a:pt x="856012" y="1092181"/>
                  <a:pt x="880853" y="1055910"/>
                  <a:pt x="890607" y="1004703"/>
                </a:cubicBezTo>
                <a:cubicBezTo>
                  <a:pt x="893655" y="991292"/>
                  <a:pt x="897008" y="984586"/>
                  <a:pt x="900665" y="984586"/>
                </a:cubicBezTo>
                <a:cubicBezTo>
                  <a:pt x="904323" y="984586"/>
                  <a:pt x="913010" y="989768"/>
                  <a:pt x="926726" y="1000131"/>
                </a:cubicBezTo>
                <a:cubicBezTo>
                  <a:pt x="940442" y="1010494"/>
                  <a:pt x="961016" y="1031830"/>
                  <a:pt x="988448" y="1064139"/>
                </a:cubicBezTo>
                <a:cubicBezTo>
                  <a:pt x="1012832" y="1091571"/>
                  <a:pt x="1036759" y="1105287"/>
                  <a:pt x="1060228" y="1105287"/>
                </a:cubicBezTo>
                <a:cubicBezTo>
                  <a:pt x="1083698" y="1105287"/>
                  <a:pt x="1105948" y="1095686"/>
                  <a:pt x="1126979" y="1076484"/>
                </a:cubicBezTo>
                <a:cubicBezTo>
                  <a:pt x="1148011" y="1057281"/>
                  <a:pt x="1158526" y="1032135"/>
                  <a:pt x="1158526" y="1001046"/>
                </a:cubicBezTo>
                <a:cubicBezTo>
                  <a:pt x="1158526" y="987634"/>
                  <a:pt x="1155935" y="975290"/>
                  <a:pt x="1150754" y="964012"/>
                </a:cubicBezTo>
                <a:cubicBezTo>
                  <a:pt x="1145572" y="952735"/>
                  <a:pt x="1129570" y="933380"/>
                  <a:pt x="1102748" y="905948"/>
                </a:cubicBezTo>
                <a:cubicBezTo>
                  <a:pt x="1075925" y="878516"/>
                  <a:pt x="1046969" y="853980"/>
                  <a:pt x="1015880" y="832339"/>
                </a:cubicBezTo>
                <a:cubicBezTo>
                  <a:pt x="984790" y="810698"/>
                  <a:pt x="953701" y="792867"/>
                  <a:pt x="922611" y="778846"/>
                </a:cubicBezTo>
                <a:cubicBezTo>
                  <a:pt x="917125" y="776408"/>
                  <a:pt x="913467" y="773512"/>
                  <a:pt x="911638" y="770160"/>
                </a:cubicBezTo>
                <a:cubicBezTo>
                  <a:pt x="909809" y="766807"/>
                  <a:pt x="908895" y="759949"/>
                  <a:pt x="908895" y="749586"/>
                </a:cubicBezTo>
                <a:cubicBezTo>
                  <a:pt x="908895" y="739222"/>
                  <a:pt x="910571" y="732822"/>
                  <a:pt x="913924" y="730383"/>
                </a:cubicBezTo>
                <a:cubicBezTo>
                  <a:pt x="917277" y="727945"/>
                  <a:pt x="925354" y="726726"/>
                  <a:pt x="938156" y="726726"/>
                </a:cubicBezTo>
                <a:lnTo>
                  <a:pt x="1068915" y="726726"/>
                </a:lnTo>
                <a:cubicBezTo>
                  <a:pt x="1095128" y="726726"/>
                  <a:pt x="1113416" y="720782"/>
                  <a:pt x="1123779" y="708895"/>
                </a:cubicBezTo>
                <a:cubicBezTo>
                  <a:pt x="1134142" y="697008"/>
                  <a:pt x="1139324" y="677348"/>
                  <a:pt x="1139324" y="649916"/>
                </a:cubicBezTo>
                <a:cubicBezTo>
                  <a:pt x="1139324" y="597490"/>
                  <a:pt x="1115854" y="571278"/>
                  <a:pt x="1068915" y="571278"/>
                </a:cubicBezTo>
                <a:lnTo>
                  <a:pt x="929926" y="571278"/>
                </a:lnTo>
                <a:cubicBezTo>
                  <a:pt x="921392" y="571278"/>
                  <a:pt x="916058" y="570058"/>
                  <a:pt x="913924" y="567620"/>
                </a:cubicBezTo>
                <a:cubicBezTo>
                  <a:pt x="911791" y="565182"/>
                  <a:pt x="910724" y="559086"/>
                  <a:pt x="910724" y="549332"/>
                </a:cubicBezTo>
                <a:cubicBezTo>
                  <a:pt x="910724" y="539578"/>
                  <a:pt x="912095" y="533635"/>
                  <a:pt x="914839" y="531501"/>
                </a:cubicBezTo>
                <a:cubicBezTo>
                  <a:pt x="917582" y="529368"/>
                  <a:pt x="922611" y="528301"/>
                  <a:pt x="929926" y="528301"/>
                </a:cubicBezTo>
                <a:lnTo>
                  <a:pt x="1096347" y="528301"/>
                </a:lnTo>
                <a:cubicBezTo>
                  <a:pt x="1122560" y="528301"/>
                  <a:pt x="1140848" y="522662"/>
                  <a:pt x="1151211" y="511384"/>
                </a:cubicBezTo>
                <a:cubicBezTo>
                  <a:pt x="1161574" y="500107"/>
                  <a:pt x="1166756" y="481057"/>
                  <a:pt x="1166756" y="454234"/>
                </a:cubicBezTo>
                <a:cubicBezTo>
                  <a:pt x="1166756" y="404247"/>
                  <a:pt x="1143286" y="379254"/>
                  <a:pt x="1096347" y="379254"/>
                </a:cubicBezTo>
                <a:lnTo>
                  <a:pt x="927183" y="379254"/>
                </a:lnTo>
                <a:cubicBezTo>
                  <a:pt x="919868" y="379254"/>
                  <a:pt x="914839" y="378187"/>
                  <a:pt x="912095" y="376053"/>
                </a:cubicBezTo>
                <a:cubicBezTo>
                  <a:pt x="909352" y="373920"/>
                  <a:pt x="907371" y="368281"/>
                  <a:pt x="906152" y="359137"/>
                </a:cubicBezTo>
                <a:cubicBezTo>
                  <a:pt x="902494" y="333534"/>
                  <a:pt x="894112" y="315550"/>
                  <a:pt x="881006" y="305187"/>
                </a:cubicBezTo>
                <a:cubicBezTo>
                  <a:pt x="867899" y="294824"/>
                  <a:pt x="844887" y="289642"/>
                  <a:pt x="811969" y="289642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3" name="フリーフォーム: 図形 102">
            <a:extLst>
              <a:ext uri="{FF2B5EF4-FFF2-40B4-BE49-F238E27FC236}">
                <a16:creationId xmlns:a16="http://schemas.microsoft.com/office/drawing/2014/main" id="{67DAB9DE-CDA4-C1CB-F31D-B86105A8A0D8}"/>
              </a:ext>
            </a:extLst>
          </p:cNvPr>
          <p:cNvSpPr/>
          <p:nvPr/>
        </p:nvSpPr>
        <p:spPr>
          <a:xfrm>
            <a:off x="5395791" y="7142744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1037825" y="404857"/>
                </a:moveTo>
                <a:cubicBezTo>
                  <a:pt x="1007955" y="404857"/>
                  <a:pt x="983266" y="410800"/>
                  <a:pt x="963759" y="422688"/>
                </a:cubicBezTo>
                <a:cubicBezTo>
                  <a:pt x="944252" y="434575"/>
                  <a:pt x="934498" y="453320"/>
                  <a:pt x="934498" y="478923"/>
                </a:cubicBezTo>
                <a:cubicBezTo>
                  <a:pt x="934498" y="488067"/>
                  <a:pt x="936022" y="497821"/>
                  <a:pt x="939070" y="508184"/>
                </a:cubicBezTo>
                <a:cubicBezTo>
                  <a:pt x="953701" y="563048"/>
                  <a:pt x="966807" y="632390"/>
                  <a:pt x="978389" y="716210"/>
                </a:cubicBezTo>
                <a:cubicBezTo>
                  <a:pt x="989972" y="800030"/>
                  <a:pt x="995763" y="863124"/>
                  <a:pt x="995763" y="905491"/>
                </a:cubicBezTo>
                <a:cubicBezTo>
                  <a:pt x="995763" y="947858"/>
                  <a:pt x="1003078" y="976204"/>
                  <a:pt x="1017709" y="990530"/>
                </a:cubicBezTo>
                <a:cubicBezTo>
                  <a:pt x="1032339" y="1004856"/>
                  <a:pt x="1057942" y="1012018"/>
                  <a:pt x="1094518" y="1012018"/>
                </a:cubicBezTo>
                <a:cubicBezTo>
                  <a:pt x="1131094" y="1012018"/>
                  <a:pt x="1155326" y="1002112"/>
                  <a:pt x="1167213" y="982300"/>
                </a:cubicBezTo>
                <a:cubicBezTo>
                  <a:pt x="1179100" y="962488"/>
                  <a:pt x="1185044" y="934904"/>
                  <a:pt x="1185044" y="899547"/>
                </a:cubicBezTo>
                <a:cubicBezTo>
                  <a:pt x="1185044" y="823957"/>
                  <a:pt x="1175290" y="732974"/>
                  <a:pt x="1155783" y="626599"/>
                </a:cubicBezTo>
                <a:cubicBezTo>
                  <a:pt x="1136276" y="520224"/>
                  <a:pt x="1119207" y="456673"/>
                  <a:pt x="1104577" y="435946"/>
                </a:cubicBezTo>
                <a:cubicBezTo>
                  <a:pt x="1089946" y="415220"/>
                  <a:pt x="1067696" y="404857"/>
                  <a:pt x="1037825" y="404857"/>
                </a:cubicBezTo>
                <a:close/>
                <a:moveTo>
                  <a:pt x="523018" y="351822"/>
                </a:moveTo>
                <a:cubicBezTo>
                  <a:pt x="502292" y="351822"/>
                  <a:pt x="485223" y="358527"/>
                  <a:pt x="471812" y="371938"/>
                </a:cubicBezTo>
                <a:cubicBezTo>
                  <a:pt x="458401" y="385350"/>
                  <a:pt x="448647" y="404400"/>
                  <a:pt x="442551" y="429088"/>
                </a:cubicBezTo>
                <a:cubicBezTo>
                  <a:pt x="436455" y="453777"/>
                  <a:pt x="429445" y="498888"/>
                  <a:pt x="421520" y="564420"/>
                </a:cubicBezTo>
                <a:cubicBezTo>
                  <a:pt x="413595" y="629952"/>
                  <a:pt x="409633" y="690454"/>
                  <a:pt x="409633" y="745928"/>
                </a:cubicBezTo>
                <a:cubicBezTo>
                  <a:pt x="409633" y="851998"/>
                  <a:pt x="425025" y="937190"/>
                  <a:pt x="455810" y="1001503"/>
                </a:cubicBezTo>
                <a:cubicBezTo>
                  <a:pt x="486595" y="1065816"/>
                  <a:pt x="527285" y="1097972"/>
                  <a:pt x="577882" y="1097972"/>
                </a:cubicBezTo>
                <a:cubicBezTo>
                  <a:pt x="613239" y="1097972"/>
                  <a:pt x="655759" y="1083494"/>
                  <a:pt x="705441" y="1054538"/>
                </a:cubicBezTo>
                <a:cubicBezTo>
                  <a:pt x="755123" y="1025582"/>
                  <a:pt x="788956" y="1003027"/>
                  <a:pt x="806939" y="986872"/>
                </a:cubicBezTo>
                <a:cubicBezTo>
                  <a:pt x="824923" y="970718"/>
                  <a:pt x="833914" y="951211"/>
                  <a:pt x="833914" y="928351"/>
                </a:cubicBezTo>
                <a:cubicBezTo>
                  <a:pt x="833914" y="905491"/>
                  <a:pt x="823094" y="883393"/>
                  <a:pt x="801453" y="862057"/>
                </a:cubicBezTo>
                <a:cubicBezTo>
                  <a:pt x="779812" y="840721"/>
                  <a:pt x="759848" y="830053"/>
                  <a:pt x="741560" y="830053"/>
                </a:cubicBezTo>
                <a:cubicBezTo>
                  <a:pt x="725101" y="830053"/>
                  <a:pt x="705136" y="839654"/>
                  <a:pt x="681667" y="858856"/>
                </a:cubicBezTo>
                <a:cubicBezTo>
                  <a:pt x="658197" y="878059"/>
                  <a:pt x="639452" y="887660"/>
                  <a:pt x="625431" y="887660"/>
                </a:cubicBezTo>
                <a:cubicBezTo>
                  <a:pt x="607753" y="887660"/>
                  <a:pt x="596627" y="870439"/>
                  <a:pt x="592055" y="835996"/>
                </a:cubicBezTo>
                <a:cubicBezTo>
                  <a:pt x="587483" y="801554"/>
                  <a:pt x="585197" y="765130"/>
                  <a:pt x="585197" y="726726"/>
                </a:cubicBezTo>
                <a:cubicBezTo>
                  <a:pt x="585197" y="643210"/>
                  <a:pt x="594341" y="557866"/>
                  <a:pt x="612629" y="470694"/>
                </a:cubicBezTo>
                <a:cubicBezTo>
                  <a:pt x="616897" y="451796"/>
                  <a:pt x="619030" y="435946"/>
                  <a:pt x="619030" y="423145"/>
                </a:cubicBezTo>
                <a:cubicBezTo>
                  <a:pt x="619030" y="394494"/>
                  <a:pt x="608210" y="375444"/>
                  <a:pt x="586569" y="365995"/>
                </a:cubicBezTo>
                <a:cubicBezTo>
                  <a:pt x="564928" y="356546"/>
                  <a:pt x="543745" y="351822"/>
                  <a:pt x="523018" y="351822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2" name="フリーフォーム: 図形 101">
            <a:extLst>
              <a:ext uri="{FF2B5EF4-FFF2-40B4-BE49-F238E27FC236}">
                <a16:creationId xmlns:a16="http://schemas.microsoft.com/office/drawing/2014/main" id="{1378BDE6-437B-1628-EF39-E7039EDA6279}"/>
              </a:ext>
            </a:extLst>
          </p:cNvPr>
          <p:cNvSpPr/>
          <p:nvPr/>
        </p:nvSpPr>
        <p:spPr>
          <a:xfrm>
            <a:off x="5357305" y="7196252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1126065" y="310673"/>
                </a:moveTo>
                <a:cubicBezTo>
                  <a:pt x="1112959" y="310673"/>
                  <a:pt x="1102443" y="313569"/>
                  <a:pt x="1094518" y="319360"/>
                </a:cubicBezTo>
                <a:cubicBezTo>
                  <a:pt x="1086593" y="325152"/>
                  <a:pt x="1082631" y="338715"/>
                  <a:pt x="1082631" y="360051"/>
                </a:cubicBezTo>
                <a:cubicBezTo>
                  <a:pt x="1082631" y="394798"/>
                  <a:pt x="1083241" y="419640"/>
                  <a:pt x="1084460" y="434575"/>
                </a:cubicBezTo>
                <a:cubicBezTo>
                  <a:pt x="1085679" y="449510"/>
                  <a:pt x="1090556" y="459416"/>
                  <a:pt x="1099090" y="464293"/>
                </a:cubicBezTo>
                <a:cubicBezTo>
                  <a:pt x="1107625" y="469170"/>
                  <a:pt x="1116921" y="471608"/>
                  <a:pt x="1126979" y="471608"/>
                </a:cubicBezTo>
                <a:cubicBezTo>
                  <a:pt x="1137038" y="471608"/>
                  <a:pt x="1145420" y="469474"/>
                  <a:pt x="1152125" y="465207"/>
                </a:cubicBezTo>
                <a:cubicBezTo>
                  <a:pt x="1158831" y="460940"/>
                  <a:pt x="1163251" y="455606"/>
                  <a:pt x="1165384" y="449205"/>
                </a:cubicBezTo>
                <a:cubicBezTo>
                  <a:pt x="1167518" y="442804"/>
                  <a:pt x="1168585" y="429850"/>
                  <a:pt x="1168585" y="410343"/>
                </a:cubicBezTo>
                <a:cubicBezTo>
                  <a:pt x="1168585" y="392665"/>
                  <a:pt x="1168127" y="375139"/>
                  <a:pt x="1167213" y="357765"/>
                </a:cubicBezTo>
                <a:cubicBezTo>
                  <a:pt x="1166299" y="340392"/>
                  <a:pt x="1162489" y="328200"/>
                  <a:pt x="1155783" y="321189"/>
                </a:cubicBezTo>
                <a:cubicBezTo>
                  <a:pt x="1149077" y="314179"/>
                  <a:pt x="1139171" y="310673"/>
                  <a:pt x="1126065" y="310673"/>
                </a:cubicBezTo>
                <a:close/>
                <a:moveTo>
                  <a:pt x="1013137" y="310673"/>
                </a:moveTo>
                <a:cubicBezTo>
                  <a:pt x="982657" y="310673"/>
                  <a:pt x="967417" y="322865"/>
                  <a:pt x="967417" y="347250"/>
                </a:cubicBezTo>
                <a:lnTo>
                  <a:pt x="967417" y="386569"/>
                </a:lnTo>
                <a:cubicBezTo>
                  <a:pt x="968026" y="422535"/>
                  <a:pt x="970007" y="444023"/>
                  <a:pt x="973360" y="451034"/>
                </a:cubicBezTo>
                <a:cubicBezTo>
                  <a:pt x="976713" y="458044"/>
                  <a:pt x="982047" y="463683"/>
                  <a:pt x="989362" y="467950"/>
                </a:cubicBezTo>
                <a:cubicBezTo>
                  <a:pt x="996677" y="472218"/>
                  <a:pt x="1005821" y="474351"/>
                  <a:pt x="1016794" y="474351"/>
                </a:cubicBezTo>
                <a:cubicBezTo>
                  <a:pt x="1027767" y="474351"/>
                  <a:pt x="1037063" y="471303"/>
                  <a:pt x="1044683" y="465207"/>
                </a:cubicBezTo>
                <a:cubicBezTo>
                  <a:pt x="1052303" y="459111"/>
                  <a:pt x="1056266" y="451034"/>
                  <a:pt x="1056571" y="440976"/>
                </a:cubicBezTo>
                <a:cubicBezTo>
                  <a:pt x="1056875" y="430917"/>
                  <a:pt x="1057028" y="417049"/>
                  <a:pt x="1057028" y="399370"/>
                </a:cubicBezTo>
                <a:cubicBezTo>
                  <a:pt x="1057028" y="376815"/>
                  <a:pt x="1056723" y="359899"/>
                  <a:pt x="1056113" y="348621"/>
                </a:cubicBezTo>
                <a:cubicBezTo>
                  <a:pt x="1055504" y="337344"/>
                  <a:pt x="1051389" y="328200"/>
                  <a:pt x="1043769" y="321189"/>
                </a:cubicBezTo>
                <a:cubicBezTo>
                  <a:pt x="1036149" y="314179"/>
                  <a:pt x="1025938" y="310673"/>
                  <a:pt x="1013137" y="310673"/>
                </a:cubicBezTo>
                <a:close/>
                <a:moveTo>
                  <a:pt x="812426" y="288728"/>
                </a:moveTo>
                <a:cubicBezTo>
                  <a:pt x="787737" y="288728"/>
                  <a:pt x="764267" y="294672"/>
                  <a:pt x="742017" y="306559"/>
                </a:cubicBezTo>
                <a:cubicBezTo>
                  <a:pt x="719767" y="318446"/>
                  <a:pt x="708641" y="337496"/>
                  <a:pt x="708641" y="363709"/>
                </a:cubicBezTo>
                <a:cubicBezTo>
                  <a:pt x="708641" y="376510"/>
                  <a:pt x="710318" y="387940"/>
                  <a:pt x="713671" y="397999"/>
                </a:cubicBezTo>
                <a:cubicBezTo>
                  <a:pt x="717023" y="408057"/>
                  <a:pt x="718700" y="414763"/>
                  <a:pt x="718700" y="418116"/>
                </a:cubicBezTo>
                <a:cubicBezTo>
                  <a:pt x="718700" y="421468"/>
                  <a:pt x="715042" y="423145"/>
                  <a:pt x="707727" y="423145"/>
                </a:cubicBezTo>
                <a:lnTo>
                  <a:pt x="448952" y="423145"/>
                </a:lnTo>
                <a:cubicBezTo>
                  <a:pt x="401403" y="423145"/>
                  <a:pt x="377629" y="453930"/>
                  <a:pt x="377629" y="515499"/>
                </a:cubicBezTo>
                <a:cubicBezTo>
                  <a:pt x="377629" y="545979"/>
                  <a:pt x="382658" y="568077"/>
                  <a:pt x="392716" y="581793"/>
                </a:cubicBezTo>
                <a:cubicBezTo>
                  <a:pt x="402775" y="595509"/>
                  <a:pt x="421520" y="602367"/>
                  <a:pt x="448952" y="602367"/>
                </a:cubicBezTo>
                <a:lnTo>
                  <a:pt x="768077" y="602367"/>
                </a:lnTo>
                <a:cubicBezTo>
                  <a:pt x="774173" y="602367"/>
                  <a:pt x="778441" y="603129"/>
                  <a:pt x="780879" y="604653"/>
                </a:cubicBezTo>
                <a:cubicBezTo>
                  <a:pt x="783317" y="606177"/>
                  <a:pt x="785451" y="610292"/>
                  <a:pt x="787280" y="616998"/>
                </a:cubicBezTo>
                <a:cubicBezTo>
                  <a:pt x="789109" y="623703"/>
                  <a:pt x="790023" y="630409"/>
                  <a:pt x="790023" y="637114"/>
                </a:cubicBezTo>
                <a:cubicBezTo>
                  <a:pt x="790023" y="643820"/>
                  <a:pt x="787737" y="648697"/>
                  <a:pt x="783165" y="651745"/>
                </a:cubicBezTo>
                <a:cubicBezTo>
                  <a:pt x="778593" y="654793"/>
                  <a:pt x="771125" y="656317"/>
                  <a:pt x="760762" y="656317"/>
                </a:cubicBezTo>
                <a:lnTo>
                  <a:pt x="691268" y="653574"/>
                </a:lnTo>
                <a:cubicBezTo>
                  <a:pt x="596780" y="653574"/>
                  <a:pt x="523018" y="674300"/>
                  <a:pt x="469983" y="715753"/>
                </a:cubicBezTo>
                <a:cubicBezTo>
                  <a:pt x="416948" y="757206"/>
                  <a:pt x="390430" y="812070"/>
                  <a:pt x="390430" y="880345"/>
                </a:cubicBezTo>
                <a:cubicBezTo>
                  <a:pt x="390430" y="940086"/>
                  <a:pt x="407804" y="991749"/>
                  <a:pt x="442551" y="1035336"/>
                </a:cubicBezTo>
                <a:cubicBezTo>
                  <a:pt x="477298" y="1078922"/>
                  <a:pt x="525304" y="1108183"/>
                  <a:pt x="586569" y="1123118"/>
                </a:cubicBezTo>
                <a:cubicBezTo>
                  <a:pt x="647834" y="1138053"/>
                  <a:pt x="711080" y="1145521"/>
                  <a:pt x="776307" y="1145521"/>
                </a:cubicBezTo>
                <a:cubicBezTo>
                  <a:pt x="812883" y="1145521"/>
                  <a:pt x="848545" y="1142778"/>
                  <a:pt x="883292" y="1137291"/>
                </a:cubicBezTo>
                <a:cubicBezTo>
                  <a:pt x="918039" y="1131805"/>
                  <a:pt x="953091" y="1123423"/>
                  <a:pt x="988448" y="1112145"/>
                </a:cubicBezTo>
                <a:cubicBezTo>
                  <a:pt x="1023805" y="1100868"/>
                  <a:pt x="1046360" y="1092333"/>
                  <a:pt x="1056113" y="1086542"/>
                </a:cubicBezTo>
                <a:cubicBezTo>
                  <a:pt x="1065867" y="1080751"/>
                  <a:pt x="1073792" y="1072064"/>
                  <a:pt x="1079888" y="1060482"/>
                </a:cubicBezTo>
                <a:cubicBezTo>
                  <a:pt x="1085984" y="1048899"/>
                  <a:pt x="1089032" y="1035488"/>
                  <a:pt x="1089032" y="1020248"/>
                </a:cubicBezTo>
                <a:cubicBezTo>
                  <a:pt x="1089032" y="990987"/>
                  <a:pt x="1080802" y="965994"/>
                  <a:pt x="1064343" y="945267"/>
                </a:cubicBezTo>
                <a:cubicBezTo>
                  <a:pt x="1047884" y="924541"/>
                  <a:pt x="1025024" y="914178"/>
                  <a:pt x="995763" y="914178"/>
                </a:cubicBezTo>
                <a:cubicBezTo>
                  <a:pt x="981742" y="914178"/>
                  <a:pt x="966807" y="916616"/>
                  <a:pt x="950957" y="921493"/>
                </a:cubicBezTo>
                <a:cubicBezTo>
                  <a:pt x="873538" y="947096"/>
                  <a:pt x="809987" y="959898"/>
                  <a:pt x="760305" y="959898"/>
                </a:cubicBezTo>
                <a:cubicBezTo>
                  <a:pt x="710623" y="959898"/>
                  <a:pt x="672065" y="952735"/>
                  <a:pt x="644633" y="938409"/>
                </a:cubicBezTo>
                <a:cubicBezTo>
                  <a:pt x="617201" y="924084"/>
                  <a:pt x="603485" y="904424"/>
                  <a:pt x="603485" y="879430"/>
                </a:cubicBezTo>
                <a:cubicBezTo>
                  <a:pt x="603485" y="861752"/>
                  <a:pt x="611715" y="845140"/>
                  <a:pt x="628174" y="829596"/>
                </a:cubicBezTo>
                <a:cubicBezTo>
                  <a:pt x="644633" y="814051"/>
                  <a:pt x="680295" y="806278"/>
                  <a:pt x="735159" y="806278"/>
                </a:cubicBezTo>
                <a:cubicBezTo>
                  <a:pt x="773564" y="806278"/>
                  <a:pt x="807701" y="810393"/>
                  <a:pt x="837572" y="818623"/>
                </a:cubicBezTo>
                <a:cubicBezTo>
                  <a:pt x="867442" y="826852"/>
                  <a:pt x="893655" y="830967"/>
                  <a:pt x="916210" y="830967"/>
                </a:cubicBezTo>
                <a:cubicBezTo>
                  <a:pt x="952177" y="830967"/>
                  <a:pt x="978847" y="821366"/>
                  <a:pt x="996220" y="802164"/>
                </a:cubicBezTo>
                <a:cubicBezTo>
                  <a:pt x="1013594" y="782961"/>
                  <a:pt x="1022281" y="764521"/>
                  <a:pt x="1022281" y="746842"/>
                </a:cubicBezTo>
                <a:cubicBezTo>
                  <a:pt x="1022281" y="735870"/>
                  <a:pt x="1016794" y="713314"/>
                  <a:pt x="1005821" y="679177"/>
                </a:cubicBezTo>
                <a:cubicBezTo>
                  <a:pt x="992410" y="638334"/>
                  <a:pt x="985705" y="615169"/>
                  <a:pt x="985705" y="609682"/>
                </a:cubicBezTo>
                <a:cubicBezTo>
                  <a:pt x="985705" y="604806"/>
                  <a:pt x="989972" y="602367"/>
                  <a:pt x="998506" y="602367"/>
                </a:cubicBezTo>
                <a:lnTo>
                  <a:pt x="1075316" y="602367"/>
                </a:lnTo>
                <a:cubicBezTo>
                  <a:pt x="1094823" y="602367"/>
                  <a:pt x="1111435" y="594900"/>
                  <a:pt x="1125151" y="579964"/>
                </a:cubicBezTo>
                <a:cubicBezTo>
                  <a:pt x="1138867" y="565029"/>
                  <a:pt x="1145725" y="546894"/>
                  <a:pt x="1145725" y="525558"/>
                </a:cubicBezTo>
                <a:cubicBezTo>
                  <a:pt x="1145725" y="518242"/>
                  <a:pt x="1144963" y="511994"/>
                  <a:pt x="1143439" y="506812"/>
                </a:cubicBezTo>
                <a:cubicBezTo>
                  <a:pt x="1141914" y="501631"/>
                  <a:pt x="1140543" y="498583"/>
                  <a:pt x="1139324" y="497668"/>
                </a:cubicBezTo>
                <a:cubicBezTo>
                  <a:pt x="1138105" y="496754"/>
                  <a:pt x="1135666" y="496297"/>
                  <a:pt x="1132009" y="496297"/>
                </a:cubicBezTo>
                <a:cubicBezTo>
                  <a:pt x="1106405" y="496297"/>
                  <a:pt x="1087508" y="490506"/>
                  <a:pt x="1075316" y="478923"/>
                </a:cubicBezTo>
                <a:cubicBezTo>
                  <a:pt x="1074706" y="478314"/>
                  <a:pt x="1073792" y="478009"/>
                  <a:pt x="1072573" y="478009"/>
                </a:cubicBezTo>
                <a:cubicBezTo>
                  <a:pt x="1071353" y="478009"/>
                  <a:pt x="1068915" y="479685"/>
                  <a:pt x="1065257" y="483038"/>
                </a:cubicBezTo>
                <a:cubicBezTo>
                  <a:pt x="1061600" y="486391"/>
                  <a:pt x="1054742" y="489896"/>
                  <a:pt x="1044683" y="493554"/>
                </a:cubicBezTo>
                <a:cubicBezTo>
                  <a:pt x="1034625" y="497211"/>
                  <a:pt x="1025329" y="499040"/>
                  <a:pt x="1016794" y="499040"/>
                </a:cubicBezTo>
                <a:cubicBezTo>
                  <a:pt x="1000335" y="499040"/>
                  <a:pt x="984943" y="494773"/>
                  <a:pt x="970617" y="486238"/>
                </a:cubicBezTo>
                <a:cubicBezTo>
                  <a:pt x="956291" y="477704"/>
                  <a:pt x="944557" y="461702"/>
                  <a:pt x="935413" y="438232"/>
                </a:cubicBezTo>
                <a:cubicBezTo>
                  <a:pt x="926269" y="414763"/>
                  <a:pt x="916820" y="386569"/>
                  <a:pt x="907066" y="353650"/>
                </a:cubicBezTo>
                <a:cubicBezTo>
                  <a:pt x="900970" y="332924"/>
                  <a:pt x="889845" y="316922"/>
                  <a:pt x="873691" y="305644"/>
                </a:cubicBezTo>
                <a:cubicBezTo>
                  <a:pt x="857536" y="294367"/>
                  <a:pt x="837115" y="288728"/>
                  <a:pt x="812426" y="288728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1B580DA4-FE29-D6F0-B6C5-E178A28E932D}"/>
              </a:ext>
            </a:extLst>
          </p:cNvPr>
          <p:cNvSpPr/>
          <p:nvPr/>
        </p:nvSpPr>
        <p:spPr>
          <a:xfrm>
            <a:off x="5357580" y="7180964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30790" y="802621"/>
                </a:moveTo>
                <a:cubicBezTo>
                  <a:pt x="508540" y="802621"/>
                  <a:pt x="484766" y="812070"/>
                  <a:pt x="459467" y="830967"/>
                </a:cubicBezTo>
                <a:cubicBezTo>
                  <a:pt x="434169" y="849865"/>
                  <a:pt x="421520" y="871658"/>
                  <a:pt x="421520" y="896347"/>
                </a:cubicBezTo>
                <a:cubicBezTo>
                  <a:pt x="421520" y="921036"/>
                  <a:pt x="432645" y="948620"/>
                  <a:pt x="454895" y="979100"/>
                </a:cubicBezTo>
                <a:cubicBezTo>
                  <a:pt x="477146" y="1009580"/>
                  <a:pt x="505797" y="1034574"/>
                  <a:pt x="540849" y="1054081"/>
                </a:cubicBezTo>
                <a:cubicBezTo>
                  <a:pt x="575901" y="1073588"/>
                  <a:pt x="611715" y="1086542"/>
                  <a:pt x="648291" y="1092943"/>
                </a:cubicBezTo>
                <a:cubicBezTo>
                  <a:pt x="684867" y="1099344"/>
                  <a:pt x="754666" y="1102544"/>
                  <a:pt x="857688" y="1102544"/>
                </a:cubicBezTo>
                <a:cubicBezTo>
                  <a:pt x="993629" y="1102544"/>
                  <a:pt x="1074401" y="1095838"/>
                  <a:pt x="1100005" y="1082427"/>
                </a:cubicBezTo>
                <a:cubicBezTo>
                  <a:pt x="1125608" y="1069016"/>
                  <a:pt x="1138409" y="1044632"/>
                  <a:pt x="1138409" y="1009275"/>
                </a:cubicBezTo>
                <a:cubicBezTo>
                  <a:pt x="1138409" y="938562"/>
                  <a:pt x="1109149" y="903205"/>
                  <a:pt x="1050627" y="903205"/>
                </a:cubicBezTo>
                <a:lnTo>
                  <a:pt x="918953" y="915092"/>
                </a:lnTo>
                <a:cubicBezTo>
                  <a:pt x="868356" y="919359"/>
                  <a:pt x="828123" y="921493"/>
                  <a:pt x="798252" y="921493"/>
                </a:cubicBezTo>
                <a:cubicBezTo>
                  <a:pt x="748265" y="921493"/>
                  <a:pt x="709556" y="915702"/>
                  <a:pt x="682124" y="904119"/>
                </a:cubicBezTo>
                <a:cubicBezTo>
                  <a:pt x="654692" y="892537"/>
                  <a:pt x="624212" y="868153"/>
                  <a:pt x="590684" y="830967"/>
                </a:cubicBezTo>
                <a:cubicBezTo>
                  <a:pt x="573005" y="812070"/>
                  <a:pt x="553041" y="802621"/>
                  <a:pt x="530790" y="802621"/>
                </a:cubicBezTo>
                <a:close/>
                <a:moveTo>
                  <a:pt x="1094518" y="466122"/>
                </a:moveTo>
                <a:cubicBezTo>
                  <a:pt x="1065867" y="466122"/>
                  <a:pt x="1051541" y="476790"/>
                  <a:pt x="1051541" y="498126"/>
                </a:cubicBezTo>
                <a:cubicBezTo>
                  <a:pt x="1051541" y="545065"/>
                  <a:pt x="1051846" y="574021"/>
                  <a:pt x="1052456" y="584994"/>
                </a:cubicBezTo>
                <a:cubicBezTo>
                  <a:pt x="1053065" y="595966"/>
                  <a:pt x="1057333" y="604348"/>
                  <a:pt x="1065257" y="610140"/>
                </a:cubicBezTo>
                <a:cubicBezTo>
                  <a:pt x="1073182" y="615931"/>
                  <a:pt x="1082936" y="618826"/>
                  <a:pt x="1094518" y="618826"/>
                </a:cubicBezTo>
                <a:cubicBezTo>
                  <a:pt x="1106101" y="618826"/>
                  <a:pt x="1115397" y="616998"/>
                  <a:pt x="1122407" y="613340"/>
                </a:cubicBezTo>
                <a:cubicBezTo>
                  <a:pt x="1129418" y="609682"/>
                  <a:pt x="1134142" y="605110"/>
                  <a:pt x="1136581" y="599624"/>
                </a:cubicBezTo>
                <a:cubicBezTo>
                  <a:pt x="1139019" y="594138"/>
                  <a:pt x="1140238" y="582860"/>
                  <a:pt x="1140238" y="565791"/>
                </a:cubicBezTo>
                <a:cubicBezTo>
                  <a:pt x="1140238" y="528606"/>
                  <a:pt x="1139781" y="504831"/>
                  <a:pt x="1138867" y="494468"/>
                </a:cubicBezTo>
                <a:cubicBezTo>
                  <a:pt x="1137952" y="484105"/>
                  <a:pt x="1133837" y="476790"/>
                  <a:pt x="1126522" y="472522"/>
                </a:cubicBezTo>
                <a:cubicBezTo>
                  <a:pt x="1119207" y="468255"/>
                  <a:pt x="1108539" y="466122"/>
                  <a:pt x="1094518" y="466122"/>
                </a:cubicBezTo>
                <a:close/>
                <a:moveTo>
                  <a:pt x="981590" y="462464"/>
                </a:moveTo>
                <a:cubicBezTo>
                  <a:pt x="954462" y="462464"/>
                  <a:pt x="940899" y="473132"/>
                  <a:pt x="940899" y="494468"/>
                </a:cubicBezTo>
                <a:cubicBezTo>
                  <a:pt x="940899" y="546284"/>
                  <a:pt x="941204" y="577526"/>
                  <a:pt x="941813" y="588194"/>
                </a:cubicBezTo>
                <a:cubicBezTo>
                  <a:pt x="942423" y="598862"/>
                  <a:pt x="946690" y="607092"/>
                  <a:pt x="954615" y="612883"/>
                </a:cubicBezTo>
                <a:cubicBezTo>
                  <a:pt x="962540" y="618674"/>
                  <a:pt x="972446" y="621570"/>
                  <a:pt x="984333" y="621570"/>
                </a:cubicBezTo>
                <a:cubicBezTo>
                  <a:pt x="996220" y="621570"/>
                  <a:pt x="1005517" y="619893"/>
                  <a:pt x="1012222" y="616540"/>
                </a:cubicBezTo>
                <a:cubicBezTo>
                  <a:pt x="1018928" y="613188"/>
                  <a:pt x="1023347" y="608616"/>
                  <a:pt x="1025481" y="602824"/>
                </a:cubicBezTo>
                <a:cubicBezTo>
                  <a:pt x="1027614" y="597033"/>
                  <a:pt x="1028681" y="585298"/>
                  <a:pt x="1028681" y="567620"/>
                </a:cubicBezTo>
                <a:cubicBezTo>
                  <a:pt x="1028681" y="523119"/>
                  <a:pt x="1027614" y="494468"/>
                  <a:pt x="1025481" y="481666"/>
                </a:cubicBezTo>
                <a:cubicBezTo>
                  <a:pt x="1023347" y="468865"/>
                  <a:pt x="1008717" y="462464"/>
                  <a:pt x="981590" y="462464"/>
                </a:cubicBezTo>
                <a:close/>
                <a:moveTo>
                  <a:pt x="567824" y="324390"/>
                </a:moveTo>
                <a:cubicBezTo>
                  <a:pt x="536734" y="324390"/>
                  <a:pt x="513569" y="333381"/>
                  <a:pt x="498329" y="351364"/>
                </a:cubicBezTo>
                <a:cubicBezTo>
                  <a:pt x="483089" y="369348"/>
                  <a:pt x="475469" y="393274"/>
                  <a:pt x="475469" y="423145"/>
                </a:cubicBezTo>
                <a:cubicBezTo>
                  <a:pt x="475469" y="442652"/>
                  <a:pt x="479737" y="459264"/>
                  <a:pt x="488271" y="472980"/>
                </a:cubicBezTo>
                <a:cubicBezTo>
                  <a:pt x="496805" y="486696"/>
                  <a:pt x="509607" y="496906"/>
                  <a:pt x="526676" y="503612"/>
                </a:cubicBezTo>
                <a:cubicBezTo>
                  <a:pt x="543744" y="510318"/>
                  <a:pt x="585045" y="516261"/>
                  <a:pt x="650577" y="521443"/>
                </a:cubicBezTo>
                <a:cubicBezTo>
                  <a:pt x="716109" y="526624"/>
                  <a:pt x="783927" y="529215"/>
                  <a:pt x="854031" y="529215"/>
                </a:cubicBezTo>
                <a:cubicBezTo>
                  <a:pt x="866832" y="529215"/>
                  <a:pt x="879024" y="529063"/>
                  <a:pt x="890607" y="528758"/>
                </a:cubicBezTo>
                <a:cubicBezTo>
                  <a:pt x="902189" y="528453"/>
                  <a:pt x="908438" y="528148"/>
                  <a:pt x="909352" y="527844"/>
                </a:cubicBezTo>
                <a:cubicBezTo>
                  <a:pt x="910267" y="527539"/>
                  <a:pt x="910724" y="526777"/>
                  <a:pt x="910724" y="525558"/>
                </a:cubicBezTo>
                <a:lnTo>
                  <a:pt x="909809" y="506355"/>
                </a:lnTo>
                <a:cubicBezTo>
                  <a:pt x="909809" y="456978"/>
                  <a:pt x="938156" y="432289"/>
                  <a:pt x="994849" y="432289"/>
                </a:cubicBezTo>
                <a:cubicBezTo>
                  <a:pt x="1014356" y="432289"/>
                  <a:pt x="1029901" y="437470"/>
                  <a:pt x="1041483" y="447834"/>
                </a:cubicBezTo>
                <a:cubicBezTo>
                  <a:pt x="1043312" y="449662"/>
                  <a:pt x="1045445" y="449967"/>
                  <a:pt x="1047884" y="448748"/>
                </a:cubicBezTo>
                <a:cubicBezTo>
                  <a:pt x="1055809" y="442652"/>
                  <a:pt x="1065257" y="438994"/>
                  <a:pt x="1076230" y="437775"/>
                </a:cubicBezTo>
                <a:cubicBezTo>
                  <a:pt x="1079278" y="437166"/>
                  <a:pt x="1080802" y="434118"/>
                  <a:pt x="1080802" y="428631"/>
                </a:cubicBezTo>
                <a:cubicBezTo>
                  <a:pt x="1080802" y="402418"/>
                  <a:pt x="1073487" y="381235"/>
                  <a:pt x="1058857" y="365080"/>
                </a:cubicBezTo>
                <a:cubicBezTo>
                  <a:pt x="1044226" y="348926"/>
                  <a:pt x="1021671" y="340849"/>
                  <a:pt x="991191" y="340849"/>
                </a:cubicBezTo>
                <a:lnTo>
                  <a:pt x="886949" y="342677"/>
                </a:lnTo>
                <a:cubicBezTo>
                  <a:pt x="761372" y="342677"/>
                  <a:pt x="665055" y="337496"/>
                  <a:pt x="597999" y="327133"/>
                </a:cubicBezTo>
                <a:cubicBezTo>
                  <a:pt x="587636" y="325304"/>
                  <a:pt x="577577" y="324390"/>
                  <a:pt x="567824" y="324390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DCBBB0C1-1C04-5B28-0AB0-0FBD6C6343C4}"/>
              </a:ext>
            </a:extLst>
          </p:cNvPr>
          <p:cNvSpPr/>
          <p:nvPr/>
        </p:nvSpPr>
        <p:spPr>
          <a:xfrm>
            <a:off x="5364491" y="7150388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87610" y="540188"/>
                </a:moveTo>
                <a:cubicBezTo>
                  <a:pt x="682124" y="540188"/>
                  <a:pt x="646919" y="544455"/>
                  <a:pt x="581997" y="552990"/>
                </a:cubicBezTo>
                <a:cubicBezTo>
                  <a:pt x="517075" y="561524"/>
                  <a:pt x="476841" y="568077"/>
                  <a:pt x="461296" y="572649"/>
                </a:cubicBezTo>
                <a:cubicBezTo>
                  <a:pt x="445751" y="577221"/>
                  <a:pt x="433255" y="585451"/>
                  <a:pt x="423806" y="597338"/>
                </a:cubicBezTo>
                <a:cubicBezTo>
                  <a:pt x="414357" y="609225"/>
                  <a:pt x="409633" y="626904"/>
                  <a:pt x="409633" y="650373"/>
                </a:cubicBezTo>
                <a:cubicBezTo>
                  <a:pt x="409633" y="673843"/>
                  <a:pt x="414205" y="694417"/>
                  <a:pt x="423349" y="712095"/>
                </a:cubicBezTo>
                <a:cubicBezTo>
                  <a:pt x="432493" y="729774"/>
                  <a:pt x="451695" y="738613"/>
                  <a:pt x="480956" y="738613"/>
                </a:cubicBezTo>
                <a:cubicBezTo>
                  <a:pt x="495586" y="738613"/>
                  <a:pt x="514179" y="736174"/>
                  <a:pt x="536734" y="731298"/>
                </a:cubicBezTo>
                <a:cubicBezTo>
                  <a:pt x="666579" y="705085"/>
                  <a:pt x="762896" y="691978"/>
                  <a:pt x="825685" y="691978"/>
                </a:cubicBezTo>
                <a:cubicBezTo>
                  <a:pt x="865918" y="691978"/>
                  <a:pt x="895484" y="697465"/>
                  <a:pt x="914381" y="708438"/>
                </a:cubicBezTo>
                <a:cubicBezTo>
                  <a:pt x="933279" y="719410"/>
                  <a:pt x="942728" y="738308"/>
                  <a:pt x="942728" y="765130"/>
                </a:cubicBezTo>
                <a:cubicBezTo>
                  <a:pt x="942728" y="811460"/>
                  <a:pt x="912705" y="852303"/>
                  <a:pt x="852659" y="887660"/>
                </a:cubicBezTo>
                <a:cubicBezTo>
                  <a:pt x="792614" y="923017"/>
                  <a:pt x="708946" y="946486"/>
                  <a:pt x="601657" y="958069"/>
                </a:cubicBezTo>
                <a:cubicBezTo>
                  <a:pt x="572396" y="961117"/>
                  <a:pt x="552736" y="970413"/>
                  <a:pt x="542678" y="985958"/>
                </a:cubicBezTo>
                <a:cubicBezTo>
                  <a:pt x="532619" y="1001503"/>
                  <a:pt x="527590" y="1026344"/>
                  <a:pt x="527590" y="1060482"/>
                </a:cubicBezTo>
                <a:cubicBezTo>
                  <a:pt x="527590" y="1082427"/>
                  <a:pt x="535515" y="1099496"/>
                  <a:pt x="551365" y="1111688"/>
                </a:cubicBezTo>
                <a:cubicBezTo>
                  <a:pt x="567214" y="1123880"/>
                  <a:pt x="591598" y="1129976"/>
                  <a:pt x="624517" y="1129976"/>
                </a:cubicBezTo>
                <a:cubicBezTo>
                  <a:pt x="657435" y="1129976"/>
                  <a:pt x="704831" y="1122966"/>
                  <a:pt x="766706" y="1108945"/>
                </a:cubicBezTo>
                <a:cubicBezTo>
                  <a:pt x="828580" y="1094924"/>
                  <a:pt x="887864" y="1070540"/>
                  <a:pt x="944557" y="1035793"/>
                </a:cubicBezTo>
                <a:cubicBezTo>
                  <a:pt x="1001249" y="1001046"/>
                  <a:pt x="1045750" y="957764"/>
                  <a:pt x="1078059" y="905948"/>
                </a:cubicBezTo>
                <a:cubicBezTo>
                  <a:pt x="1110368" y="854132"/>
                  <a:pt x="1126522" y="801097"/>
                  <a:pt x="1126522" y="746842"/>
                </a:cubicBezTo>
                <a:cubicBezTo>
                  <a:pt x="1126522" y="712095"/>
                  <a:pt x="1119969" y="679939"/>
                  <a:pt x="1106863" y="650373"/>
                </a:cubicBezTo>
                <a:cubicBezTo>
                  <a:pt x="1093756" y="620808"/>
                  <a:pt x="1075925" y="597490"/>
                  <a:pt x="1053370" y="580422"/>
                </a:cubicBezTo>
                <a:cubicBezTo>
                  <a:pt x="1030815" y="563353"/>
                  <a:pt x="1010089" y="554818"/>
                  <a:pt x="991191" y="554818"/>
                </a:cubicBezTo>
                <a:cubicBezTo>
                  <a:pt x="984485" y="554818"/>
                  <a:pt x="974427" y="555885"/>
                  <a:pt x="961016" y="558019"/>
                </a:cubicBezTo>
                <a:cubicBezTo>
                  <a:pt x="947605" y="560152"/>
                  <a:pt x="928250" y="561219"/>
                  <a:pt x="902951" y="561219"/>
                </a:cubicBezTo>
                <a:cubicBezTo>
                  <a:pt x="877653" y="561219"/>
                  <a:pt x="837419" y="557714"/>
                  <a:pt x="782251" y="550704"/>
                </a:cubicBezTo>
                <a:cubicBezTo>
                  <a:pt x="727082" y="543693"/>
                  <a:pt x="695535" y="540188"/>
                  <a:pt x="687610" y="540188"/>
                </a:cubicBezTo>
                <a:close/>
                <a:moveTo>
                  <a:pt x="571481" y="305187"/>
                </a:moveTo>
                <a:cubicBezTo>
                  <a:pt x="544659" y="305187"/>
                  <a:pt x="524999" y="315093"/>
                  <a:pt x="512503" y="334905"/>
                </a:cubicBezTo>
                <a:cubicBezTo>
                  <a:pt x="500006" y="354717"/>
                  <a:pt x="493757" y="375444"/>
                  <a:pt x="493757" y="397084"/>
                </a:cubicBezTo>
                <a:cubicBezTo>
                  <a:pt x="493757" y="418725"/>
                  <a:pt x="504273" y="435946"/>
                  <a:pt x="525304" y="448748"/>
                </a:cubicBezTo>
                <a:cubicBezTo>
                  <a:pt x="546335" y="461550"/>
                  <a:pt x="604400" y="475723"/>
                  <a:pt x="699497" y="491268"/>
                </a:cubicBezTo>
                <a:cubicBezTo>
                  <a:pt x="794595" y="506812"/>
                  <a:pt x="867137" y="514585"/>
                  <a:pt x="917125" y="514585"/>
                </a:cubicBezTo>
                <a:cubicBezTo>
                  <a:pt x="951262" y="514585"/>
                  <a:pt x="974122" y="507270"/>
                  <a:pt x="985705" y="492639"/>
                </a:cubicBezTo>
                <a:cubicBezTo>
                  <a:pt x="997287" y="478009"/>
                  <a:pt x="1003078" y="456063"/>
                  <a:pt x="1003078" y="426802"/>
                </a:cubicBezTo>
                <a:cubicBezTo>
                  <a:pt x="1003078" y="382302"/>
                  <a:pt x="979304" y="359137"/>
                  <a:pt x="931755" y="357308"/>
                </a:cubicBezTo>
                <a:cubicBezTo>
                  <a:pt x="900056" y="356698"/>
                  <a:pt x="852355" y="351669"/>
                  <a:pt x="788651" y="342220"/>
                </a:cubicBezTo>
                <a:cubicBezTo>
                  <a:pt x="724948" y="332772"/>
                  <a:pt x="661397" y="321342"/>
                  <a:pt x="597999" y="307930"/>
                </a:cubicBezTo>
                <a:cubicBezTo>
                  <a:pt x="588245" y="306102"/>
                  <a:pt x="579406" y="305187"/>
                  <a:pt x="571481" y="305187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665E337B-7BCD-2336-E503-F0F725BB3C32}"/>
              </a:ext>
            </a:extLst>
          </p:cNvPr>
          <p:cNvSpPr/>
          <p:nvPr/>
        </p:nvSpPr>
        <p:spPr>
          <a:xfrm>
            <a:off x="5395791" y="7180964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42525" y="292386"/>
                </a:moveTo>
                <a:cubicBezTo>
                  <a:pt x="525457" y="292386"/>
                  <a:pt x="503816" y="303054"/>
                  <a:pt x="477603" y="324390"/>
                </a:cubicBezTo>
                <a:cubicBezTo>
                  <a:pt x="451390" y="345725"/>
                  <a:pt x="438284" y="367976"/>
                  <a:pt x="438284" y="391141"/>
                </a:cubicBezTo>
                <a:cubicBezTo>
                  <a:pt x="438284" y="407600"/>
                  <a:pt x="444989" y="425278"/>
                  <a:pt x="458401" y="444176"/>
                </a:cubicBezTo>
                <a:lnTo>
                  <a:pt x="569043" y="605110"/>
                </a:lnTo>
                <a:cubicBezTo>
                  <a:pt x="573310" y="613035"/>
                  <a:pt x="575444" y="619284"/>
                  <a:pt x="575444" y="623856"/>
                </a:cubicBezTo>
                <a:cubicBezTo>
                  <a:pt x="575444" y="628428"/>
                  <a:pt x="573005" y="632847"/>
                  <a:pt x="568129" y="637114"/>
                </a:cubicBezTo>
                <a:cubicBezTo>
                  <a:pt x="506559" y="688321"/>
                  <a:pt x="464649" y="727183"/>
                  <a:pt x="442399" y="753700"/>
                </a:cubicBezTo>
                <a:cubicBezTo>
                  <a:pt x="420148" y="780218"/>
                  <a:pt x="404146" y="806431"/>
                  <a:pt x="394393" y="832339"/>
                </a:cubicBezTo>
                <a:cubicBezTo>
                  <a:pt x="384639" y="858247"/>
                  <a:pt x="379762" y="885526"/>
                  <a:pt x="379762" y="914178"/>
                </a:cubicBezTo>
                <a:cubicBezTo>
                  <a:pt x="379762" y="942829"/>
                  <a:pt x="386315" y="970718"/>
                  <a:pt x="399422" y="997845"/>
                </a:cubicBezTo>
                <a:cubicBezTo>
                  <a:pt x="412528" y="1024972"/>
                  <a:pt x="430511" y="1046613"/>
                  <a:pt x="453371" y="1062768"/>
                </a:cubicBezTo>
                <a:cubicBezTo>
                  <a:pt x="476231" y="1078922"/>
                  <a:pt x="512045" y="1092638"/>
                  <a:pt x="560813" y="1103916"/>
                </a:cubicBezTo>
                <a:cubicBezTo>
                  <a:pt x="609581" y="1115193"/>
                  <a:pt x="662159" y="1120832"/>
                  <a:pt x="718547" y="1120832"/>
                </a:cubicBezTo>
                <a:cubicBezTo>
                  <a:pt x="774935" y="1120832"/>
                  <a:pt x="841839" y="1118394"/>
                  <a:pt x="919258" y="1113517"/>
                </a:cubicBezTo>
                <a:cubicBezTo>
                  <a:pt x="996677" y="1108640"/>
                  <a:pt x="1044683" y="1103916"/>
                  <a:pt x="1063276" y="1099344"/>
                </a:cubicBezTo>
                <a:cubicBezTo>
                  <a:pt x="1081869" y="1094772"/>
                  <a:pt x="1094823" y="1085780"/>
                  <a:pt x="1102138" y="1072369"/>
                </a:cubicBezTo>
                <a:cubicBezTo>
                  <a:pt x="1109453" y="1058958"/>
                  <a:pt x="1113111" y="1037012"/>
                  <a:pt x="1113111" y="1006532"/>
                </a:cubicBezTo>
                <a:cubicBezTo>
                  <a:pt x="1113111" y="955326"/>
                  <a:pt x="1088727" y="929722"/>
                  <a:pt x="1039959" y="929722"/>
                </a:cubicBezTo>
                <a:cubicBezTo>
                  <a:pt x="1032034" y="929722"/>
                  <a:pt x="1023195" y="930332"/>
                  <a:pt x="1013441" y="931551"/>
                </a:cubicBezTo>
                <a:cubicBezTo>
                  <a:pt x="915905" y="944962"/>
                  <a:pt x="821113" y="951668"/>
                  <a:pt x="729063" y="951668"/>
                </a:cubicBezTo>
                <a:cubicBezTo>
                  <a:pt x="696145" y="951668"/>
                  <a:pt x="671456" y="949687"/>
                  <a:pt x="654997" y="945724"/>
                </a:cubicBezTo>
                <a:cubicBezTo>
                  <a:pt x="638537" y="941762"/>
                  <a:pt x="625279" y="934294"/>
                  <a:pt x="615220" y="923322"/>
                </a:cubicBezTo>
                <a:cubicBezTo>
                  <a:pt x="605162" y="912349"/>
                  <a:pt x="600133" y="899547"/>
                  <a:pt x="600133" y="884917"/>
                </a:cubicBezTo>
                <a:cubicBezTo>
                  <a:pt x="600133" y="863581"/>
                  <a:pt x="610039" y="843159"/>
                  <a:pt x="629851" y="823652"/>
                </a:cubicBezTo>
                <a:cubicBezTo>
                  <a:pt x="649663" y="804145"/>
                  <a:pt x="700412" y="767569"/>
                  <a:pt x="782098" y="713924"/>
                </a:cubicBezTo>
                <a:cubicBezTo>
                  <a:pt x="863785" y="660279"/>
                  <a:pt x="950653" y="608768"/>
                  <a:pt x="1042702" y="559390"/>
                </a:cubicBezTo>
                <a:cubicBezTo>
                  <a:pt x="1071963" y="542931"/>
                  <a:pt x="1086593" y="522205"/>
                  <a:pt x="1086593" y="497211"/>
                </a:cubicBezTo>
                <a:cubicBezTo>
                  <a:pt x="1086593" y="478314"/>
                  <a:pt x="1076535" y="455454"/>
                  <a:pt x="1056418" y="428631"/>
                </a:cubicBezTo>
                <a:cubicBezTo>
                  <a:pt x="1036301" y="401809"/>
                  <a:pt x="1014965" y="388398"/>
                  <a:pt x="992410" y="388398"/>
                </a:cubicBezTo>
                <a:cubicBezTo>
                  <a:pt x="982657" y="388398"/>
                  <a:pt x="971836" y="390379"/>
                  <a:pt x="959949" y="394341"/>
                </a:cubicBezTo>
                <a:cubicBezTo>
                  <a:pt x="948062" y="398304"/>
                  <a:pt x="922001" y="411410"/>
                  <a:pt x="881768" y="433660"/>
                </a:cubicBezTo>
                <a:cubicBezTo>
                  <a:pt x="841534" y="455911"/>
                  <a:pt x="800386" y="480142"/>
                  <a:pt x="758324" y="506355"/>
                </a:cubicBezTo>
                <a:cubicBezTo>
                  <a:pt x="751618" y="510622"/>
                  <a:pt x="745979" y="512756"/>
                  <a:pt x="741407" y="512756"/>
                </a:cubicBezTo>
                <a:cubicBezTo>
                  <a:pt x="736835" y="512756"/>
                  <a:pt x="733025" y="509403"/>
                  <a:pt x="729977" y="502698"/>
                </a:cubicBezTo>
                <a:cubicBezTo>
                  <a:pt x="711080" y="467341"/>
                  <a:pt x="686239" y="428479"/>
                  <a:pt x="655454" y="386112"/>
                </a:cubicBezTo>
                <a:cubicBezTo>
                  <a:pt x="624669" y="343744"/>
                  <a:pt x="602419" y="317532"/>
                  <a:pt x="588703" y="307473"/>
                </a:cubicBezTo>
                <a:cubicBezTo>
                  <a:pt x="574987" y="297415"/>
                  <a:pt x="559594" y="292386"/>
                  <a:pt x="542525" y="292386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8" name="フリーフォーム: 図形 97">
            <a:extLst>
              <a:ext uri="{FF2B5EF4-FFF2-40B4-BE49-F238E27FC236}">
                <a16:creationId xmlns:a16="http://schemas.microsoft.com/office/drawing/2014/main" id="{AAED6BD3-9BA6-7A4C-2777-274CA66721AD}"/>
              </a:ext>
            </a:extLst>
          </p:cNvPr>
          <p:cNvSpPr/>
          <p:nvPr/>
        </p:nvSpPr>
        <p:spPr>
          <a:xfrm>
            <a:off x="5333190" y="7165676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1027767" y="357308"/>
                </a:moveTo>
                <a:cubicBezTo>
                  <a:pt x="1011917" y="357308"/>
                  <a:pt x="1000487" y="359442"/>
                  <a:pt x="993477" y="363709"/>
                </a:cubicBezTo>
                <a:cubicBezTo>
                  <a:pt x="986467" y="367976"/>
                  <a:pt x="982961" y="376510"/>
                  <a:pt x="982961" y="389312"/>
                </a:cubicBezTo>
                <a:cubicBezTo>
                  <a:pt x="982961" y="439909"/>
                  <a:pt x="983266" y="470389"/>
                  <a:pt x="983876" y="480752"/>
                </a:cubicBezTo>
                <a:cubicBezTo>
                  <a:pt x="984485" y="491115"/>
                  <a:pt x="989057" y="499497"/>
                  <a:pt x="997592" y="505898"/>
                </a:cubicBezTo>
                <a:cubicBezTo>
                  <a:pt x="1006126" y="512299"/>
                  <a:pt x="1015270" y="515499"/>
                  <a:pt x="1025024" y="515499"/>
                </a:cubicBezTo>
                <a:cubicBezTo>
                  <a:pt x="1034777" y="515499"/>
                  <a:pt x="1043312" y="513366"/>
                  <a:pt x="1050627" y="509098"/>
                </a:cubicBezTo>
                <a:cubicBezTo>
                  <a:pt x="1057942" y="504831"/>
                  <a:pt x="1062971" y="499954"/>
                  <a:pt x="1065715" y="494468"/>
                </a:cubicBezTo>
                <a:cubicBezTo>
                  <a:pt x="1068458" y="488982"/>
                  <a:pt x="1069829" y="478009"/>
                  <a:pt x="1069829" y="461550"/>
                </a:cubicBezTo>
                <a:cubicBezTo>
                  <a:pt x="1069829" y="419487"/>
                  <a:pt x="1068763" y="391598"/>
                  <a:pt x="1066629" y="377882"/>
                </a:cubicBezTo>
                <a:cubicBezTo>
                  <a:pt x="1064495" y="364166"/>
                  <a:pt x="1051541" y="357308"/>
                  <a:pt x="1027767" y="357308"/>
                </a:cubicBezTo>
                <a:close/>
                <a:moveTo>
                  <a:pt x="1141610" y="355479"/>
                </a:moveTo>
                <a:cubicBezTo>
                  <a:pt x="1126065" y="355479"/>
                  <a:pt x="1114787" y="357765"/>
                  <a:pt x="1107777" y="362337"/>
                </a:cubicBezTo>
                <a:cubicBezTo>
                  <a:pt x="1100767" y="366909"/>
                  <a:pt x="1097261" y="375291"/>
                  <a:pt x="1097261" y="387483"/>
                </a:cubicBezTo>
                <a:cubicBezTo>
                  <a:pt x="1097261" y="438080"/>
                  <a:pt x="1097566" y="468712"/>
                  <a:pt x="1098176" y="479380"/>
                </a:cubicBezTo>
                <a:cubicBezTo>
                  <a:pt x="1098785" y="490048"/>
                  <a:pt x="1103357" y="498430"/>
                  <a:pt x="1111892" y="504526"/>
                </a:cubicBezTo>
                <a:cubicBezTo>
                  <a:pt x="1120426" y="510622"/>
                  <a:pt x="1129418" y="513670"/>
                  <a:pt x="1138867" y="513670"/>
                </a:cubicBezTo>
                <a:cubicBezTo>
                  <a:pt x="1148315" y="513670"/>
                  <a:pt x="1156697" y="511689"/>
                  <a:pt x="1164013" y="507727"/>
                </a:cubicBezTo>
                <a:cubicBezTo>
                  <a:pt x="1171328" y="503764"/>
                  <a:pt x="1176509" y="499192"/>
                  <a:pt x="1179557" y="494011"/>
                </a:cubicBezTo>
                <a:cubicBezTo>
                  <a:pt x="1182605" y="488829"/>
                  <a:pt x="1184129" y="480142"/>
                  <a:pt x="1184129" y="467950"/>
                </a:cubicBezTo>
                <a:lnTo>
                  <a:pt x="1183215" y="390226"/>
                </a:lnTo>
                <a:cubicBezTo>
                  <a:pt x="1183215" y="378034"/>
                  <a:pt x="1180167" y="369195"/>
                  <a:pt x="1174071" y="363709"/>
                </a:cubicBezTo>
                <a:cubicBezTo>
                  <a:pt x="1167975" y="358222"/>
                  <a:pt x="1157155" y="355479"/>
                  <a:pt x="1141610" y="355479"/>
                </a:cubicBezTo>
                <a:close/>
                <a:moveTo>
                  <a:pt x="944557" y="339020"/>
                </a:moveTo>
                <a:cubicBezTo>
                  <a:pt x="923221" y="339020"/>
                  <a:pt x="901580" y="348164"/>
                  <a:pt x="879634" y="366452"/>
                </a:cubicBezTo>
                <a:cubicBezTo>
                  <a:pt x="857689" y="384740"/>
                  <a:pt x="846716" y="406076"/>
                  <a:pt x="846716" y="430460"/>
                </a:cubicBezTo>
                <a:cubicBezTo>
                  <a:pt x="846716" y="445090"/>
                  <a:pt x="850678" y="458502"/>
                  <a:pt x="858603" y="470694"/>
                </a:cubicBezTo>
                <a:cubicBezTo>
                  <a:pt x="884816" y="507879"/>
                  <a:pt x="914839" y="554666"/>
                  <a:pt x="948671" y="611054"/>
                </a:cubicBezTo>
                <a:cubicBezTo>
                  <a:pt x="982504" y="667442"/>
                  <a:pt x="1008869" y="714534"/>
                  <a:pt x="1027767" y="752329"/>
                </a:cubicBezTo>
                <a:cubicBezTo>
                  <a:pt x="1046665" y="790124"/>
                  <a:pt x="1069829" y="809022"/>
                  <a:pt x="1097261" y="809022"/>
                </a:cubicBezTo>
                <a:cubicBezTo>
                  <a:pt x="1116159" y="809022"/>
                  <a:pt x="1138714" y="800944"/>
                  <a:pt x="1164927" y="784790"/>
                </a:cubicBezTo>
                <a:cubicBezTo>
                  <a:pt x="1191140" y="768636"/>
                  <a:pt x="1204246" y="744709"/>
                  <a:pt x="1204246" y="713010"/>
                </a:cubicBezTo>
                <a:cubicBezTo>
                  <a:pt x="1204246" y="698989"/>
                  <a:pt x="1201960" y="684816"/>
                  <a:pt x="1197388" y="670490"/>
                </a:cubicBezTo>
                <a:cubicBezTo>
                  <a:pt x="1192816" y="656164"/>
                  <a:pt x="1182148" y="634219"/>
                  <a:pt x="1165384" y="604653"/>
                </a:cubicBezTo>
                <a:cubicBezTo>
                  <a:pt x="1148620" y="575088"/>
                  <a:pt x="1137495" y="556952"/>
                  <a:pt x="1132009" y="550246"/>
                </a:cubicBezTo>
                <a:cubicBezTo>
                  <a:pt x="1126522" y="543541"/>
                  <a:pt x="1121036" y="539274"/>
                  <a:pt x="1115549" y="537445"/>
                </a:cubicBezTo>
                <a:cubicBezTo>
                  <a:pt x="1107625" y="534397"/>
                  <a:pt x="1100767" y="530587"/>
                  <a:pt x="1094975" y="526015"/>
                </a:cubicBezTo>
                <a:cubicBezTo>
                  <a:pt x="1089184" y="521443"/>
                  <a:pt x="1085069" y="519157"/>
                  <a:pt x="1082631" y="519157"/>
                </a:cubicBezTo>
                <a:cubicBezTo>
                  <a:pt x="1081412" y="519157"/>
                  <a:pt x="1080193" y="519766"/>
                  <a:pt x="1078973" y="520986"/>
                </a:cubicBezTo>
                <a:cubicBezTo>
                  <a:pt x="1064343" y="535616"/>
                  <a:pt x="1047122" y="542931"/>
                  <a:pt x="1027310" y="542931"/>
                </a:cubicBezTo>
                <a:cubicBezTo>
                  <a:pt x="1007498" y="542931"/>
                  <a:pt x="991343" y="537445"/>
                  <a:pt x="978847" y="526472"/>
                </a:cubicBezTo>
                <a:cubicBezTo>
                  <a:pt x="966350" y="515499"/>
                  <a:pt x="959187" y="502698"/>
                  <a:pt x="957358" y="488067"/>
                </a:cubicBezTo>
                <a:cubicBezTo>
                  <a:pt x="955529" y="473437"/>
                  <a:pt x="954615" y="449662"/>
                  <a:pt x="954615" y="416744"/>
                </a:cubicBezTo>
                <a:cubicBezTo>
                  <a:pt x="954615" y="383826"/>
                  <a:pt x="958882" y="363099"/>
                  <a:pt x="967417" y="354565"/>
                </a:cubicBezTo>
                <a:cubicBezTo>
                  <a:pt x="970465" y="351517"/>
                  <a:pt x="971836" y="349383"/>
                  <a:pt x="971531" y="348164"/>
                </a:cubicBezTo>
                <a:cubicBezTo>
                  <a:pt x="971227" y="346945"/>
                  <a:pt x="968636" y="345116"/>
                  <a:pt x="963759" y="342677"/>
                </a:cubicBezTo>
                <a:cubicBezTo>
                  <a:pt x="958882" y="340239"/>
                  <a:pt x="952481" y="339020"/>
                  <a:pt x="944557" y="339020"/>
                </a:cubicBezTo>
                <a:close/>
                <a:moveTo>
                  <a:pt x="648291" y="300615"/>
                </a:moveTo>
                <a:cubicBezTo>
                  <a:pt x="617201" y="300615"/>
                  <a:pt x="594799" y="305644"/>
                  <a:pt x="581083" y="315703"/>
                </a:cubicBezTo>
                <a:cubicBezTo>
                  <a:pt x="567367" y="325761"/>
                  <a:pt x="559594" y="342982"/>
                  <a:pt x="557765" y="367366"/>
                </a:cubicBezTo>
                <a:lnTo>
                  <a:pt x="552279" y="455149"/>
                </a:lnTo>
                <a:cubicBezTo>
                  <a:pt x="551669" y="466731"/>
                  <a:pt x="549841" y="473589"/>
                  <a:pt x="546793" y="475723"/>
                </a:cubicBezTo>
                <a:cubicBezTo>
                  <a:pt x="543745" y="477856"/>
                  <a:pt x="538868" y="478923"/>
                  <a:pt x="532162" y="478923"/>
                </a:cubicBezTo>
                <a:lnTo>
                  <a:pt x="411461" y="478923"/>
                </a:lnTo>
                <a:cubicBezTo>
                  <a:pt x="390735" y="478923"/>
                  <a:pt x="375952" y="485629"/>
                  <a:pt x="367113" y="499040"/>
                </a:cubicBezTo>
                <a:cubicBezTo>
                  <a:pt x="358274" y="512451"/>
                  <a:pt x="353854" y="533635"/>
                  <a:pt x="353854" y="562591"/>
                </a:cubicBezTo>
                <a:cubicBezTo>
                  <a:pt x="353854" y="591547"/>
                  <a:pt x="358426" y="612883"/>
                  <a:pt x="367570" y="626599"/>
                </a:cubicBezTo>
                <a:cubicBezTo>
                  <a:pt x="376714" y="640315"/>
                  <a:pt x="391345" y="647173"/>
                  <a:pt x="411461" y="647173"/>
                </a:cubicBezTo>
                <a:lnTo>
                  <a:pt x="515703" y="647173"/>
                </a:lnTo>
                <a:cubicBezTo>
                  <a:pt x="526066" y="647173"/>
                  <a:pt x="532315" y="648087"/>
                  <a:pt x="534448" y="649916"/>
                </a:cubicBezTo>
                <a:cubicBezTo>
                  <a:pt x="536582" y="651745"/>
                  <a:pt x="537649" y="655402"/>
                  <a:pt x="537649" y="660889"/>
                </a:cubicBezTo>
                <a:cubicBezTo>
                  <a:pt x="537649" y="666375"/>
                  <a:pt x="533534" y="685882"/>
                  <a:pt x="525304" y="719410"/>
                </a:cubicBezTo>
                <a:cubicBezTo>
                  <a:pt x="517075" y="752938"/>
                  <a:pt x="500920" y="791343"/>
                  <a:pt x="476841" y="834625"/>
                </a:cubicBezTo>
                <a:cubicBezTo>
                  <a:pt x="452762" y="877906"/>
                  <a:pt x="420910" y="920274"/>
                  <a:pt x="381286" y="961726"/>
                </a:cubicBezTo>
                <a:cubicBezTo>
                  <a:pt x="359341" y="984891"/>
                  <a:pt x="348368" y="1008666"/>
                  <a:pt x="348368" y="1033050"/>
                </a:cubicBezTo>
                <a:cubicBezTo>
                  <a:pt x="348368" y="1057434"/>
                  <a:pt x="357664" y="1079989"/>
                  <a:pt x="376257" y="1100715"/>
                </a:cubicBezTo>
                <a:cubicBezTo>
                  <a:pt x="394850" y="1121442"/>
                  <a:pt x="418777" y="1131805"/>
                  <a:pt x="448037" y="1131805"/>
                </a:cubicBezTo>
                <a:cubicBezTo>
                  <a:pt x="462668" y="1131805"/>
                  <a:pt x="476689" y="1128757"/>
                  <a:pt x="490100" y="1122661"/>
                </a:cubicBezTo>
                <a:cubicBezTo>
                  <a:pt x="503511" y="1116565"/>
                  <a:pt x="523171" y="1099496"/>
                  <a:pt x="549079" y="1071454"/>
                </a:cubicBezTo>
                <a:cubicBezTo>
                  <a:pt x="574987" y="1043413"/>
                  <a:pt x="599218" y="1009123"/>
                  <a:pt x="621773" y="968584"/>
                </a:cubicBezTo>
                <a:cubicBezTo>
                  <a:pt x="644329" y="928046"/>
                  <a:pt x="663836" y="882478"/>
                  <a:pt x="680295" y="831882"/>
                </a:cubicBezTo>
                <a:cubicBezTo>
                  <a:pt x="696754" y="781285"/>
                  <a:pt x="709861" y="726421"/>
                  <a:pt x="719614" y="667290"/>
                </a:cubicBezTo>
                <a:cubicBezTo>
                  <a:pt x="720833" y="658146"/>
                  <a:pt x="722815" y="652507"/>
                  <a:pt x="725558" y="650373"/>
                </a:cubicBezTo>
                <a:cubicBezTo>
                  <a:pt x="728301" y="648240"/>
                  <a:pt x="734245" y="647173"/>
                  <a:pt x="743389" y="647173"/>
                </a:cubicBezTo>
                <a:lnTo>
                  <a:pt x="834829" y="647173"/>
                </a:lnTo>
                <a:cubicBezTo>
                  <a:pt x="847021" y="647173"/>
                  <a:pt x="855403" y="649002"/>
                  <a:pt x="859975" y="652659"/>
                </a:cubicBezTo>
                <a:cubicBezTo>
                  <a:pt x="864547" y="656317"/>
                  <a:pt x="866833" y="664546"/>
                  <a:pt x="866833" y="677348"/>
                </a:cubicBezTo>
                <a:cubicBezTo>
                  <a:pt x="866833" y="708438"/>
                  <a:pt x="865004" y="752786"/>
                  <a:pt x="861346" y="810393"/>
                </a:cubicBezTo>
                <a:cubicBezTo>
                  <a:pt x="857689" y="868000"/>
                  <a:pt x="854793" y="903967"/>
                  <a:pt x="852659" y="918292"/>
                </a:cubicBezTo>
                <a:cubicBezTo>
                  <a:pt x="850526" y="932618"/>
                  <a:pt x="846563" y="942219"/>
                  <a:pt x="840772" y="947096"/>
                </a:cubicBezTo>
                <a:cubicBezTo>
                  <a:pt x="834981" y="951973"/>
                  <a:pt x="824618" y="954411"/>
                  <a:pt x="809683" y="954411"/>
                </a:cubicBezTo>
                <a:cubicBezTo>
                  <a:pt x="794747" y="954411"/>
                  <a:pt x="779965" y="953344"/>
                  <a:pt x="765334" y="951211"/>
                </a:cubicBezTo>
                <a:cubicBezTo>
                  <a:pt x="750704" y="949077"/>
                  <a:pt x="741255" y="948010"/>
                  <a:pt x="736988" y="948010"/>
                </a:cubicBezTo>
                <a:cubicBezTo>
                  <a:pt x="713213" y="948010"/>
                  <a:pt x="694621" y="957154"/>
                  <a:pt x="681209" y="975442"/>
                </a:cubicBezTo>
                <a:cubicBezTo>
                  <a:pt x="667798" y="993730"/>
                  <a:pt x="661093" y="1015524"/>
                  <a:pt x="661093" y="1040822"/>
                </a:cubicBezTo>
                <a:cubicBezTo>
                  <a:pt x="661093" y="1066120"/>
                  <a:pt x="667646" y="1085932"/>
                  <a:pt x="680752" y="1100258"/>
                </a:cubicBezTo>
                <a:cubicBezTo>
                  <a:pt x="693859" y="1114584"/>
                  <a:pt x="726320" y="1123423"/>
                  <a:pt x="778136" y="1126776"/>
                </a:cubicBezTo>
                <a:cubicBezTo>
                  <a:pt x="829952" y="1130128"/>
                  <a:pt x="866528" y="1131805"/>
                  <a:pt x="887864" y="1131805"/>
                </a:cubicBezTo>
                <a:cubicBezTo>
                  <a:pt x="938461" y="1131805"/>
                  <a:pt x="971989" y="1123118"/>
                  <a:pt x="988448" y="1105744"/>
                </a:cubicBezTo>
                <a:cubicBezTo>
                  <a:pt x="1004907" y="1088371"/>
                  <a:pt x="1017709" y="1051795"/>
                  <a:pt x="1026853" y="996016"/>
                </a:cubicBezTo>
                <a:cubicBezTo>
                  <a:pt x="1035997" y="940238"/>
                  <a:pt x="1040569" y="902900"/>
                  <a:pt x="1040569" y="884002"/>
                </a:cubicBezTo>
                <a:cubicBezTo>
                  <a:pt x="1040569" y="865105"/>
                  <a:pt x="1038740" y="850170"/>
                  <a:pt x="1035082" y="839197"/>
                </a:cubicBezTo>
                <a:cubicBezTo>
                  <a:pt x="1031425" y="828224"/>
                  <a:pt x="1026395" y="817556"/>
                  <a:pt x="1019995" y="807193"/>
                </a:cubicBezTo>
                <a:cubicBezTo>
                  <a:pt x="1013594" y="796830"/>
                  <a:pt x="1003383" y="778237"/>
                  <a:pt x="989362" y="751414"/>
                </a:cubicBezTo>
                <a:cubicBezTo>
                  <a:pt x="975341" y="724592"/>
                  <a:pt x="958425" y="694112"/>
                  <a:pt x="938613" y="659974"/>
                </a:cubicBezTo>
                <a:cubicBezTo>
                  <a:pt x="918801" y="625837"/>
                  <a:pt x="900056" y="595357"/>
                  <a:pt x="882377" y="568534"/>
                </a:cubicBezTo>
                <a:lnTo>
                  <a:pt x="832085" y="493554"/>
                </a:lnTo>
                <a:cubicBezTo>
                  <a:pt x="827818" y="487458"/>
                  <a:pt x="824465" y="483495"/>
                  <a:pt x="822027" y="481666"/>
                </a:cubicBezTo>
                <a:cubicBezTo>
                  <a:pt x="819589" y="479838"/>
                  <a:pt x="816236" y="478923"/>
                  <a:pt x="811969" y="478923"/>
                </a:cubicBezTo>
                <a:lnTo>
                  <a:pt x="756190" y="478923"/>
                </a:lnTo>
                <a:cubicBezTo>
                  <a:pt x="748265" y="478923"/>
                  <a:pt x="742931" y="477856"/>
                  <a:pt x="740188" y="475723"/>
                </a:cubicBezTo>
                <a:cubicBezTo>
                  <a:pt x="737445" y="473589"/>
                  <a:pt x="736073" y="469779"/>
                  <a:pt x="736073" y="464293"/>
                </a:cubicBezTo>
                <a:lnTo>
                  <a:pt x="741560" y="365538"/>
                </a:lnTo>
                <a:cubicBezTo>
                  <a:pt x="741560" y="341154"/>
                  <a:pt x="733787" y="324237"/>
                  <a:pt x="718243" y="314788"/>
                </a:cubicBezTo>
                <a:cubicBezTo>
                  <a:pt x="702698" y="305340"/>
                  <a:pt x="679381" y="300615"/>
                  <a:pt x="648291" y="300615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7" name="フリーフォーム: 図形 96">
            <a:extLst>
              <a:ext uri="{FF2B5EF4-FFF2-40B4-BE49-F238E27FC236}">
                <a16:creationId xmlns:a16="http://schemas.microsoft.com/office/drawing/2014/main" id="{9A8B150D-08C0-546D-9C61-E97AF026818A}"/>
              </a:ext>
            </a:extLst>
          </p:cNvPr>
          <p:cNvSpPr/>
          <p:nvPr/>
        </p:nvSpPr>
        <p:spPr>
          <a:xfrm>
            <a:off x="5333190" y="7150388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14429" y="311587"/>
                </a:moveTo>
                <a:cubicBezTo>
                  <a:pt x="490655" y="311587"/>
                  <a:pt x="469776" y="319969"/>
                  <a:pt x="451793" y="336733"/>
                </a:cubicBezTo>
                <a:cubicBezTo>
                  <a:pt x="433810" y="353497"/>
                  <a:pt x="423294" y="374376"/>
                  <a:pt x="420246" y="399369"/>
                </a:cubicBezTo>
                <a:cubicBezTo>
                  <a:pt x="408054" y="494467"/>
                  <a:pt x="401958" y="565028"/>
                  <a:pt x="401958" y="611053"/>
                </a:cubicBezTo>
                <a:cubicBezTo>
                  <a:pt x="401958" y="657078"/>
                  <a:pt x="405921" y="706455"/>
                  <a:pt x="413845" y="759186"/>
                </a:cubicBezTo>
                <a:cubicBezTo>
                  <a:pt x="421770" y="811916"/>
                  <a:pt x="438687" y="848492"/>
                  <a:pt x="464595" y="868914"/>
                </a:cubicBezTo>
                <a:cubicBezTo>
                  <a:pt x="490503" y="889335"/>
                  <a:pt x="519306" y="899546"/>
                  <a:pt x="551005" y="899546"/>
                </a:cubicBezTo>
                <a:cubicBezTo>
                  <a:pt x="566855" y="899546"/>
                  <a:pt x="583619" y="896498"/>
                  <a:pt x="601297" y="890402"/>
                </a:cubicBezTo>
                <a:cubicBezTo>
                  <a:pt x="618976" y="884306"/>
                  <a:pt x="636807" y="876686"/>
                  <a:pt x="654790" y="867542"/>
                </a:cubicBezTo>
                <a:cubicBezTo>
                  <a:pt x="672773" y="858398"/>
                  <a:pt x="689994" y="847730"/>
                  <a:pt x="706453" y="835538"/>
                </a:cubicBezTo>
                <a:cubicBezTo>
                  <a:pt x="722913" y="823346"/>
                  <a:pt x="739219" y="810087"/>
                  <a:pt x="755374" y="795762"/>
                </a:cubicBezTo>
                <a:cubicBezTo>
                  <a:pt x="771528" y="781436"/>
                  <a:pt x="781891" y="769701"/>
                  <a:pt x="786463" y="760557"/>
                </a:cubicBezTo>
                <a:cubicBezTo>
                  <a:pt x="791035" y="751413"/>
                  <a:pt x="793321" y="741355"/>
                  <a:pt x="793321" y="730382"/>
                </a:cubicBezTo>
                <a:cubicBezTo>
                  <a:pt x="793321" y="708437"/>
                  <a:pt x="784330" y="686034"/>
                  <a:pt x="766347" y="663174"/>
                </a:cubicBezTo>
                <a:cubicBezTo>
                  <a:pt x="748363" y="640314"/>
                  <a:pt x="727789" y="628884"/>
                  <a:pt x="704625" y="628884"/>
                </a:cubicBezTo>
                <a:cubicBezTo>
                  <a:pt x="688775" y="628884"/>
                  <a:pt x="674145" y="633456"/>
                  <a:pt x="660733" y="642600"/>
                </a:cubicBezTo>
                <a:cubicBezTo>
                  <a:pt x="647322" y="651744"/>
                  <a:pt x="636502" y="656316"/>
                  <a:pt x="628272" y="656316"/>
                </a:cubicBezTo>
                <a:cubicBezTo>
                  <a:pt x="620043" y="656316"/>
                  <a:pt x="613642" y="650982"/>
                  <a:pt x="609070" y="640314"/>
                </a:cubicBezTo>
                <a:cubicBezTo>
                  <a:pt x="604498" y="629646"/>
                  <a:pt x="602212" y="606938"/>
                  <a:pt x="602212" y="572191"/>
                </a:cubicBezTo>
                <a:cubicBezTo>
                  <a:pt x="602212" y="537444"/>
                  <a:pt x="607698" y="484409"/>
                  <a:pt x="618671" y="413085"/>
                </a:cubicBezTo>
                <a:cubicBezTo>
                  <a:pt x="620500" y="403332"/>
                  <a:pt x="621414" y="394493"/>
                  <a:pt x="621414" y="386568"/>
                </a:cubicBezTo>
                <a:cubicBezTo>
                  <a:pt x="621414" y="367670"/>
                  <a:pt x="616690" y="353192"/>
                  <a:pt x="607241" y="343134"/>
                </a:cubicBezTo>
                <a:cubicBezTo>
                  <a:pt x="597792" y="333075"/>
                  <a:pt x="582857" y="325303"/>
                  <a:pt x="562435" y="319817"/>
                </a:cubicBezTo>
                <a:cubicBezTo>
                  <a:pt x="542014" y="314330"/>
                  <a:pt x="526012" y="311587"/>
                  <a:pt x="514429" y="311587"/>
                </a:cubicBezTo>
                <a:close/>
                <a:moveTo>
                  <a:pt x="1017349" y="305186"/>
                </a:moveTo>
                <a:cubicBezTo>
                  <a:pt x="971629" y="305186"/>
                  <a:pt x="941911" y="312197"/>
                  <a:pt x="928195" y="326217"/>
                </a:cubicBezTo>
                <a:cubicBezTo>
                  <a:pt x="914479" y="340238"/>
                  <a:pt x="907621" y="364622"/>
                  <a:pt x="907621" y="399369"/>
                </a:cubicBezTo>
                <a:cubicBezTo>
                  <a:pt x="907621" y="403637"/>
                  <a:pt x="908841" y="426801"/>
                  <a:pt x="911279" y="468864"/>
                </a:cubicBezTo>
                <a:cubicBezTo>
                  <a:pt x="913717" y="510926"/>
                  <a:pt x="914937" y="550550"/>
                  <a:pt x="914937" y="587736"/>
                </a:cubicBezTo>
                <a:cubicBezTo>
                  <a:pt x="914937" y="684053"/>
                  <a:pt x="903964" y="757509"/>
                  <a:pt x="882018" y="808106"/>
                </a:cubicBezTo>
                <a:cubicBezTo>
                  <a:pt x="860073" y="858703"/>
                  <a:pt x="812219" y="904728"/>
                  <a:pt x="738457" y="946181"/>
                </a:cubicBezTo>
                <a:cubicBezTo>
                  <a:pt x="698224" y="969345"/>
                  <a:pt x="678107" y="997082"/>
                  <a:pt x="678107" y="1029391"/>
                </a:cubicBezTo>
                <a:cubicBezTo>
                  <a:pt x="678107" y="1051337"/>
                  <a:pt x="686337" y="1074806"/>
                  <a:pt x="702796" y="1099800"/>
                </a:cubicBezTo>
                <a:cubicBezTo>
                  <a:pt x="719255" y="1124793"/>
                  <a:pt x="743639" y="1137290"/>
                  <a:pt x="775948" y="1137290"/>
                </a:cubicBezTo>
                <a:cubicBezTo>
                  <a:pt x="817401" y="1137290"/>
                  <a:pt x="871350" y="1112144"/>
                  <a:pt x="937797" y="1061852"/>
                </a:cubicBezTo>
                <a:cubicBezTo>
                  <a:pt x="1004243" y="1011560"/>
                  <a:pt x="1051030" y="949991"/>
                  <a:pt x="1078157" y="877143"/>
                </a:cubicBezTo>
                <a:cubicBezTo>
                  <a:pt x="1105284" y="804296"/>
                  <a:pt x="1118848" y="710570"/>
                  <a:pt x="1118848" y="595965"/>
                </a:cubicBezTo>
                <a:cubicBezTo>
                  <a:pt x="1118848" y="559999"/>
                  <a:pt x="1117629" y="522204"/>
                  <a:pt x="1115190" y="482580"/>
                </a:cubicBezTo>
                <a:cubicBezTo>
                  <a:pt x="1112752" y="442956"/>
                  <a:pt x="1110466" y="413390"/>
                  <a:pt x="1108332" y="393883"/>
                </a:cubicBezTo>
                <a:cubicBezTo>
                  <a:pt x="1106199" y="374376"/>
                  <a:pt x="1101627" y="358069"/>
                  <a:pt x="1094616" y="344963"/>
                </a:cubicBezTo>
                <a:cubicBezTo>
                  <a:pt x="1087606" y="331856"/>
                  <a:pt x="1077700" y="321950"/>
                  <a:pt x="1064898" y="315245"/>
                </a:cubicBezTo>
                <a:cubicBezTo>
                  <a:pt x="1052097" y="308539"/>
                  <a:pt x="1036247" y="305186"/>
                  <a:pt x="1017349" y="305186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6" name="フリーフォーム: 図形 95">
            <a:extLst>
              <a:ext uri="{FF2B5EF4-FFF2-40B4-BE49-F238E27FC236}">
                <a16:creationId xmlns:a16="http://schemas.microsoft.com/office/drawing/2014/main" id="{453FEC47-BD14-D857-05C9-F51D3DE3A02B}"/>
              </a:ext>
            </a:extLst>
          </p:cNvPr>
          <p:cNvSpPr/>
          <p:nvPr/>
        </p:nvSpPr>
        <p:spPr>
          <a:xfrm>
            <a:off x="5333190" y="7135100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85197" y="785247"/>
                </a:moveTo>
                <a:cubicBezTo>
                  <a:pt x="587636" y="785247"/>
                  <a:pt x="589160" y="786924"/>
                  <a:pt x="589769" y="790276"/>
                </a:cubicBezTo>
                <a:cubicBezTo>
                  <a:pt x="590379" y="793629"/>
                  <a:pt x="591293" y="811765"/>
                  <a:pt x="592512" y="844683"/>
                </a:cubicBezTo>
                <a:lnTo>
                  <a:pt x="597084" y="944353"/>
                </a:lnTo>
                <a:cubicBezTo>
                  <a:pt x="597084" y="949839"/>
                  <a:pt x="596322" y="953954"/>
                  <a:pt x="594798" y="956697"/>
                </a:cubicBezTo>
                <a:cubicBezTo>
                  <a:pt x="593274" y="959440"/>
                  <a:pt x="588550" y="961879"/>
                  <a:pt x="580625" y="964012"/>
                </a:cubicBezTo>
                <a:cubicBezTo>
                  <a:pt x="572700" y="966146"/>
                  <a:pt x="565690" y="967213"/>
                  <a:pt x="559594" y="967213"/>
                </a:cubicBezTo>
                <a:cubicBezTo>
                  <a:pt x="544964" y="967213"/>
                  <a:pt x="533076" y="960660"/>
                  <a:pt x="523932" y="947553"/>
                </a:cubicBezTo>
                <a:cubicBezTo>
                  <a:pt x="514788" y="934447"/>
                  <a:pt x="510216" y="919512"/>
                  <a:pt x="510216" y="902748"/>
                </a:cubicBezTo>
                <a:cubicBezTo>
                  <a:pt x="510216" y="885984"/>
                  <a:pt x="514331" y="869067"/>
                  <a:pt x="522561" y="851998"/>
                </a:cubicBezTo>
                <a:cubicBezTo>
                  <a:pt x="530790" y="834930"/>
                  <a:pt x="542220" y="819537"/>
                  <a:pt x="556851" y="805821"/>
                </a:cubicBezTo>
                <a:cubicBezTo>
                  <a:pt x="571481" y="792105"/>
                  <a:pt x="580930" y="785247"/>
                  <a:pt x="585197" y="785247"/>
                </a:cubicBezTo>
                <a:close/>
                <a:moveTo>
                  <a:pt x="797338" y="722154"/>
                </a:moveTo>
                <a:cubicBezTo>
                  <a:pt x="809530" y="722154"/>
                  <a:pt x="822027" y="723982"/>
                  <a:pt x="834828" y="727640"/>
                </a:cubicBezTo>
                <a:cubicBezTo>
                  <a:pt x="847630" y="731298"/>
                  <a:pt x="854031" y="736936"/>
                  <a:pt x="854031" y="744556"/>
                </a:cubicBezTo>
                <a:cubicBezTo>
                  <a:pt x="854031" y="752176"/>
                  <a:pt x="842144" y="769093"/>
                  <a:pt x="818369" y="795306"/>
                </a:cubicBezTo>
                <a:cubicBezTo>
                  <a:pt x="794595" y="821518"/>
                  <a:pt x="779355" y="834625"/>
                  <a:pt x="772649" y="834625"/>
                </a:cubicBezTo>
                <a:cubicBezTo>
                  <a:pt x="769601" y="834625"/>
                  <a:pt x="767620" y="832644"/>
                  <a:pt x="766706" y="828681"/>
                </a:cubicBezTo>
                <a:cubicBezTo>
                  <a:pt x="765791" y="824719"/>
                  <a:pt x="765334" y="816489"/>
                  <a:pt x="765334" y="803992"/>
                </a:cubicBezTo>
                <a:cubicBezTo>
                  <a:pt x="765334" y="791496"/>
                  <a:pt x="765486" y="776408"/>
                  <a:pt x="765791" y="758730"/>
                </a:cubicBezTo>
                <a:cubicBezTo>
                  <a:pt x="766096" y="741051"/>
                  <a:pt x="766706" y="730993"/>
                  <a:pt x="767620" y="728554"/>
                </a:cubicBezTo>
                <a:cubicBezTo>
                  <a:pt x="768534" y="726116"/>
                  <a:pt x="770668" y="724440"/>
                  <a:pt x="774021" y="723525"/>
                </a:cubicBezTo>
                <a:cubicBezTo>
                  <a:pt x="777374" y="722611"/>
                  <a:pt x="785146" y="722154"/>
                  <a:pt x="797338" y="722154"/>
                </a:cubicBezTo>
                <a:close/>
                <a:moveTo>
                  <a:pt x="710927" y="288728"/>
                </a:moveTo>
                <a:cubicBezTo>
                  <a:pt x="678923" y="288728"/>
                  <a:pt x="656520" y="294672"/>
                  <a:pt x="643719" y="306559"/>
                </a:cubicBezTo>
                <a:cubicBezTo>
                  <a:pt x="630917" y="318446"/>
                  <a:pt x="621164" y="339630"/>
                  <a:pt x="614458" y="370110"/>
                </a:cubicBezTo>
                <a:cubicBezTo>
                  <a:pt x="612629" y="378644"/>
                  <a:pt x="610648" y="383978"/>
                  <a:pt x="608514" y="386112"/>
                </a:cubicBezTo>
                <a:cubicBezTo>
                  <a:pt x="606381" y="388245"/>
                  <a:pt x="601961" y="389312"/>
                  <a:pt x="595256" y="389312"/>
                </a:cubicBezTo>
                <a:lnTo>
                  <a:pt x="425177" y="389312"/>
                </a:lnTo>
                <a:cubicBezTo>
                  <a:pt x="378848" y="389312"/>
                  <a:pt x="355683" y="415830"/>
                  <a:pt x="355683" y="468865"/>
                </a:cubicBezTo>
                <a:cubicBezTo>
                  <a:pt x="355683" y="496906"/>
                  <a:pt x="361017" y="517176"/>
                  <a:pt x="371685" y="529672"/>
                </a:cubicBezTo>
                <a:cubicBezTo>
                  <a:pt x="382353" y="542169"/>
                  <a:pt x="400184" y="548418"/>
                  <a:pt x="425177" y="548418"/>
                </a:cubicBezTo>
                <a:lnTo>
                  <a:pt x="580625" y="548418"/>
                </a:lnTo>
                <a:cubicBezTo>
                  <a:pt x="586721" y="548418"/>
                  <a:pt x="590531" y="549789"/>
                  <a:pt x="592055" y="552532"/>
                </a:cubicBezTo>
                <a:cubicBezTo>
                  <a:pt x="593579" y="555276"/>
                  <a:pt x="594341" y="562286"/>
                  <a:pt x="594341" y="573564"/>
                </a:cubicBezTo>
                <a:cubicBezTo>
                  <a:pt x="594341" y="584841"/>
                  <a:pt x="593122" y="592918"/>
                  <a:pt x="590684" y="597795"/>
                </a:cubicBezTo>
                <a:cubicBezTo>
                  <a:pt x="588245" y="602672"/>
                  <a:pt x="581235" y="606939"/>
                  <a:pt x="569652" y="610597"/>
                </a:cubicBezTo>
                <a:cubicBezTo>
                  <a:pt x="506254" y="630714"/>
                  <a:pt x="453676" y="668966"/>
                  <a:pt x="411918" y="725354"/>
                </a:cubicBezTo>
                <a:cubicBezTo>
                  <a:pt x="370161" y="781742"/>
                  <a:pt x="349282" y="842702"/>
                  <a:pt x="349282" y="908234"/>
                </a:cubicBezTo>
                <a:cubicBezTo>
                  <a:pt x="349282" y="973766"/>
                  <a:pt x="366503" y="1027716"/>
                  <a:pt x="400946" y="1070083"/>
                </a:cubicBezTo>
                <a:cubicBezTo>
                  <a:pt x="435388" y="1112450"/>
                  <a:pt x="481108" y="1133634"/>
                  <a:pt x="538106" y="1133634"/>
                </a:cubicBezTo>
                <a:cubicBezTo>
                  <a:pt x="595103" y="1133634"/>
                  <a:pt x="661702" y="1107116"/>
                  <a:pt x="737902" y="1054081"/>
                </a:cubicBezTo>
                <a:cubicBezTo>
                  <a:pt x="814102" y="1001046"/>
                  <a:pt x="879024" y="938866"/>
                  <a:pt x="932669" y="867543"/>
                </a:cubicBezTo>
                <a:cubicBezTo>
                  <a:pt x="940594" y="857180"/>
                  <a:pt x="946690" y="851998"/>
                  <a:pt x="950957" y="851998"/>
                </a:cubicBezTo>
                <a:cubicBezTo>
                  <a:pt x="955224" y="851998"/>
                  <a:pt x="958882" y="857180"/>
                  <a:pt x="961930" y="867543"/>
                </a:cubicBezTo>
                <a:cubicBezTo>
                  <a:pt x="964978" y="877906"/>
                  <a:pt x="966502" y="888727"/>
                  <a:pt x="966502" y="900004"/>
                </a:cubicBezTo>
                <a:cubicBezTo>
                  <a:pt x="966502" y="911282"/>
                  <a:pt x="961473" y="924541"/>
                  <a:pt x="951414" y="939781"/>
                </a:cubicBezTo>
                <a:cubicBezTo>
                  <a:pt x="941356" y="955021"/>
                  <a:pt x="925202" y="972852"/>
                  <a:pt x="902951" y="993273"/>
                </a:cubicBezTo>
                <a:cubicBezTo>
                  <a:pt x="880701" y="1013695"/>
                  <a:pt x="869576" y="1035031"/>
                  <a:pt x="869576" y="1057281"/>
                </a:cubicBezTo>
                <a:cubicBezTo>
                  <a:pt x="869576" y="1079532"/>
                  <a:pt x="879634" y="1099496"/>
                  <a:pt x="899751" y="1117174"/>
                </a:cubicBezTo>
                <a:cubicBezTo>
                  <a:pt x="919868" y="1134853"/>
                  <a:pt x="942118" y="1143692"/>
                  <a:pt x="966502" y="1143692"/>
                </a:cubicBezTo>
                <a:cubicBezTo>
                  <a:pt x="1006736" y="1143692"/>
                  <a:pt x="1046817" y="1115955"/>
                  <a:pt x="1086746" y="1060482"/>
                </a:cubicBezTo>
                <a:cubicBezTo>
                  <a:pt x="1126674" y="1005008"/>
                  <a:pt x="1146639" y="945267"/>
                  <a:pt x="1146639" y="881259"/>
                </a:cubicBezTo>
                <a:cubicBezTo>
                  <a:pt x="1146639" y="851998"/>
                  <a:pt x="1142219" y="824109"/>
                  <a:pt x="1133380" y="797592"/>
                </a:cubicBezTo>
                <a:cubicBezTo>
                  <a:pt x="1124541" y="771074"/>
                  <a:pt x="1107472" y="742423"/>
                  <a:pt x="1082174" y="711638"/>
                </a:cubicBezTo>
                <a:cubicBezTo>
                  <a:pt x="1056875" y="680853"/>
                  <a:pt x="1030967" y="656926"/>
                  <a:pt x="1004450" y="639858"/>
                </a:cubicBezTo>
                <a:cubicBezTo>
                  <a:pt x="977932" y="622789"/>
                  <a:pt x="948519" y="610292"/>
                  <a:pt x="916210" y="602367"/>
                </a:cubicBezTo>
                <a:cubicBezTo>
                  <a:pt x="883901" y="594442"/>
                  <a:pt x="845192" y="590175"/>
                  <a:pt x="800081" y="589566"/>
                </a:cubicBezTo>
                <a:cubicBezTo>
                  <a:pt x="789718" y="589566"/>
                  <a:pt x="784536" y="585603"/>
                  <a:pt x="784536" y="577678"/>
                </a:cubicBezTo>
                <a:cubicBezTo>
                  <a:pt x="784536" y="566096"/>
                  <a:pt x="785908" y="558324"/>
                  <a:pt x="788651" y="554361"/>
                </a:cubicBezTo>
                <a:cubicBezTo>
                  <a:pt x="791394" y="550399"/>
                  <a:pt x="796728" y="548418"/>
                  <a:pt x="804653" y="548418"/>
                </a:cubicBezTo>
                <a:lnTo>
                  <a:pt x="1068915" y="548418"/>
                </a:lnTo>
                <a:cubicBezTo>
                  <a:pt x="1094518" y="548418"/>
                  <a:pt x="1112501" y="542322"/>
                  <a:pt x="1122864" y="530130"/>
                </a:cubicBezTo>
                <a:cubicBezTo>
                  <a:pt x="1133228" y="517938"/>
                  <a:pt x="1138409" y="497516"/>
                  <a:pt x="1138409" y="468865"/>
                </a:cubicBezTo>
                <a:cubicBezTo>
                  <a:pt x="1138409" y="415830"/>
                  <a:pt x="1115244" y="389312"/>
                  <a:pt x="1068915" y="389312"/>
                </a:cubicBezTo>
                <a:lnTo>
                  <a:pt x="831171" y="389312"/>
                </a:lnTo>
                <a:cubicBezTo>
                  <a:pt x="824465" y="389312"/>
                  <a:pt x="819893" y="388245"/>
                  <a:pt x="817455" y="386112"/>
                </a:cubicBezTo>
                <a:cubicBezTo>
                  <a:pt x="815016" y="383978"/>
                  <a:pt x="813797" y="378644"/>
                  <a:pt x="813797" y="370110"/>
                </a:cubicBezTo>
                <a:cubicBezTo>
                  <a:pt x="813188" y="339020"/>
                  <a:pt x="803891" y="317684"/>
                  <a:pt x="785908" y="306102"/>
                </a:cubicBezTo>
                <a:cubicBezTo>
                  <a:pt x="767925" y="294519"/>
                  <a:pt x="742931" y="288728"/>
                  <a:pt x="710927" y="288728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65" name="フリーフォーム: 図形 64">
            <a:extLst>
              <a:ext uri="{FF2B5EF4-FFF2-40B4-BE49-F238E27FC236}">
                <a16:creationId xmlns:a16="http://schemas.microsoft.com/office/drawing/2014/main" id="{D93F6287-B12E-D799-66BD-38880D71B795}"/>
              </a:ext>
            </a:extLst>
          </p:cNvPr>
          <p:cNvSpPr/>
          <p:nvPr/>
        </p:nvSpPr>
        <p:spPr>
          <a:xfrm>
            <a:off x="5350668" y="7135100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87610" y="540188"/>
                </a:moveTo>
                <a:cubicBezTo>
                  <a:pt x="682124" y="540188"/>
                  <a:pt x="646919" y="544455"/>
                  <a:pt x="581997" y="552989"/>
                </a:cubicBezTo>
                <a:cubicBezTo>
                  <a:pt x="517074" y="561524"/>
                  <a:pt x="476841" y="568077"/>
                  <a:pt x="461296" y="572649"/>
                </a:cubicBezTo>
                <a:cubicBezTo>
                  <a:pt x="445751" y="577221"/>
                  <a:pt x="433254" y="585451"/>
                  <a:pt x="423806" y="597338"/>
                </a:cubicBezTo>
                <a:cubicBezTo>
                  <a:pt x="414357" y="609225"/>
                  <a:pt x="409632" y="626903"/>
                  <a:pt x="409632" y="650373"/>
                </a:cubicBezTo>
                <a:cubicBezTo>
                  <a:pt x="409632" y="673843"/>
                  <a:pt x="414204" y="694417"/>
                  <a:pt x="423348" y="712095"/>
                </a:cubicBezTo>
                <a:cubicBezTo>
                  <a:pt x="432492" y="729773"/>
                  <a:pt x="451695" y="738613"/>
                  <a:pt x="480956" y="738613"/>
                </a:cubicBezTo>
                <a:cubicBezTo>
                  <a:pt x="495586" y="738613"/>
                  <a:pt x="514179" y="736174"/>
                  <a:pt x="536734" y="731297"/>
                </a:cubicBezTo>
                <a:cubicBezTo>
                  <a:pt x="666579" y="705085"/>
                  <a:pt x="762896" y="691978"/>
                  <a:pt x="825684" y="691978"/>
                </a:cubicBezTo>
                <a:cubicBezTo>
                  <a:pt x="865918" y="691978"/>
                  <a:pt x="895484" y="697465"/>
                  <a:pt x="914381" y="708437"/>
                </a:cubicBezTo>
                <a:cubicBezTo>
                  <a:pt x="933279" y="719410"/>
                  <a:pt x="942728" y="738308"/>
                  <a:pt x="942728" y="765130"/>
                </a:cubicBezTo>
                <a:cubicBezTo>
                  <a:pt x="942728" y="811460"/>
                  <a:pt x="912705" y="852303"/>
                  <a:pt x="852659" y="887660"/>
                </a:cubicBezTo>
                <a:cubicBezTo>
                  <a:pt x="792614" y="923017"/>
                  <a:pt x="708946" y="946486"/>
                  <a:pt x="601656" y="958069"/>
                </a:cubicBezTo>
                <a:cubicBezTo>
                  <a:pt x="572396" y="961117"/>
                  <a:pt x="552736" y="970413"/>
                  <a:pt x="542678" y="985958"/>
                </a:cubicBezTo>
                <a:cubicBezTo>
                  <a:pt x="532619" y="1001503"/>
                  <a:pt x="527590" y="1026344"/>
                  <a:pt x="527590" y="1060482"/>
                </a:cubicBezTo>
                <a:cubicBezTo>
                  <a:pt x="527590" y="1082427"/>
                  <a:pt x="535515" y="1099496"/>
                  <a:pt x="551364" y="1111688"/>
                </a:cubicBezTo>
                <a:cubicBezTo>
                  <a:pt x="567214" y="1123880"/>
                  <a:pt x="591598" y="1129976"/>
                  <a:pt x="624516" y="1129976"/>
                </a:cubicBezTo>
                <a:cubicBezTo>
                  <a:pt x="657435" y="1129976"/>
                  <a:pt x="704831" y="1122965"/>
                  <a:pt x="766706" y="1108945"/>
                </a:cubicBezTo>
                <a:cubicBezTo>
                  <a:pt x="828580" y="1094924"/>
                  <a:pt x="887864" y="1070540"/>
                  <a:pt x="944556" y="1035793"/>
                </a:cubicBezTo>
                <a:cubicBezTo>
                  <a:pt x="1001249" y="1001046"/>
                  <a:pt x="1045750" y="957764"/>
                  <a:pt x="1078059" y="905948"/>
                </a:cubicBezTo>
                <a:cubicBezTo>
                  <a:pt x="1110368" y="854132"/>
                  <a:pt x="1126522" y="801097"/>
                  <a:pt x="1126522" y="746842"/>
                </a:cubicBezTo>
                <a:cubicBezTo>
                  <a:pt x="1126522" y="712095"/>
                  <a:pt x="1119969" y="679939"/>
                  <a:pt x="1106862" y="650373"/>
                </a:cubicBezTo>
                <a:cubicBezTo>
                  <a:pt x="1093756" y="620807"/>
                  <a:pt x="1075925" y="597490"/>
                  <a:pt x="1053370" y="580421"/>
                </a:cubicBezTo>
                <a:cubicBezTo>
                  <a:pt x="1030815" y="563353"/>
                  <a:pt x="1010088" y="554818"/>
                  <a:pt x="991191" y="554818"/>
                </a:cubicBezTo>
                <a:cubicBezTo>
                  <a:pt x="984485" y="554818"/>
                  <a:pt x="974427" y="555885"/>
                  <a:pt x="961016" y="558019"/>
                </a:cubicBezTo>
                <a:cubicBezTo>
                  <a:pt x="947604" y="560152"/>
                  <a:pt x="928250" y="561219"/>
                  <a:pt x="902951" y="561219"/>
                </a:cubicBezTo>
                <a:cubicBezTo>
                  <a:pt x="877653" y="561219"/>
                  <a:pt x="837419" y="557714"/>
                  <a:pt x="782250" y="550703"/>
                </a:cubicBezTo>
                <a:cubicBezTo>
                  <a:pt x="727082" y="543693"/>
                  <a:pt x="695535" y="540188"/>
                  <a:pt x="687610" y="540188"/>
                </a:cubicBezTo>
                <a:close/>
                <a:moveTo>
                  <a:pt x="571481" y="305187"/>
                </a:moveTo>
                <a:cubicBezTo>
                  <a:pt x="544659" y="305187"/>
                  <a:pt x="524999" y="315093"/>
                  <a:pt x="512502" y="334905"/>
                </a:cubicBezTo>
                <a:cubicBezTo>
                  <a:pt x="500006" y="354717"/>
                  <a:pt x="493757" y="375443"/>
                  <a:pt x="493757" y="397084"/>
                </a:cubicBezTo>
                <a:cubicBezTo>
                  <a:pt x="493757" y="418725"/>
                  <a:pt x="504273" y="435946"/>
                  <a:pt x="525304" y="448748"/>
                </a:cubicBezTo>
                <a:cubicBezTo>
                  <a:pt x="546335" y="461549"/>
                  <a:pt x="604400" y="475723"/>
                  <a:pt x="699497" y="491267"/>
                </a:cubicBezTo>
                <a:cubicBezTo>
                  <a:pt x="794595" y="506812"/>
                  <a:pt x="867137" y="514585"/>
                  <a:pt x="917124" y="514585"/>
                </a:cubicBezTo>
                <a:cubicBezTo>
                  <a:pt x="951262" y="514585"/>
                  <a:pt x="974122" y="507269"/>
                  <a:pt x="985704" y="492639"/>
                </a:cubicBezTo>
                <a:cubicBezTo>
                  <a:pt x="997287" y="478009"/>
                  <a:pt x="1003078" y="456063"/>
                  <a:pt x="1003078" y="426802"/>
                </a:cubicBezTo>
                <a:cubicBezTo>
                  <a:pt x="1003078" y="382301"/>
                  <a:pt x="979304" y="359137"/>
                  <a:pt x="931755" y="357308"/>
                </a:cubicBezTo>
                <a:cubicBezTo>
                  <a:pt x="900056" y="356698"/>
                  <a:pt x="852354" y="351669"/>
                  <a:pt x="788651" y="342220"/>
                </a:cubicBezTo>
                <a:cubicBezTo>
                  <a:pt x="724948" y="332771"/>
                  <a:pt x="661397" y="321341"/>
                  <a:pt x="597999" y="307930"/>
                </a:cubicBezTo>
                <a:cubicBezTo>
                  <a:pt x="588245" y="306101"/>
                  <a:pt x="579406" y="305187"/>
                  <a:pt x="571481" y="305187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64" name="フリーフォーム: 図形 63">
            <a:extLst>
              <a:ext uri="{FF2B5EF4-FFF2-40B4-BE49-F238E27FC236}">
                <a16:creationId xmlns:a16="http://schemas.microsoft.com/office/drawing/2014/main" id="{2F47D59D-9D1B-8C9E-9E4E-4D35B34CBB7E}"/>
              </a:ext>
            </a:extLst>
          </p:cNvPr>
          <p:cNvSpPr/>
          <p:nvPr/>
        </p:nvSpPr>
        <p:spPr>
          <a:xfrm>
            <a:off x="5350668" y="7119812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61093" y="836453"/>
                </a:moveTo>
                <a:cubicBezTo>
                  <a:pt x="669627" y="836453"/>
                  <a:pt x="678923" y="837977"/>
                  <a:pt x="688982" y="841025"/>
                </a:cubicBezTo>
                <a:cubicBezTo>
                  <a:pt x="699040" y="844073"/>
                  <a:pt x="704679" y="849103"/>
                  <a:pt x="705898" y="856113"/>
                </a:cubicBezTo>
                <a:cubicBezTo>
                  <a:pt x="707117" y="863123"/>
                  <a:pt x="707727" y="870591"/>
                  <a:pt x="707727" y="878516"/>
                </a:cubicBezTo>
                <a:cubicBezTo>
                  <a:pt x="707727" y="889489"/>
                  <a:pt x="703003" y="898938"/>
                  <a:pt x="693554" y="906862"/>
                </a:cubicBezTo>
                <a:cubicBezTo>
                  <a:pt x="684105" y="914787"/>
                  <a:pt x="673894" y="918750"/>
                  <a:pt x="662921" y="918750"/>
                </a:cubicBezTo>
                <a:cubicBezTo>
                  <a:pt x="651949" y="918750"/>
                  <a:pt x="641281" y="915549"/>
                  <a:pt x="630917" y="909148"/>
                </a:cubicBezTo>
                <a:cubicBezTo>
                  <a:pt x="620554" y="902748"/>
                  <a:pt x="615373" y="891927"/>
                  <a:pt x="615373" y="876687"/>
                </a:cubicBezTo>
                <a:cubicBezTo>
                  <a:pt x="615373" y="849865"/>
                  <a:pt x="630613" y="836453"/>
                  <a:pt x="661093" y="836453"/>
                </a:cubicBezTo>
                <a:close/>
                <a:moveTo>
                  <a:pt x="770821" y="360051"/>
                </a:moveTo>
                <a:cubicBezTo>
                  <a:pt x="740950" y="360051"/>
                  <a:pt x="717633" y="366147"/>
                  <a:pt x="700869" y="378339"/>
                </a:cubicBezTo>
                <a:cubicBezTo>
                  <a:pt x="684105" y="390531"/>
                  <a:pt x="675723" y="406076"/>
                  <a:pt x="675723" y="424973"/>
                </a:cubicBezTo>
                <a:lnTo>
                  <a:pt x="696754" y="682834"/>
                </a:lnTo>
                <a:cubicBezTo>
                  <a:pt x="696754" y="687711"/>
                  <a:pt x="693706" y="690150"/>
                  <a:pt x="687610" y="690150"/>
                </a:cubicBezTo>
                <a:cubicBezTo>
                  <a:pt x="643719" y="690150"/>
                  <a:pt x="608057" y="693045"/>
                  <a:pt x="580625" y="698836"/>
                </a:cubicBezTo>
                <a:cubicBezTo>
                  <a:pt x="553193" y="704628"/>
                  <a:pt x="528505" y="715600"/>
                  <a:pt x="506559" y="731755"/>
                </a:cubicBezTo>
                <a:cubicBezTo>
                  <a:pt x="484613" y="747909"/>
                  <a:pt x="468002" y="768483"/>
                  <a:pt x="456724" y="793477"/>
                </a:cubicBezTo>
                <a:cubicBezTo>
                  <a:pt x="445447" y="818470"/>
                  <a:pt x="439808" y="847731"/>
                  <a:pt x="439808" y="881259"/>
                </a:cubicBezTo>
                <a:cubicBezTo>
                  <a:pt x="439808" y="942829"/>
                  <a:pt x="462211" y="989615"/>
                  <a:pt x="507016" y="1021619"/>
                </a:cubicBezTo>
                <a:cubicBezTo>
                  <a:pt x="551822" y="1053623"/>
                  <a:pt x="603485" y="1069625"/>
                  <a:pt x="662007" y="1069625"/>
                </a:cubicBezTo>
                <a:cubicBezTo>
                  <a:pt x="710165" y="1069625"/>
                  <a:pt x="754666" y="1059415"/>
                  <a:pt x="795509" y="1038993"/>
                </a:cubicBezTo>
                <a:cubicBezTo>
                  <a:pt x="836353" y="1018571"/>
                  <a:pt x="861651" y="979405"/>
                  <a:pt x="871405" y="921493"/>
                </a:cubicBezTo>
                <a:cubicBezTo>
                  <a:pt x="872014" y="916616"/>
                  <a:pt x="873691" y="914177"/>
                  <a:pt x="876434" y="914177"/>
                </a:cubicBezTo>
                <a:cubicBezTo>
                  <a:pt x="879177" y="914177"/>
                  <a:pt x="890150" y="920578"/>
                  <a:pt x="909352" y="933380"/>
                </a:cubicBezTo>
                <a:cubicBezTo>
                  <a:pt x="928555" y="946182"/>
                  <a:pt x="946843" y="962641"/>
                  <a:pt x="964216" y="982757"/>
                </a:cubicBezTo>
                <a:cubicBezTo>
                  <a:pt x="981590" y="1002874"/>
                  <a:pt x="999878" y="1012933"/>
                  <a:pt x="1019080" y="1012933"/>
                </a:cubicBezTo>
                <a:cubicBezTo>
                  <a:pt x="1038283" y="1012933"/>
                  <a:pt x="1058247" y="1003941"/>
                  <a:pt x="1078973" y="985958"/>
                </a:cubicBezTo>
                <a:cubicBezTo>
                  <a:pt x="1099700" y="967975"/>
                  <a:pt x="1110063" y="945572"/>
                  <a:pt x="1110063" y="918750"/>
                </a:cubicBezTo>
                <a:cubicBezTo>
                  <a:pt x="1110063" y="907777"/>
                  <a:pt x="1107777" y="895890"/>
                  <a:pt x="1103205" y="883088"/>
                </a:cubicBezTo>
                <a:cubicBezTo>
                  <a:pt x="1098633" y="870286"/>
                  <a:pt x="1082783" y="852303"/>
                  <a:pt x="1055656" y="829138"/>
                </a:cubicBezTo>
                <a:cubicBezTo>
                  <a:pt x="1028529" y="805973"/>
                  <a:pt x="999878" y="785857"/>
                  <a:pt x="969703" y="768788"/>
                </a:cubicBezTo>
                <a:cubicBezTo>
                  <a:pt x="939527" y="751719"/>
                  <a:pt x="908285" y="737089"/>
                  <a:pt x="875977" y="724897"/>
                </a:cubicBezTo>
                <a:cubicBezTo>
                  <a:pt x="872319" y="723068"/>
                  <a:pt x="870338" y="721392"/>
                  <a:pt x="870033" y="719867"/>
                </a:cubicBezTo>
                <a:cubicBezTo>
                  <a:pt x="869728" y="718344"/>
                  <a:pt x="869271" y="705085"/>
                  <a:pt x="868661" y="680091"/>
                </a:cubicBezTo>
                <a:lnTo>
                  <a:pt x="867747" y="646258"/>
                </a:lnTo>
                <a:cubicBezTo>
                  <a:pt x="867747" y="638334"/>
                  <a:pt x="870185" y="634371"/>
                  <a:pt x="875062" y="634371"/>
                </a:cubicBezTo>
                <a:lnTo>
                  <a:pt x="1025938" y="634371"/>
                </a:lnTo>
                <a:cubicBezTo>
                  <a:pt x="1057637" y="634371"/>
                  <a:pt x="1078364" y="629494"/>
                  <a:pt x="1088117" y="619741"/>
                </a:cubicBezTo>
                <a:cubicBezTo>
                  <a:pt x="1097871" y="609987"/>
                  <a:pt x="1102748" y="588499"/>
                  <a:pt x="1102748" y="555275"/>
                </a:cubicBezTo>
                <a:cubicBezTo>
                  <a:pt x="1102748" y="522052"/>
                  <a:pt x="1098023" y="500564"/>
                  <a:pt x="1088575" y="490810"/>
                </a:cubicBezTo>
                <a:cubicBezTo>
                  <a:pt x="1079126" y="481057"/>
                  <a:pt x="1058247" y="476180"/>
                  <a:pt x="1025938" y="476180"/>
                </a:cubicBezTo>
                <a:lnTo>
                  <a:pt x="867747" y="476180"/>
                </a:lnTo>
                <a:cubicBezTo>
                  <a:pt x="863480" y="476180"/>
                  <a:pt x="860737" y="475418"/>
                  <a:pt x="859517" y="473894"/>
                </a:cubicBezTo>
                <a:cubicBezTo>
                  <a:pt x="858298" y="472370"/>
                  <a:pt x="857384" y="469169"/>
                  <a:pt x="856774" y="464293"/>
                </a:cubicBezTo>
                <a:cubicBezTo>
                  <a:pt x="853726" y="423449"/>
                  <a:pt x="846106" y="395865"/>
                  <a:pt x="833914" y="381539"/>
                </a:cubicBezTo>
                <a:cubicBezTo>
                  <a:pt x="821722" y="367214"/>
                  <a:pt x="800691" y="360051"/>
                  <a:pt x="770821" y="360051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63" name="フリーフォーム: 図形 62">
            <a:extLst>
              <a:ext uri="{FF2B5EF4-FFF2-40B4-BE49-F238E27FC236}">
                <a16:creationId xmlns:a16="http://schemas.microsoft.com/office/drawing/2014/main" id="{F6F324B1-DA77-BB11-D3BF-F676925E0E6D}"/>
              </a:ext>
            </a:extLst>
          </p:cNvPr>
          <p:cNvSpPr/>
          <p:nvPr/>
        </p:nvSpPr>
        <p:spPr>
          <a:xfrm>
            <a:off x="5350668" y="7119812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84867" y="297872"/>
                </a:moveTo>
                <a:cubicBezTo>
                  <a:pt x="659873" y="297872"/>
                  <a:pt x="640061" y="305644"/>
                  <a:pt x="625431" y="321189"/>
                </a:cubicBezTo>
                <a:cubicBezTo>
                  <a:pt x="610801" y="336734"/>
                  <a:pt x="597694" y="364928"/>
                  <a:pt x="586112" y="405771"/>
                </a:cubicBezTo>
                <a:cubicBezTo>
                  <a:pt x="582454" y="417963"/>
                  <a:pt x="579254" y="425583"/>
                  <a:pt x="576511" y="428631"/>
                </a:cubicBezTo>
                <a:cubicBezTo>
                  <a:pt x="573767" y="431679"/>
                  <a:pt x="569043" y="433203"/>
                  <a:pt x="562337" y="433203"/>
                </a:cubicBezTo>
                <a:lnTo>
                  <a:pt x="429749" y="433203"/>
                </a:lnTo>
                <a:cubicBezTo>
                  <a:pt x="404756" y="433203"/>
                  <a:pt x="386773" y="439909"/>
                  <a:pt x="375800" y="453320"/>
                </a:cubicBezTo>
                <a:cubicBezTo>
                  <a:pt x="364827" y="466731"/>
                  <a:pt x="359341" y="488829"/>
                  <a:pt x="359341" y="519614"/>
                </a:cubicBezTo>
                <a:cubicBezTo>
                  <a:pt x="359341" y="550399"/>
                  <a:pt x="364065" y="571735"/>
                  <a:pt x="373514" y="583622"/>
                </a:cubicBezTo>
                <a:cubicBezTo>
                  <a:pt x="382963" y="595509"/>
                  <a:pt x="401708" y="601453"/>
                  <a:pt x="429749" y="601453"/>
                </a:cubicBezTo>
                <a:lnTo>
                  <a:pt x="504730" y="601453"/>
                </a:lnTo>
                <a:cubicBezTo>
                  <a:pt x="513874" y="601453"/>
                  <a:pt x="518446" y="603434"/>
                  <a:pt x="518446" y="607396"/>
                </a:cubicBezTo>
                <a:cubicBezTo>
                  <a:pt x="518446" y="611359"/>
                  <a:pt x="517532" y="616083"/>
                  <a:pt x="515703" y="621569"/>
                </a:cubicBezTo>
                <a:cubicBezTo>
                  <a:pt x="488881" y="702646"/>
                  <a:pt x="475469" y="752634"/>
                  <a:pt x="475469" y="771531"/>
                </a:cubicBezTo>
                <a:cubicBezTo>
                  <a:pt x="475469" y="790429"/>
                  <a:pt x="486442" y="806278"/>
                  <a:pt x="508388" y="819080"/>
                </a:cubicBezTo>
                <a:cubicBezTo>
                  <a:pt x="530333" y="831882"/>
                  <a:pt x="557003" y="838282"/>
                  <a:pt x="588398" y="838282"/>
                </a:cubicBezTo>
                <a:cubicBezTo>
                  <a:pt x="619792" y="838282"/>
                  <a:pt x="647681" y="834625"/>
                  <a:pt x="672065" y="827309"/>
                </a:cubicBezTo>
                <a:cubicBezTo>
                  <a:pt x="736073" y="808412"/>
                  <a:pt x="789871" y="798963"/>
                  <a:pt x="833457" y="798963"/>
                </a:cubicBezTo>
                <a:cubicBezTo>
                  <a:pt x="877043" y="798963"/>
                  <a:pt x="907676" y="806583"/>
                  <a:pt x="925354" y="821823"/>
                </a:cubicBezTo>
                <a:cubicBezTo>
                  <a:pt x="943033" y="837063"/>
                  <a:pt x="951872" y="854132"/>
                  <a:pt x="951872" y="873029"/>
                </a:cubicBezTo>
                <a:cubicBezTo>
                  <a:pt x="951872" y="901071"/>
                  <a:pt x="936784" y="922407"/>
                  <a:pt x="906609" y="937038"/>
                </a:cubicBezTo>
                <a:cubicBezTo>
                  <a:pt x="876434" y="951668"/>
                  <a:pt x="836048" y="958983"/>
                  <a:pt x="785451" y="958983"/>
                </a:cubicBezTo>
                <a:cubicBezTo>
                  <a:pt x="734854" y="958983"/>
                  <a:pt x="665665" y="939781"/>
                  <a:pt x="577882" y="901376"/>
                </a:cubicBezTo>
                <a:cubicBezTo>
                  <a:pt x="565690" y="895890"/>
                  <a:pt x="554108" y="893146"/>
                  <a:pt x="543135" y="893146"/>
                </a:cubicBezTo>
                <a:cubicBezTo>
                  <a:pt x="517532" y="893146"/>
                  <a:pt x="497263" y="904424"/>
                  <a:pt x="482327" y="926979"/>
                </a:cubicBezTo>
                <a:cubicBezTo>
                  <a:pt x="467392" y="949534"/>
                  <a:pt x="459925" y="973613"/>
                  <a:pt x="459925" y="999217"/>
                </a:cubicBezTo>
                <a:cubicBezTo>
                  <a:pt x="459925" y="1024820"/>
                  <a:pt x="470135" y="1045699"/>
                  <a:pt x="490557" y="1061853"/>
                </a:cubicBezTo>
                <a:cubicBezTo>
                  <a:pt x="510979" y="1078007"/>
                  <a:pt x="549688" y="1094314"/>
                  <a:pt x="606686" y="1110773"/>
                </a:cubicBezTo>
                <a:cubicBezTo>
                  <a:pt x="663683" y="1127233"/>
                  <a:pt x="726625" y="1135462"/>
                  <a:pt x="795509" y="1135462"/>
                </a:cubicBezTo>
                <a:cubicBezTo>
                  <a:pt x="921697" y="1135462"/>
                  <a:pt x="1013594" y="1109402"/>
                  <a:pt x="1071201" y="1057281"/>
                </a:cubicBezTo>
                <a:cubicBezTo>
                  <a:pt x="1128808" y="1005160"/>
                  <a:pt x="1157612" y="940086"/>
                  <a:pt x="1157612" y="862057"/>
                </a:cubicBezTo>
                <a:cubicBezTo>
                  <a:pt x="1157612" y="794391"/>
                  <a:pt x="1133837" y="742575"/>
                  <a:pt x="1086289" y="706609"/>
                </a:cubicBezTo>
                <a:cubicBezTo>
                  <a:pt x="1038740" y="670642"/>
                  <a:pt x="971074" y="652659"/>
                  <a:pt x="883292" y="652659"/>
                </a:cubicBezTo>
                <a:cubicBezTo>
                  <a:pt x="846716" y="652659"/>
                  <a:pt x="808006" y="656012"/>
                  <a:pt x="767163" y="662717"/>
                </a:cubicBezTo>
                <a:cubicBezTo>
                  <a:pt x="759238" y="663937"/>
                  <a:pt x="752837" y="664546"/>
                  <a:pt x="747961" y="664546"/>
                </a:cubicBezTo>
                <a:cubicBezTo>
                  <a:pt x="734549" y="664546"/>
                  <a:pt x="727844" y="657536"/>
                  <a:pt x="727844" y="643515"/>
                </a:cubicBezTo>
                <a:cubicBezTo>
                  <a:pt x="727844" y="638029"/>
                  <a:pt x="728606" y="631018"/>
                  <a:pt x="730130" y="622484"/>
                </a:cubicBezTo>
                <a:cubicBezTo>
                  <a:pt x="731654" y="613949"/>
                  <a:pt x="733635" y="608311"/>
                  <a:pt x="736073" y="605567"/>
                </a:cubicBezTo>
                <a:cubicBezTo>
                  <a:pt x="738512" y="602824"/>
                  <a:pt x="743084" y="601453"/>
                  <a:pt x="749789" y="601453"/>
                </a:cubicBezTo>
                <a:lnTo>
                  <a:pt x="1078059" y="601453"/>
                </a:lnTo>
                <a:cubicBezTo>
                  <a:pt x="1106101" y="601453"/>
                  <a:pt x="1124846" y="594899"/>
                  <a:pt x="1134295" y="581793"/>
                </a:cubicBezTo>
                <a:cubicBezTo>
                  <a:pt x="1143743" y="568687"/>
                  <a:pt x="1148468" y="547046"/>
                  <a:pt x="1148468" y="516871"/>
                </a:cubicBezTo>
                <a:cubicBezTo>
                  <a:pt x="1148468" y="486695"/>
                  <a:pt x="1143134" y="465207"/>
                  <a:pt x="1132466" y="452405"/>
                </a:cubicBezTo>
                <a:cubicBezTo>
                  <a:pt x="1121798" y="439604"/>
                  <a:pt x="1103662" y="433203"/>
                  <a:pt x="1078059" y="433203"/>
                </a:cubicBezTo>
                <a:lnTo>
                  <a:pt x="808311" y="433203"/>
                </a:lnTo>
                <a:cubicBezTo>
                  <a:pt x="796119" y="433203"/>
                  <a:pt x="790023" y="430307"/>
                  <a:pt x="790023" y="424516"/>
                </a:cubicBezTo>
                <a:cubicBezTo>
                  <a:pt x="790023" y="418725"/>
                  <a:pt x="791852" y="409581"/>
                  <a:pt x="795509" y="397084"/>
                </a:cubicBezTo>
                <a:cubicBezTo>
                  <a:pt x="799167" y="384587"/>
                  <a:pt x="800996" y="372548"/>
                  <a:pt x="800996" y="360965"/>
                </a:cubicBezTo>
                <a:cubicBezTo>
                  <a:pt x="800996" y="334143"/>
                  <a:pt x="787889" y="316922"/>
                  <a:pt x="761677" y="309302"/>
                </a:cubicBezTo>
                <a:cubicBezTo>
                  <a:pt x="735464" y="301682"/>
                  <a:pt x="709861" y="297872"/>
                  <a:pt x="684867" y="297872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5" name="フリーフォーム: 図形 94">
            <a:extLst>
              <a:ext uri="{FF2B5EF4-FFF2-40B4-BE49-F238E27FC236}">
                <a16:creationId xmlns:a16="http://schemas.microsoft.com/office/drawing/2014/main" id="{06906C02-0FA6-6729-5598-0F76F8CD752F}"/>
              </a:ext>
            </a:extLst>
          </p:cNvPr>
          <p:cNvSpPr/>
          <p:nvPr/>
        </p:nvSpPr>
        <p:spPr>
          <a:xfrm>
            <a:off x="5350668" y="7119812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1037825" y="404857"/>
                </a:moveTo>
                <a:cubicBezTo>
                  <a:pt x="1007955" y="404857"/>
                  <a:pt x="983266" y="410800"/>
                  <a:pt x="963759" y="422687"/>
                </a:cubicBezTo>
                <a:cubicBezTo>
                  <a:pt x="944252" y="434575"/>
                  <a:pt x="934498" y="453320"/>
                  <a:pt x="934498" y="478923"/>
                </a:cubicBezTo>
                <a:cubicBezTo>
                  <a:pt x="934498" y="488067"/>
                  <a:pt x="936022" y="497821"/>
                  <a:pt x="939070" y="508184"/>
                </a:cubicBezTo>
                <a:cubicBezTo>
                  <a:pt x="953700" y="563048"/>
                  <a:pt x="966807" y="632390"/>
                  <a:pt x="978389" y="716210"/>
                </a:cubicBezTo>
                <a:cubicBezTo>
                  <a:pt x="989972" y="800030"/>
                  <a:pt x="995763" y="863123"/>
                  <a:pt x="995763" y="905491"/>
                </a:cubicBezTo>
                <a:cubicBezTo>
                  <a:pt x="995763" y="947858"/>
                  <a:pt x="1003078" y="976204"/>
                  <a:pt x="1017708" y="990530"/>
                </a:cubicBezTo>
                <a:cubicBezTo>
                  <a:pt x="1032339" y="1004855"/>
                  <a:pt x="1057942" y="1012018"/>
                  <a:pt x="1094518" y="1012018"/>
                </a:cubicBezTo>
                <a:cubicBezTo>
                  <a:pt x="1131094" y="1012018"/>
                  <a:pt x="1155326" y="1002112"/>
                  <a:pt x="1167213" y="982300"/>
                </a:cubicBezTo>
                <a:cubicBezTo>
                  <a:pt x="1179100" y="962488"/>
                  <a:pt x="1185044" y="934904"/>
                  <a:pt x="1185044" y="899547"/>
                </a:cubicBezTo>
                <a:cubicBezTo>
                  <a:pt x="1185044" y="823957"/>
                  <a:pt x="1175290" y="732974"/>
                  <a:pt x="1155783" y="626599"/>
                </a:cubicBezTo>
                <a:cubicBezTo>
                  <a:pt x="1136276" y="520223"/>
                  <a:pt x="1119207" y="456673"/>
                  <a:pt x="1104576" y="435946"/>
                </a:cubicBezTo>
                <a:cubicBezTo>
                  <a:pt x="1089946" y="415220"/>
                  <a:pt x="1067696" y="404857"/>
                  <a:pt x="1037825" y="404857"/>
                </a:cubicBezTo>
                <a:close/>
                <a:moveTo>
                  <a:pt x="523018" y="351821"/>
                </a:moveTo>
                <a:cubicBezTo>
                  <a:pt x="502292" y="351821"/>
                  <a:pt x="485223" y="358527"/>
                  <a:pt x="471812" y="371938"/>
                </a:cubicBezTo>
                <a:cubicBezTo>
                  <a:pt x="458400" y="385349"/>
                  <a:pt x="448647" y="404399"/>
                  <a:pt x="442551" y="429088"/>
                </a:cubicBezTo>
                <a:cubicBezTo>
                  <a:pt x="436455" y="453777"/>
                  <a:pt x="429444" y="498887"/>
                  <a:pt x="421520" y="564419"/>
                </a:cubicBezTo>
                <a:cubicBezTo>
                  <a:pt x="413595" y="629951"/>
                  <a:pt x="409632" y="690454"/>
                  <a:pt x="409632" y="745928"/>
                </a:cubicBezTo>
                <a:cubicBezTo>
                  <a:pt x="409632" y="851998"/>
                  <a:pt x="425025" y="937190"/>
                  <a:pt x="455810" y="1001503"/>
                </a:cubicBezTo>
                <a:cubicBezTo>
                  <a:pt x="486594" y="1065815"/>
                  <a:pt x="527285" y="1097972"/>
                  <a:pt x="577882" y="1097972"/>
                </a:cubicBezTo>
                <a:cubicBezTo>
                  <a:pt x="613239" y="1097972"/>
                  <a:pt x="655758" y="1083494"/>
                  <a:pt x="705441" y="1054538"/>
                </a:cubicBezTo>
                <a:cubicBezTo>
                  <a:pt x="755123" y="1025582"/>
                  <a:pt x="788956" y="1003027"/>
                  <a:pt x="806939" y="986872"/>
                </a:cubicBezTo>
                <a:cubicBezTo>
                  <a:pt x="824922" y="970718"/>
                  <a:pt x="833914" y="951211"/>
                  <a:pt x="833914" y="928351"/>
                </a:cubicBezTo>
                <a:cubicBezTo>
                  <a:pt x="833914" y="905491"/>
                  <a:pt x="823094" y="883393"/>
                  <a:pt x="801453" y="862057"/>
                </a:cubicBezTo>
                <a:cubicBezTo>
                  <a:pt x="779812" y="840721"/>
                  <a:pt x="759848" y="830053"/>
                  <a:pt x="741560" y="830053"/>
                </a:cubicBezTo>
                <a:cubicBezTo>
                  <a:pt x="725100" y="830053"/>
                  <a:pt x="705136" y="839654"/>
                  <a:pt x="681666" y="858856"/>
                </a:cubicBezTo>
                <a:cubicBezTo>
                  <a:pt x="658197" y="878059"/>
                  <a:pt x="639452" y="887660"/>
                  <a:pt x="625431" y="887660"/>
                </a:cubicBezTo>
                <a:cubicBezTo>
                  <a:pt x="607752" y="887660"/>
                  <a:pt x="596627" y="870439"/>
                  <a:pt x="592055" y="835996"/>
                </a:cubicBezTo>
                <a:cubicBezTo>
                  <a:pt x="587483" y="801554"/>
                  <a:pt x="585197" y="765130"/>
                  <a:pt x="585197" y="726725"/>
                </a:cubicBezTo>
                <a:cubicBezTo>
                  <a:pt x="585197" y="643210"/>
                  <a:pt x="594341" y="557866"/>
                  <a:pt x="612629" y="470693"/>
                </a:cubicBezTo>
                <a:cubicBezTo>
                  <a:pt x="616896" y="451796"/>
                  <a:pt x="619030" y="435946"/>
                  <a:pt x="619030" y="423145"/>
                </a:cubicBezTo>
                <a:cubicBezTo>
                  <a:pt x="619030" y="394493"/>
                  <a:pt x="608210" y="375443"/>
                  <a:pt x="586569" y="365995"/>
                </a:cubicBezTo>
                <a:cubicBezTo>
                  <a:pt x="564928" y="356546"/>
                  <a:pt x="543744" y="351821"/>
                  <a:pt x="523018" y="351821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4" name="フリーフォーム: 図形 93">
            <a:extLst>
              <a:ext uri="{FF2B5EF4-FFF2-40B4-BE49-F238E27FC236}">
                <a16:creationId xmlns:a16="http://schemas.microsoft.com/office/drawing/2014/main" id="{DEADD937-DE7A-584C-054A-DF9EF2F1C6D8}"/>
              </a:ext>
            </a:extLst>
          </p:cNvPr>
          <p:cNvSpPr/>
          <p:nvPr/>
        </p:nvSpPr>
        <p:spPr>
          <a:xfrm>
            <a:off x="5350668" y="7135100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955529" y="307930"/>
                </a:moveTo>
                <a:cubicBezTo>
                  <a:pt x="929316" y="307930"/>
                  <a:pt x="907218" y="315398"/>
                  <a:pt x="889235" y="330333"/>
                </a:cubicBezTo>
                <a:cubicBezTo>
                  <a:pt x="871252" y="345268"/>
                  <a:pt x="862260" y="364623"/>
                  <a:pt x="862260" y="388397"/>
                </a:cubicBezTo>
                <a:lnTo>
                  <a:pt x="864089" y="467036"/>
                </a:lnTo>
                <a:cubicBezTo>
                  <a:pt x="864089" y="476789"/>
                  <a:pt x="859822" y="481666"/>
                  <a:pt x="851288" y="481666"/>
                </a:cubicBezTo>
                <a:lnTo>
                  <a:pt x="681209" y="481666"/>
                </a:lnTo>
                <a:cubicBezTo>
                  <a:pt x="673284" y="481666"/>
                  <a:pt x="669322" y="477704"/>
                  <a:pt x="669322" y="469779"/>
                </a:cubicBezTo>
                <a:cubicBezTo>
                  <a:pt x="669322" y="460635"/>
                  <a:pt x="670846" y="439299"/>
                  <a:pt x="673894" y="405771"/>
                </a:cubicBezTo>
                <a:cubicBezTo>
                  <a:pt x="676942" y="372243"/>
                  <a:pt x="671456" y="347707"/>
                  <a:pt x="657435" y="332162"/>
                </a:cubicBezTo>
                <a:cubicBezTo>
                  <a:pt x="643414" y="316617"/>
                  <a:pt x="619944" y="308845"/>
                  <a:pt x="587026" y="308845"/>
                </a:cubicBezTo>
                <a:cubicBezTo>
                  <a:pt x="554108" y="308845"/>
                  <a:pt x="530486" y="313264"/>
                  <a:pt x="516160" y="322103"/>
                </a:cubicBezTo>
                <a:cubicBezTo>
                  <a:pt x="501834" y="330943"/>
                  <a:pt x="493300" y="343439"/>
                  <a:pt x="490557" y="359594"/>
                </a:cubicBezTo>
                <a:cubicBezTo>
                  <a:pt x="487814" y="375748"/>
                  <a:pt x="485528" y="411867"/>
                  <a:pt x="483699" y="467950"/>
                </a:cubicBezTo>
                <a:cubicBezTo>
                  <a:pt x="483699" y="474656"/>
                  <a:pt x="482480" y="478618"/>
                  <a:pt x="480041" y="479837"/>
                </a:cubicBezTo>
                <a:cubicBezTo>
                  <a:pt x="477603" y="481057"/>
                  <a:pt x="473640" y="481666"/>
                  <a:pt x="468154" y="481666"/>
                </a:cubicBezTo>
                <a:lnTo>
                  <a:pt x="421520" y="481666"/>
                </a:lnTo>
                <a:cubicBezTo>
                  <a:pt x="374581" y="481666"/>
                  <a:pt x="351111" y="508489"/>
                  <a:pt x="351111" y="562133"/>
                </a:cubicBezTo>
                <a:cubicBezTo>
                  <a:pt x="351111" y="591394"/>
                  <a:pt x="356445" y="612121"/>
                  <a:pt x="367113" y="624313"/>
                </a:cubicBezTo>
                <a:cubicBezTo>
                  <a:pt x="377781" y="636505"/>
                  <a:pt x="395917" y="642601"/>
                  <a:pt x="421520" y="642601"/>
                </a:cubicBezTo>
                <a:lnTo>
                  <a:pt x="463582" y="642601"/>
                </a:lnTo>
                <a:cubicBezTo>
                  <a:pt x="469678" y="642601"/>
                  <a:pt x="473945" y="643363"/>
                  <a:pt x="476384" y="644887"/>
                </a:cubicBezTo>
                <a:cubicBezTo>
                  <a:pt x="478822" y="646411"/>
                  <a:pt x="480041" y="651440"/>
                  <a:pt x="480041" y="659974"/>
                </a:cubicBezTo>
                <a:lnTo>
                  <a:pt x="480041" y="825481"/>
                </a:lnTo>
                <a:cubicBezTo>
                  <a:pt x="480041" y="879735"/>
                  <a:pt x="482327" y="926065"/>
                  <a:pt x="486899" y="964469"/>
                </a:cubicBezTo>
                <a:cubicBezTo>
                  <a:pt x="491471" y="1002874"/>
                  <a:pt x="499701" y="1033202"/>
                  <a:pt x="511588" y="1055452"/>
                </a:cubicBezTo>
                <a:cubicBezTo>
                  <a:pt x="523475" y="1077703"/>
                  <a:pt x="540696" y="1094162"/>
                  <a:pt x="563252" y="1104830"/>
                </a:cubicBezTo>
                <a:cubicBezTo>
                  <a:pt x="585807" y="1115498"/>
                  <a:pt x="621773" y="1123118"/>
                  <a:pt x="671151" y="1127690"/>
                </a:cubicBezTo>
                <a:cubicBezTo>
                  <a:pt x="720528" y="1132262"/>
                  <a:pt x="781488" y="1134548"/>
                  <a:pt x="854031" y="1134548"/>
                </a:cubicBezTo>
                <a:cubicBezTo>
                  <a:pt x="884511" y="1134548"/>
                  <a:pt x="928250" y="1133176"/>
                  <a:pt x="985247" y="1130433"/>
                </a:cubicBezTo>
                <a:cubicBezTo>
                  <a:pt x="1042245" y="1127690"/>
                  <a:pt x="1079583" y="1119765"/>
                  <a:pt x="1097261" y="1106659"/>
                </a:cubicBezTo>
                <a:cubicBezTo>
                  <a:pt x="1114940" y="1093552"/>
                  <a:pt x="1123779" y="1073131"/>
                  <a:pt x="1123779" y="1045394"/>
                </a:cubicBezTo>
                <a:cubicBezTo>
                  <a:pt x="1123779" y="1017657"/>
                  <a:pt x="1118445" y="993730"/>
                  <a:pt x="1107777" y="973613"/>
                </a:cubicBezTo>
                <a:cubicBezTo>
                  <a:pt x="1097109" y="953497"/>
                  <a:pt x="1077449" y="943438"/>
                  <a:pt x="1048798" y="943438"/>
                </a:cubicBezTo>
                <a:cubicBezTo>
                  <a:pt x="1043312" y="943438"/>
                  <a:pt x="1019385" y="945572"/>
                  <a:pt x="977018" y="949839"/>
                </a:cubicBezTo>
                <a:cubicBezTo>
                  <a:pt x="934650" y="954106"/>
                  <a:pt x="884816" y="956240"/>
                  <a:pt x="827513" y="956240"/>
                </a:cubicBezTo>
                <a:cubicBezTo>
                  <a:pt x="796424" y="956240"/>
                  <a:pt x="767925" y="955325"/>
                  <a:pt x="742017" y="953497"/>
                </a:cubicBezTo>
                <a:cubicBezTo>
                  <a:pt x="716109" y="951668"/>
                  <a:pt x="697973" y="946639"/>
                  <a:pt x="687610" y="938409"/>
                </a:cubicBezTo>
                <a:cubicBezTo>
                  <a:pt x="677247" y="930179"/>
                  <a:pt x="670084" y="913568"/>
                  <a:pt x="666122" y="888574"/>
                </a:cubicBezTo>
                <a:cubicBezTo>
                  <a:pt x="662159" y="863581"/>
                  <a:pt x="660178" y="827919"/>
                  <a:pt x="660178" y="781589"/>
                </a:cubicBezTo>
                <a:cubicBezTo>
                  <a:pt x="660178" y="735260"/>
                  <a:pt x="660330" y="701579"/>
                  <a:pt x="660635" y="680548"/>
                </a:cubicBezTo>
                <a:cubicBezTo>
                  <a:pt x="660940" y="659517"/>
                  <a:pt x="662007" y="647935"/>
                  <a:pt x="663836" y="645801"/>
                </a:cubicBezTo>
                <a:cubicBezTo>
                  <a:pt x="665664" y="643667"/>
                  <a:pt x="669322" y="642601"/>
                  <a:pt x="674808" y="642601"/>
                </a:cubicBezTo>
                <a:lnTo>
                  <a:pt x="847630" y="642601"/>
                </a:lnTo>
                <a:cubicBezTo>
                  <a:pt x="853726" y="642601"/>
                  <a:pt x="857993" y="643363"/>
                  <a:pt x="860432" y="644887"/>
                </a:cubicBezTo>
                <a:cubicBezTo>
                  <a:pt x="862870" y="646411"/>
                  <a:pt x="864089" y="649916"/>
                  <a:pt x="864089" y="655402"/>
                </a:cubicBezTo>
                <a:cubicBezTo>
                  <a:pt x="864089" y="678567"/>
                  <a:pt x="861651" y="694721"/>
                  <a:pt x="856774" y="703865"/>
                </a:cubicBezTo>
                <a:cubicBezTo>
                  <a:pt x="851897" y="713009"/>
                  <a:pt x="842144" y="717582"/>
                  <a:pt x="827513" y="717582"/>
                </a:cubicBezTo>
                <a:cubicBezTo>
                  <a:pt x="812883" y="717582"/>
                  <a:pt x="801605" y="718343"/>
                  <a:pt x="793680" y="719867"/>
                </a:cubicBezTo>
                <a:cubicBezTo>
                  <a:pt x="785756" y="721391"/>
                  <a:pt x="777983" y="725354"/>
                  <a:pt x="770363" y="731755"/>
                </a:cubicBezTo>
                <a:cubicBezTo>
                  <a:pt x="762743" y="738155"/>
                  <a:pt x="756952" y="746995"/>
                  <a:pt x="752990" y="758272"/>
                </a:cubicBezTo>
                <a:cubicBezTo>
                  <a:pt x="749027" y="769550"/>
                  <a:pt x="747046" y="783266"/>
                  <a:pt x="747046" y="799420"/>
                </a:cubicBezTo>
                <a:cubicBezTo>
                  <a:pt x="747046" y="815575"/>
                  <a:pt x="751313" y="829748"/>
                  <a:pt x="759848" y="841940"/>
                </a:cubicBezTo>
                <a:cubicBezTo>
                  <a:pt x="768382" y="854132"/>
                  <a:pt x="780269" y="862971"/>
                  <a:pt x="795509" y="868457"/>
                </a:cubicBezTo>
                <a:cubicBezTo>
                  <a:pt x="810749" y="873944"/>
                  <a:pt x="836505" y="876687"/>
                  <a:pt x="872776" y="876687"/>
                </a:cubicBezTo>
                <a:cubicBezTo>
                  <a:pt x="909047" y="876687"/>
                  <a:pt x="939832" y="874553"/>
                  <a:pt x="965130" y="870286"/>
                </a:cubicBezTo>
                <a:cubicBezTo>
                  <a:pt x="990429" y="866019"/>
                  <a:pt x="1008869" y="856723"/>
                  <a:pt x="1020452" y="842397"/>
                </a:cubicBezTo>
                <a:cubicBezTo>
                  <a:pt x="1032034" y="828071"/>
                  <a:pt x="1039197" y="809936"/>
                  <a:pt x="1041940" y="787990"/>
                </a:cubicBezTo>
                <a:cubicBezTo>
                  <a:pt x="1044683" y="766045"/>
                  <a:pt x="1046055" y="723982"/>
                  <a:pt x="1046055" y="661803"/>
                </a:cubicBezTo>
                <a:cubicBezTo>
                  <a:pt x="1046055" y="653269"/>
                  <a:pt x="1046969" y="647935"/>
                  <a:pt x="1048798" y="645801"/>
                </a:cubicBezTo>
                <a:cubicBezTo>
                  <a:pt x="1050627" y="643667"/>
                  <a:pt x="1054894" y="642601"/>
                  <a:pt x="1061600" y="642601"/>
                </a:cubicBezTo>
                <a:lnTo>
                  <a:pt x="1106405" y="642601"/>
                </a:lnTo>
                <a:cubicBezTo>
                  <a:pt x="1132008" y="642601"/>
                  <a:pt x="1150144" y="636657"/>
                  <a:pt x="1160812" y="624770"/>
                </a:cubicBezTo>
                <a:cubicBezTo>
                  <a:pt x="1171480" y="612883"/>
                  <a:pt x="1176814" y="592156"/>
                  <a:pt x="1176814" y="562591"/>
                </a:cubicBezTo>
                <a:cubicBezTo>
                  <a:pt x="1176814" y="533025"/>
                  <a:pt x="1171480" y="511994"/>
                  <a:pt x="1160812" y="499497"/>
                </a:cubicBezTo>
                <a:cubicBezTo>
                  <a:pt x="1150144" y="487000"/>
                  <a:pt x="1132008" y="480752"/>
                  <a:pt x="1106405" y="480752"/>
                </a:cubicBezTo>
                <a:lnTo>
                  <a:pt x="1061600" y="480752"/>
                </a:lnTo>
                <a:cubicBezTo>
                  <a:pt x="1053065" y="480752"/>
                  <a:pt x="1048493" y="478313"/>
                  <a:pt x="1047884" y="473437"/>
                </a:cubicBezTo>
                <a:cubicBezTo>
                  <a:pt x="1047274" y="468560"/>
                  <a:pt x="1046664" y="450577"/>
                  <a:pt x="1046055" y="419487"/>
                </a:cubicBezTo>
                <a:cubicBezTo>
                  <a:pt x="1045445" y="388397"/>
                  <a:pt x="1043159" y="365385"/>
                  <a:pt x="1039197" y="350450"/>
                </a:cubicBezTo>
                <a:cubicBezTo>
                  <a:pt x="1035234" y="335515"/>
                  <a:pt x="1026852" y="324694"/>
                  <a:pt x="1014051" y="317989"/>
                </a:cubicBezTo>
                <a:cubicBezTo>
                  <a:pt x="1001249" y="311283"/>
                  <a:pt x="981742" y="307930"/>
                  <a:pt x="955529" y="307930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50" name="フリーフォーム: 図形 49">
            <a:extLst>
              <a:ext uri="{FF2B5EF4-FFF2-40B4-BE49-F238E27FC236}">
                <a16:creationId xmlns:a16="http://schemas.microsoft.com/office/drawing/2014/main" id="{2E5BD15C-7A8E-D3CC-8F78-26157395FD1D}"/>
              </a:ext>
            </a:extLst>
          </p:cNvPr>
          <p:cNvSpPr/>
          <p:nvPr/>
        </p:nvSpPr>
        <p:spPr>
          <a:xfrm>
            <a:off x="5350668" y="7135100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6802582" h="6802582">
                <a:moveTo>
                  <a:pt x="2222907" y="3845000"/>
                </a:moveTo>
                <a:cubicBezTo>
                  <a:pt x="2106777" y="3845000"/>
                  <a:pt x="1984749" y="3892784"/>
                  <a:pt x="1856823" y="3988353"/>
                </a:cubicBezTo>
                <a:cubicBezTo>
                  <a:pt x="1728897" y="4083921"/>
                  <a:pt x="1664934" y="4195156"/>
                  <a:pt x="1664934" y="4322058"/>
                </a:cubicBezTo>
                <a:cubicBezTo>
                  <a:pt x="1664934" y="4448958"/>
                  <a:pt x="1719447" y="4587086"/>
                  <a:pt x="1828473" y="4736439"/>
                </a:cubicBezTo>
                <a:cubicBezTo>
                  <a:pt x="1937499" y="4885792"/>
                  <a:pt x="2076879" y="5007695"/>
                  <a:pt x="2246612" y="5102148"/>
                </a:cubicBezTo>
                <a:cubicBezTo>
                  <a:pt x="2416345" y="5196600"/>
                  <a:pt x="2587922" y="5259004"/>
                  <a:pt x="2761343" y="5289357"/>
                </a:cubicBezTo>
                <a:cubicBezTo>
                  <a:pt x="2934765" y="5319710"/>
                  <a:pt x="3265806" y="5334887"/>
                  <a:pt x="3754465" y="5334887"/>
                </a:cubicBezTo>
                <a:cubicBezTo>
                  <a:pt x="4399240" y="5334887"/>
                  <a:pt x="4787173" y="5300549"/>
                  <a:pt x="4918264" y="5231872"/>
                </a:cubicBezTo>
                <a:cubicBezTo>
                  <a:pt x="5049355" y="5163196"/>
                  <a:pt x="5114900" y="5037137"/>
                  <a:pt x="5114900" y="4853696"/>
                </a:cubicBezTo>
                <a:cubicBezTo>
                  <a:pt x="5114900" y="4495786"/>
                  <a:pt x="4964090" y="4316831"/>
                  <a:pt x="4662469" y="4316831"/>
                </a:cubicBezTo>
                <a:lnTo>
                  <a:pt x="4037755" y="4373189"/>
                </a:lnTo>
                <a:cubicBezTo>
                  <a:pt x="3805312" y="4392772"/>
                  <a:pt x="3617954" y="4402563"/>
                  <a:pt x="3475683" y="4402563"/>
                </a:cubicBezTo>
                <a:cubicBezTo>
                  <a:pt x="3246291" y="4402563"/>
                  <a:pt x="3070558" y="4376798"/>
                  <a:pt x="2948484" y="4325268"/>
                </a:cubicBezTo>
                <a:cubicBezTo>
                  <a:pt x="2826411" y="4273738"/>
                  <a:pt x="2689548" y="4163858"/>
                  <a:pt x="2537895" y="3995628"/>
                </a:cubicBezTo>
                <a:cubicBezTo>
                  <a:pt x="2444034" y="3895209"/>
                  <a:pt x="2339038" y="3845000"/>
                  <a:pt x="2222907" y="3845000"/>
                </a:cubicBezTo>
                <a:close/>
                <a:moveTo>
                  <a:pt x="4865288" y="2266717"/>
                </a:moveTo>
                <a:cubicBezTo>
                  <a:pt x="4701749" y="2266717"/>
                  <a:pt x="4619979" y="2329860"/>
                  <a:pt x="4619979" y="2456146"/>
                </a:cubicBezTo>
                <a:cubicBezTo>
                  <a:pt x="4619979" y="2677979"/>
                  <a:pt x="4621607" y="2818110"/>
                  <a:pt x="4624863" y="2876539"/>
                </a:cubicBezTo>
                <a:cubicBezTo>
                  <a:pt x="4628120" y="2934969"/>
                  <a:pt x="4652963" y="2981159"/>
                  <a:pt x="4699392" y="3015111"/>
                </a:cubicBezTo>
                <a:cubicBezTo>
                  <a:pt x="4745822" y="3049061"/>
                  <a:pt x="4800426" y="3066037"/>
                  <a:pt x="4863204" y="3066037"/>
                </a:cubicBezTo>
                <a:cubicBezTo>
                  <a:pt x="4925983" y="3066037"/>
                  <a:pt x="4977605" y="3055494"/>
                  <a:pt x="5018068" y="3034408"/>
                </a:cubicBezTo>
                <a:cubicBezTo>
                  <a:pt x="5058531" y="3013323"/>
                  <a:pt x="5086209" y="2986009"/>
                  <a:pt x="5101101" y="2952468"/>
                </a:cubicBezTo>
                <a:cubicBezTo>
                  <a:pt x="5115993" y="2918927"/>
                  <a:pt x="5123439" y="2859279"/>
                  <a:pt x="5123439" y="2773524"/>
                </a:cubicBezTo>
                <a:cubicBezTo>
                  <a:pt x="5123439" y="2602243"/>
                  <a:pt x="5120901" y="2487775"/>
                  <a:pt x="5115823" y="2430119"/>
                </a:cubicBezTo>
                <a:cubicBezTo>
                  <a:pt x="5110745" y="2372464"/>
                  <a:pt x="5086221" y="2330816"/>
                  <a:pt x="5042250" y="2305177"/>
                </a:cubicBezTo>
                <a:cubicBezTo>
                  <a:pt x="4998280" y="2279537"/>
                  <a:pt x="4939293" y="2266717"/>
                  <a:pt x="4865288" y="2266717"/>
                </a:cubicBezTo>
                <a:close/>
                <a:moveTo>
                  <a:pt x="4332522" y="2249571"/>
                </a:moveTo>
                <a:cubicBezTo>
                  <a:pt x="4178228" y="2249571"/>
                  <a:pt x="4101081" y="2312714"/>
                  <a:pt x="4101081" y="2439000"/>
                </a:cubicBezTo>
                <a:cubicBezTo>
                  <a:pt x="4101081" y="2683649"/>
                  <a:pt x="4102697" y="2834493"/>
                  <a:pt x="4105931" y="2891533"/>
                </a:cubicBezTo>
                <a:cubicBezTo>
                  <a:pt x="4109164" y="2948574"/>
                  <a:pt x="4133995" y="2994059"/>
                  <a:pt x="4180425" y="3027987"/>
                </a:cubicBezTo>
                <a:cubicBezTo>
                  <a:pt x="4226855" y="3061916"/>
                  <a:pt x="4282233" y="3078879"/>
                  <a:pt x="4346560" y="3078879"/>
                </a:cubicBezTo>
                <a:cubicBezTo>
                  <a:pt x="4410887" y="3078879"/>
                  <a:pt x="4462804" y="3069009"/>
                  <a:pt x="4502312" y="3049266"/>
                </a:cubicBezTo>
                <a:cubicBezTo>
                  <a:pt x="4541819" y="3029524"/>
                  <a:pt x="4568016" y="3002188"/>
                  <a:pt x="4580905" y="2967258"/>
                </a:cubicBezTo>
                <a:cubicBezTo>
                  <a:pt x="4593793" y="2932327"/>
                  <a:pt x="4600237" y="2870619"/>
                  <a:pt x="4600237" y="2782132"/>
                </a:cubicBezTo>
                <a:cubicBezTo>
                  <a:pt x="4600237" y="2572049"/>
                  <a:pt x="4594191" y="2430769"/>
                  <a:pt x="4582100" y="2358289"/>
                </a:cubicBezTo>
                <a:cubicBezTo>
                  <a:pt x="4570009" y="2285810"/>
                  <a:pt x="4486816" y="2249571"/>
                  <a:pt x="4332522" y="2249571"/>
                </a:cubicBezTo>
                <a:close/>
                <a:moveTo>
                  <a:pt x="2394917" y="1601903"/>
                </a:moveTo>
                <a:cubicBezTo>
                  <a:pt x="2234748" y="1601903"/>
                  <a:pt x="2115213" y="1648458"/>
                  <a:pt x="2036313" y="1741568"/>
                </a:cubicBezTo>
                <a:cubicBezTo>
                  <a:pt x="1957412" y="1834677"/>
                  <a:pt x="1917962" y="1955646"/>
                  <a:pt x="1917962" y="2104476"/>
                </a:cubicBezTo>
                <a:cubicBezTo>
                  <a:pt x="1917962" y="2204895"/>
                  <a:pt x="1940300" y="2291002"/>
                  <a:pt x="1984976" y="2362798"/>
                </a:cubicBezTo>
                <a:cubicBezTo>
                  <a:pt x="2029652" y="2434594"/>
                  <a:pt x="2095198" y="2487468"/>
                  <a:pt x="2181613" y="2521419"/>
                </a:cubicBezTo>
                <a:cubicBezTo>
                  <a:pt x="2268028" y="2555370"/>
                  <a:pt x="2466030" y="2584573"/>
                  <a:pt x="2775621" y="2609029"/>
                </a:cubicBezTo>
                <a:cubicBezTo>
                  <a:pt x="3085211" y="2633485"/>
                  <a:pt x="3405777" y="2645713"/>
                  <a:pt x="3737318" y="2645713"/>
                </a:cubicBezTo>
                <a:cubicBezTo>
                  <a:pt x="3797387" y="2645713"/>
                  <a:pt x="3855783" y="2644961"/>
                  <a:pt x="3912505" y="2643458"/>
                </a:cubicBezTo>
                <a:cubicBezTo>
                  <a:pt x="3969227" y="2641955"/>
                  <a:pt x="4005819" y="2638506"/>
                  <a:pt x="4022282" y="2633109"/>
                </a:cubicBezTo>
                <a:cubicBezTo>
                  <a:pt x="4038746" y="2627712"/>
                  <a:pt x="4046863" y="2611329"/>
                  <a:pt x="4046636" y="2583958"/>
                </a:cubicBezTo>
                <a:lnTo>
                  <a:pt x="4042674" y="2507175"/>
                </a:lnTo>
                <a:cubicBezTo>
                  <a:pt x="4042674" y="2296455"/>
                  <a:pt x="4161059" y="2191095"/>
                  <a:pt x="4397828" y="2191095"/>
                </a:cubicBezTo>
                <a:cubicBezTo>
                  <a:pt x="4477844" y="2191095"/>
                  <a:pt x="4538915" y="2209904"/>
                  <a:pt x="4581041" y="2247521"/>
                </a:cubicBezTo>
                <a:cubicBezTo>
                  <a:pt x="4607182" y="2267104"/>
                  <a:pt x="4636670" y="2272023"/>
                  <a:pt x="4669505" y="2262276"/>
                </a:cubicBezTo>
                <a:cubicBezTo>
                  <a:pt x="4702569" y="2236819"/>
                  <a:pt x="4740846" y="2221677"/>
                  <a:pt x="4784338" y="2216849"/>
                </a:cubicBezTo>
                <a:cubicBezTo>
                  <a:pt x="4824551" y="2208743"/>
                  <a:pt x="4844658" y="2179870"/>
                  <a:pt x="4844658" y="2130229"/>
                </a:cubicBezTo>
                <a:cubicBezTo>
                  <a:pt x="4844658" y="1998615"/>
                  <a:pt x="4806380" y="1890533"/>
                  <a:pt x="4729825" y="1805986"/>
                </a:cubicBezTo>
                <a:cubicBezTo>
                  <a:pt x="4653270" y="1721438"/>
                  <a:pt x="4548593" y="1679164"/>
                  <a:pt x="4415794" y="1679164"/>
                </a:cubicBezTo>
                <a:lnTo>
                  <a:pt x="3925518" y="1687703"/>
                </a:lnTo>
                <a:cubicBezTo>
                  <a:pt x="3315446" y="1687703"/>
                  <a:pt x="2858529" y="1664250"/>
                  <a:pt x="2554768" y="1617342"/>
                </a:cubicBezTo>
                <a:cubicBezTo>
                  <a:pt x="2496611" y="1607050"/>
                  <a:pt x="2443328" y="1601903"/>
                  <a:pt x="2394917" y="1601903"/>
                </a:cubicBezTo>
                <a:close/>
                <a:moveTo>
                  <a:pt x="3401291" y="0"/>
                </a:moveTo>
                <a:cubicBezTo>
                  <a:pt x="5279772" y="0"/>
                  <a:pt x="6802582" y="1522810"/>
                  <a:pt x="6802582" y="3401291"/>
                </a:cubicBezTo>
                <a:cubicBezTo>
                  <a:pt x="6802582" y="5279772"/>
                  <a:pt x="5279772" y="6802582"/>
                  <a:pt x="3401291" y="6802582"/>
                </a:cubicBezTo>
                <a:cubicBezTo>
                  <a:pt x="1522810" y="6802582"/>
                  <a:pt x="0" y="5279772"/>
                  <a:pt x="0" y="3401291"/>
                </a:cubicBezTo>
                <a:cubicBezTo>
                  <a:pt x="0" y="1522810"/>
                  <a:pt x="1522810" y="0"/>
                  <a:pt x="3401291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1285500501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>
        <p159:morph option="byWord"/>
      </p:transition>
    </mc:Choice>
    <mc:Fallback xmlns="">
      <p:transition spd="slow">
        <p:fade/>
      </p:transition>
    </mc:Fallback>
  </mc:AlternateContent>
</p:sld>
</file>

<file path=ppt/slides/slide5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1FEBF7DD-C20B-C6C4-A7CD-6852D313D975}"/>
              </a:ext>
            </a:extLst>
          </p:cNvPr>
          <p:cNvSpPr/>
          <p:nvPr/>
        </p:nvSpPr>
        <p:spPr>
          <a:xfrm>
            <a:off x="8748933" y="4174332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752075" y="903205"/>
                </a:moveTo>
                <a:cubicBezTo>
                  <a:pt x="737140" y="903205"/>
                  <a:pt x="717328" y="912654"/>
                  <a:pt x="692639" y="931551"/>
                </a:cubicBezTo>
                <a:cubicBezTo>
                  <a:pt x="667950" y="950449"/>
                  <a:pt x="655606" y="974833"/>
                  <a:pt x="655606" y="1004703"/>
                </a:cubicBezTo>
                <a:cubicBezTo>
                  <a:pt x="655606" y="1022382"/>
                  <a:pt x="660178" y="1039146"/>
                  <a:pt x="669322" y="1054995"/>
                </a:cubicBezTo>
                <a:cubicBezTo>
                  <a:pt x="678466" y="1070845"/>
                  <a:pt x="695687" y="1086999"/>
                  <a:pt x="720986" y="1103458"/>
                </a:cubicBezTo>
                <a:cubicBezTo>
                  <a:pt x="746284" y="1119918"/>
                  <a:pt x="772040" y="1130890"/>
                  <a:pt x="798252" y="1136377"/>
                </a:cubicBezTo>
                <a:cubicBezTo>
                  <a:pt x="824465" y="1141863"/>
                  <a:pt x="866832" y="1144606"/>
                  <a:pt x="925354" y="1144606"/>
                </a:cubicBezTo>
                <a:cubicBezTo>
                  <a:pt x="983876" y="1144606"/>
                  <a:pt x="1033253" y="1142930"/>
                  <a:pt x="1073487" y="1139577"/>
                </a:cubicBezTo>
                <a:cubicBezTo>
                  <a:pt x="1113720" y="1136224"/>
                  <a:pt x="1142524" y="1127233"/>
                  <a:pt x="1159898" y="1112602"/>
                </a:cubicBezTo>
                <a:cubicBezTo>
                  <a:pt x="1177271" y="1097972"/>
                  <a:pt x="1185958" y="1077398"/>
                  <a:pt x="1185958" y="1050880"/>
                </a:cubicBezTo>
                <a:cubicBezTo>
                  <a:pt x="1185958" y="1024363"/>
                  <a:pt x="1179710" y="1001198"/>
                  <a:pt x="1167213" y="981386"/>
                </a:cubicBezTo>
                <a:cubicBezTo>
                  <a:pt x="1154716" y="961574"/>
                  <a:pt x="1133228" y="951668"/>
                  <a:pt x="1102748" y="951668"/>
                </a:cubicBezTo>
                <a:cubicBezTo>
                  <a:pt x="1094823" y="951668"/>
                  <a:pt x="1071963" y="954259"/>
                  <a:pt x="1034168" y="959440"/>
                </a:cubicBezTo>
                <a:cubicBezTo>
                  <a:pt x="996372" y="964622"/>
                  <a:pt x="952176" y="967213"/>
                  <a:pt x="901580" y="967213"/>
                </a:cubicBezTo>
                <a:cubicBezTo>
                  <a:pt x="884511" y="967213"/>
                  <a:pt x="869271" y="964165"/>
                  <a:pt x="855860" y="958069"/>
                </a:cubicBezTo>
                <a:cubicBezTo>
                  <a:pt x="842448" y="951973"/>
                  <a:pt x="825532" y="941305"/>
                  <a:pt x="805110" y="926065"/>
                </a:cubicBezTo>
                <a:cubicBezTo>
                  <a:pt x="784689" y="910825"/>
                  <a:pt x="767010" y="903205"/>
                  <a:pt x="752075" y="903205"/>
                </a:cubicBezTo>
                <a:close/>
                <a:moveTo>
                  <a:pt x="835743" y="563962"/>
                </a:moveTo>
                <a:cubicBezTo>
                  <a:pt x="800996" y="563962"/>
                  <a:pt x="778593" y="569296"/>
                  <a:pt x="768534" y="579964"/>
                </a:cubicBezTo>
                <a:cubicBezTo>
                  <a:pt x="758476" y="590632"/>
                  <a:pt x="753447" y="613645"/>
                  <a:pt x="753447" y="649002"/>
                </a:cubicBezTo>
                <a:cubicBezTo>
                  <a:pt x="753447" y="684358"/>
                  <a:pt x="758476" y="707371"/>
                  <a:pt x="768534" y="718039"/>
                </a:cubicBezTo>
                <a:cubicBezTo>
                  <a:pt x="778593" y="728707"/>
                  <a:pt x="800996" y="734041"/>
                  <a:pt x="835743" y="734041"/>
                </a:cubicBezTo>
                <a:lnTo>
                  <a:pt x="1080802" y="734041"/>
                </a:lnTo>
                <a:cubicBezTo>
                  <a:pt x="1115549" y="734041"/>
                  <a:pt x="1137952" y="728707"/>
                  <a:pt x="1148010" y="718039"/>
                </a:cubicBezTo>
                <a:cubicBezTo>
                  <a:pt x="1158069" y="707371"/>
                  <a:pt x="1163098" y="684358"/>
                  <a:pt x="1163098" y="649002"/>
                </a:cubicBezTo>
                <a:cubicBezTo>
                  <a:pt x="1163098" y="613645"/>
                  <a:pt x="1158069" y="590632"/>
                  <a:pt x="1148010" y="579964"/>
                </a:cubicBezTo>
                <a:cubicBezTo>
                  <a:pt x="1137952" y="569296"/>
                  <a:pt x="1115549" y="563962"/>
                  <a:pt x="1080802" y="563962"/>
                </a:cubicBezTo>
                <a:close/>
                <a:moveTo>
                  <a:pt x="611715" y="289642"/>
                </a:moveTo>
                <a:cubicBezTo>
                  <a:pt x="581844" y="289642"/>
                  <a:pt x="559746" y="297110"/>
                  <a:pt x="545421" y="312045"/>
                </a:cubicBezTo>
                <a:cubicBezTo>
                  <a:pt x="531095" y="326980"/>
                  <a:pt x="520275" y="354260"/>
                  <a:pt x="512960" y="393884"/>
                </a:cubicBezTo>
                <a:cubicBezTo>
                  <a:pt x="510521" y="408514"/>
                  <a:pt x="507473" y="418420"/>
                  <a:pt x="503816" y="423602"/>
                </a:cubicBezTo>
                <a:cubicBezTo>
                  <a:pt x="500158" y="428784"/>
                  <a:pt x="493757" y="431374"/>
                  <a:pt x="484613" y="431374"/>
                </a:cubicBezTo>
                <a:lnTo>
                  <a:pt x="427006" y="431374"/>
                </a:lnTo>
                <a:cubicBezTo>
                  <a:pt x="391649" y="431374"/>
                  <a:pt x="369094" y="436708"/>
                  <a:pt x="359340" y="447376"/>
                </a:cubicBezTo>
                <a:cubicBezTo>
                  <a:pt x="349587" y="458044"/>
                  <a:pt x="344710" y="480752"/>
                  <a:pt x="344710" y="515499"/>
                </a:cubicBezTo>
                <a:cubicBezTo>
                  <a:pt x="344710" y="550246"/>
                  <a:pt x="349587" y="572954"/>
                  <a:pt x="359340" y="583622"/>
                </a:cubicBezTo>
                <a:cubicBezTo>
                  <a:pt x="369094" y="594290"/>
                  <a:pt x="391649" y="599624"/>
                  <a:pt x="427006" y="599624"/>
                </a:cubicBezTo>
                <a:lnTo>
                  <a:pt x="450780" y="599624"/>
                </a:lnTo>
                <a:cubicBezTo>
                  <a:pt x="458096" y="599624"/>
                  <a:pt x="461753" y="602977"/>
                  <a:pt x="461753" y="609682"/>
                </a:cubicBezTo>
                <a:cubicBezTo>
                  <a:pt x="461753" y="616388"/>
                  <a:pt x="451695" y="655098"/>
                  <a:pt x="431578" y="725811"/>
                </a:cubicBezTo>
                <a:cubicBezTo>
                  <a:pt x="411461" y="796525"/>
                  <a:pt x="390125" y="862362"/>
                  <a:pt x="367570" y="923322"/>
                </a:cubicBezTo>
                <a:cubicBezTo>
                  <a:pt x="355378" y="956240"/>
                  <a:pt x="349282" y="981843"/>
                  <a:pt x="349282" y="1000131"/>
                </a:cubicBezTo>
                <a:cubicBezTo>
                  <a:pt x="349282" y="1028173"/>
                  <a:pt x="362998" y="1048899"/>
                  <a:pt x="390430" y="1062310"/>
                </a:cubicBezTo>
                <a:cubicBezTo>
                  <a:pt x="417862" y="1075722"/>
                  <a:pt x="441636" y="1082427"/>
                  <a:pt x="461753" y="1082427"/>
                </a:cubicBezTo>
                <a:cubicBezTo>
                  <a:pt x="481870" y="1082427"/>
                  <a:pt x="498786" y="1078008"/>
                  <a:pt x="512502" y="1069168"/>
                </a:cubicBezTo>
                <a:cubicBezTo>
                  <a:pt x="526218" y="1060329"/>
                  <a:pt x="536429" y="1047985"/>
                  <a:pt x="543135" y="1032135"/>
                </a:cubicBezTo>
                <a:cubicBezTo>
                  <a:pt x="549840" y="1016286"/>
                  <a:pt x="566604" y="964165"/>
                  <a:pt x="593427" y="875773"/>
                </a:cubicBezTo>
                <a:cubicBezTo>
                  <a:pt x="620249" y="787381"/>
                  <a:pt x="644633" y="701122"/>
                  <a:pt x="666579" y="616998"/>
                </a:cubicBezTo>
                <a:cubicBezTo>
                  <a:pt x="668408" y="609682"/>
                  <a:pt x="670389" y="604958"/>
                  <a:pt x="672522" y="602824"/>
                </a:cubicBezTo>
                <a:cubicBezTo>
                  <a:pt x="674656" y="600691"/>
                  <a:pt x="678771" y="599624"/>
                  <a:pt x="684867" y="599624"/>
                </a:cubicBezTo>
                <a:lnTo>
                  <a:pt x="711384" y="599624"/>
                </a:lnTo>
                <a:cubicBezTo>
                  <a:pt x="716871" y="599624"/>
                  <a:pt x="719919" y="596881"/>
                  <a:pt x="720528" y="591394"/>
                </a:cubicBezTo>
                <a:cubicBezTo>
                  <a:pt x="726015" y="567010"/>
                  <a:pt x="736988" y="550246"/>
                  <a:pt x="753447" y="541102"/>
                </a:cubicBezTo>
                <a:cubicBezTo>
                  <a:pt x="769906" y="531958"/>
                  <a:pt x="795204" y="527386"/>
                  <a:pt x="829342" y="527386"/>
                </a:cubicBezTo>
                <a:lnTo>
                  <a:pt x="893350" y="527386"/>
                </a:lnTo>
                <a:cubicBezTo>
                  <a:pt x="898227" y="527386"/>
                  <a:pt x="901275" y="526624"/>
                  <a:pt x="902494" y="525100"/>
                </a:cubicBezTo>
                <a:cubicBezTo>
                  <a:pt x="903713" y="523576"/>
                  <a:pt x="904323" y="520376"/>
                  <a:pt x="904323" y="515499"/>
                </a:cubicBezTo>
                <a:cubicBezTo>
                  <a:pt x="904323" y="480752"/>
                  <a:pt x="899446" y="458044"/>
                  <a:pt x="889692" y="447376"/>
                </a:cubicBezTo>
                <a:cubicBezTo>
                  <a:pt x="879939" y="436708"/>
                  <a:pt x="857384" y="431374"/>
                  <a:pt x="822027" y="431374"/>
                </a:cubicBezTo>
                <a:lnTo>
                  <a:pt x="732416" y="431374"/>
                </a:lnTo>
                <a:cubicBezTo>
                  <a:pt x="725100" y="431374"/>
                  <a:pt x="720071" y="430460"/>
                  <a:pt x="717328" y="428631"/>
                </a:cubicBezTo>
                <a:cubicBezTo>
                  <a:pt x="714585" y="426802"/>
                  <a:pt x="713213" y="423754"/>
                  <a:pt x="713213" y="419487"/>
                </a:cubicBezTo>
                <a:cubicBezTo>
                  <a:pt x="713213" y="415220"/>
                  <a:pt x="714280" y="407143"/>
                  <a:pt x="716414" y="395256"/>
                </a:cubicBezTo>
                <a:cubicBezTo>
                  <a:pt x="718547" y="383368"/>
                  <a:pt x="719614" y="371634"/>
                  <a:pt x="719614" y="360051"/>
                </a:cubicBezTo>
                <a:cubicBezTo>
                  <a:pt x="719614" y="330790"/>
                  <a:pt x="709098" y="311740"/>
                  <a:pt x="688067" y="302901"/>
                </a:cubicBezTo>
                <a:cubicBezTo>
                  <a:pt x="667036" y="294062"/>
                  <a:pt x="641585" y="289642"/>
                  <a:pt x="611715" y="289642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5" name="フリーフォーム: 図形 104">
            <a:extLst>
              <a:ext uri="{FF2B5EF4-FFF2-40B4-BE49-F238E27FC236}">
                <a16:creationId xmlns:a16="http://schemas.microsoft.com/office/drawing/2014/main" id="{02A2F7A3-50A3-19BA-0C98-58CAFD550589}"/>
              </a:ext>
            </a:extLst>
          </p:cNvPr>
          <p:cNvSpPr/>
          <p:nvPr/>
        </p:nvSpPr>
        <p:spPr>
          <a:xfrm>
            <a:off x="7512269" y="4174332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65081" y="305187"/>
                </a:moveTo>
                <a:cubicBezTo>
                  <a:pt x="542525" y="305187"/>
                  <a:pt x="523933" y="308845"/>
                  <a:pt x="509302" y="316160"/>
                </a:cubicBezTo>
                <a:cubicBezTo>
                  <a:pt x="494672" y="323475"/>
                  <a:pt x="483394" y="334600"/>
                  <a:pt x="475469" y="349536"/>
                </a:cubicBezTo>
                <a:cubicBezTo>
                  <a:pt x="467545" y="364471"/>
                  <a:pt x="462668" y="382454"/>
                  <a:pt x="460839" y="403485"/>
                </a:cubicBezTo>
                <a:cubicBezTo>
                  <a:pt x="459010" y="424516"/>
                  <a:pt x="457029" y="475418"/>
                  <a:pt x="454895" y="556190"/>
                </a:cubicBezTo>
                <a:cubicBezTo>
                  <a:pt x="452762" y="636962"/>
                  <a:pt x="451695" y="698379"/>
                  <a:pt x="451695" y="740442"/>
                </a:cubicBezTo>
                <a:cubicBezTo>
                  <a:pt x="451695" y="782504"/>
                  <a:pt x="451847" y="816489"/>
                  <a:pt x="452152" y="842397"/>
                </a:cubicBezTo>
                <a:cubicBezTo>
                  <a:pt x="452457" y="868305"/>
                  <a:pt x="456877" y="896194"/>
                  <a:pt x="465411" y="926065"/>
                </a:cubicBezTo>
                <a:cubicBezTo>
                  <a:pt x="473945" y="955935"/>
                  <a:pt x="486595" y="983062"/>
                  <a:pt x="503359" y="1007446"/>
                </a:cubicBezTo>
                <a:cubicBezTo>
                  <a:pt x="520123" y="1031830"/>
                  <a:pt x="540849" y="1052557"/>
                  <a:pt x="565538" y="1069626"/>
                </a:cubicBezTo>
                <a:cubicBezTo>
                  <a:pt x="590227" y="1086694"/>
                  <a:pt x="618878" y="1099801"/>
                  <a:pt x="651491" y="1108945"/>
                </a:cubicBezTo>
                <a:cubicBezTo>
                  <a:pt x="684105" y="1118089"/>
                  <a:pt x="720529" y="1122661"/>
                  <a:pt x="760762" y="1122661"/>
                </a:cubicBezTo>
                <a:cubicBezTo>
                  <a:pt x="845497" y="1122661"/>
                  <a:pt x="913162" y="1109097"/>
                  <a:pt x="963759" y="1081970"/>
                </a:cubicBezTo>
                <a:cubicBezTo>
                  <a:pt x="1014356" y="1054843"/>
                  <a:pt x="1052913" y="1012780"/>
                  <a:pt x="1079431" y="955783"/>
                </a:cubicBezTo>
                <a:cubicBezTo>
                  <a:pt x="1105948" y="898785"/>
                  <a:pt x="1119207" y="854742"/>
                  <a:pt x="1119207" y="823652"/>
                </a:cubicBezTo>
                <a:cubicBezTo>
                  <a:pt x="1119207" y="793172"/>
                  <a:pt x="1107625" y="771074"/>
                  <a:pt x="1084460" y="757358"/>
                </a:cubicBezTo>
                <a:cubicBezTo>
                  <a:pt x="1061295" y="743642"/>
                  <a:pt x="1038740" y="736784"/>
                  <a:pt x="1016794" y="736784"/>
                </a:cubicBezTo>
                <a:cubicBezTo>
                  <a:pt x="994849" y="736784"/>
                  <a:pt x="976713" y="742270"/>
                  <a:pt x="962387" y="753243"/>
                </a:cubicBezTo>
                <a:cubicBezTo>
                  <a:pt x="948062" y="764216"/>
                  <a:pt x="938156" y="779761"/>
                  <a:pt x="932669" y="799878"/>
                </a:cubicBezTo>
                <a:cubicBezTo>
                  <a:pt x="919868" y="844988"/>
                  <a:pt x="902494" y="878821"/>
                  <a:pt x="880549" y="901376"/>
                </a:cubicBezTo>
                <a:cubicBezTo>
                  <a:pt x="858603" y="923931"/>
                  <a:pt x="827971" y="935209"/>
                  <a:pt x="788651" y="935209"/>
                </a:cubicBezTo>
                <a:cubicBezTo>
                  <a:pt x="749332" y="935209"/>
                  <a:pt x="720071" y="928503"/>
                  <a:pt x="700869" y="915092"/>
                </a:cubicBezTo>
                <a:cubicBezTo>
                  <a:pt x="681667" y="901681"/>
                  <a:pt x="668865" y="882021"/>
                  <a:pt x="662464" y="856113"/>
                </a:cubicBezTo>
                <a:cubicBezTo>
                  <a:pt x="656063" y="830205"/>
                  <a:pt x="652863" y="775494"/>
                  <a:pt x="652863" y="691978"/>
                </a:cubicBezTo>
                <a:cubicBezTo>
                  <a:pt x="652863" y="608463"/>
                  <a:pt x="657130" y="515804"/>
                  <a:pt x="665665" y="414001"/>
                </a:cubicBezTo>
                <a:cubicBezTo>
                  <a:pt x="668713" y="375596"/>
                  <a:pt x="662312" y="347859"/>
                  <a:pt x="646462" y="330790"/>
                </a:cubicBezTo>
                <a:cubicBezTo>
                  <a:pt x="630613" y="313721"/>
                  <a:pt x="603485" y="305187"/>
                  <a:pt x="565081" y="305187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4" name="フリーフォーム: 図形 103">
            <a:extLst>
              <a:ext uri="{FF2B5EF4-FFF2-40B4-BE49-F238E27FC236}">
                <a16:creationId xmlns:a16="http://schemas.microsoft.com/office/drawing/2014/main" id="{0649A674-66C3-E773-8476-D6B8A4C943D7}"/>
              </a:ext>
            </a:extLst>
          </p:cNvPr>
          <p:cNvSpPr/>
          <p:nvPr/>
        </p:nvSpPr>
        <p:spPr>
          <a:xfrm>
            <a:off x="6275605" y="4174332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47377" y="879430"/>
                </a:moveTo>
                <a:cubicBezTo>
                  <a:pt x="660788" y="879430"/>
                  <a:pt x="675723" y="882021"/>
                  <a:pt x="692182" y="887203"/>
                </a:cubicBezTo>
                <a:cubicBezTo>
                  <a:pt x="708641" y="892384"/>
                  <a:pt x="716871" y="906405"/>
                  <a:pt x="716871" y="929265"/>
                </a:cubicBezTo>
                <a:cubicBezTo>
                  <a:pt x="716871" y="952125"/>
                  <a:pt x="711842" y="968737"/>
                  <a:pt x="701783" y="979100"/>
                </a:cubicBezTo>
                <a:cubicBezTo>
                  <a:pt x="691725" y="989463"/>
                  <a:pt x="679076" y="994645"/>
                  <a:pt x="663836" y="994645"/>
                </a:cubicBezTo>
                <a:cubicBezTo>
                  <a:pt x="656521" y="994645"/>
                  <a:pt x="641738" y="991444"/>
                  <a:pt x="619487" y="985044"/>
                </a:cubicBezTo>
                <a:cubicBezTo>
                  <a:pt x="597237" y="978643"/>
                  <a:pt x="586112" y="964774"/>
                  <a:pt x="586112" y="943438"/>
                </a:cubicBezTo>
                <a:cubicBezTo>
                  <a:pt x="586112" y="916006"/>
                  <a:pt x="592970" y="898480"/>
                  <a:pt x="606686" y="890860"/>
                </a:cubicBezTo>
                <a:cubicBezTo>
                  <a:pt x="620402" y="883240"/>
                  <a:pt x="633965" y="879430"/>
                  <a:pt x="647377" y="879430"/>
                </a:cubicBezTo>
                <a:close/>
                <a:moveTo>
                  <a:pt x="811969" y="289642"/>
                </a:moveTo>
                <a:cubicBezTo>
                  <a:pt x="779050" y="289642"/>
                  <a:pt x="754514" y="294519"/>
                  <a:pt x="738359" y="304273"/>
                </a:cubicBezTo>
                <a:cubicBezTo>
                  <a:pt x="722205" y="314026"/>
                  <a:pt x="714128" y="330790"/>
                  <a:pt x="714128" y="354565"/>
                </a:cubicBezTo>
                <a:cubicBezTo>
                  <a:pt x="714128" y="365538"/>
                  <a:pt x="712909" y="372396"/>
                  <a:pt x="710470" y="375139"/>
                </a:cubicBezTo>
                <a:cubicBezTo>
                  <a:pt x="708032" y="377882"/>
                  <a:pt x="701936" y="379254"/>
                  <a:pt x="692182" y="379254"/>
                </a:cubicBezTo>
                <a:lnTo>
                  <a:pt x="439808" y="379254"/>
                </a:lnTo>
                <a:cubicBezTo>
                  <a:pt x="392869" y="379254"/>
                  <a:pt x="369399" y="404247"/>
                  <a:pt x="369399" y="454234"/>
                </a:cubicBezTo>
                <a:cubicBezTo>
                  <a:pt x="369399" y="479838"/>
                  <a:pt x="374581" y="498583"/>
                  <a:pt x="384944" y="510470"/>
                </a:cubicBezTo>
                <a:cubicBezTo>
                  <a:pt x="395307" y="522357"/>
                  <a:pt x="413595" y="528301"/>
                  <a:pt x="439808" y="528301"/>
                </a:cubicBezTo>
                <a:lnTo>
                  <a:pt x="696754" y="528301"/>
                </a:lnTo>
                <a:cubicBezTo>
                  <a:pt x="704679" y="528301"/>
                  <a:pt x="710013" y="529672"/>
                  <a:pt x="712756" y="532416"/>
                </a:cubicBezTo>
                <a:cubicBezTo>
                  <a:pt x="715499" y="535159"/>
                  <a:pt x="716871" y="541255"/>
                  <a:pt x="716871" y="550704"/>
                </a:cubicBezTo>
                <a:cubicBezTo>
                  <a:pt x="716871" y="560152"/>
                  <a:pt x="715499" y="565944"/>
                  <a:pt x="712756" y="568077"/>
                </a:cubicBezTo>
                <a:cubicBezTo>
                  <a:pt x="710013" y="570211"/>
                  <a:pt x="704069" y="571278"/>
                  <a:pt x="694925" y="571278"/>
                </a:cubicBezTo>
                <a:lnTo>
                  <a:pt x="467240" y="571278"/>
                </a:lnTo>
                <a:cubicBezTo>
                  <a:pt x="420301" y="571278"/>
                  <a:pt x="396831" y="597490"/>
                  <a:pt x="396831" y="649916"/>
                </a:cubicBezTo>
                <a:cubicBezTo>
                  <a:pt x="396831" y="676738"/>
                  <a:pt x="402013" y="696246"/>
                  <a:pt x="412376" y="708438"/>
                </a:cubicBezTo>
                <a:cubicBezTo>
                  <a:pt x="422739" y="720630"/>
                  <a:pt x="441027" y="726726"/>
                  <a:pt x="467240" y="726726"/>
                </a:cubicBezTo>
                <a:lnTo>
                  <a:pt x="504730" y="726726"/>
                </a:lnTo>
                <a:cubicBezTo>
                  <a:pt x="512655" y="726726"/>
                  <a:pt x="520580" y="725506"/>
                  <a:pt x="528505" y="723068"/>
                </a:cubicBezTo>
                <a:cubicBezTo>
                  <a:pt x="574834" y="709047"/>
                  <a:pt x="633965" y="702037"/>
                  <a:pt x="705898" y="702037"/>
                </a:cubicBezTo>
                <a:cubicBezTo>
                  <a:pt x="710775" y="702037"/>
                  <a:pt x="714128" y="703104"/>
                  <a:pt x="715957" y="705237"/>
                </a:cubicBezTo>
                <a:cubicBezTo>
                  <a:pt x="717785" y="707371"/>
                  <a:pt x="718700" y="712400"/>
                  <a:pt x="718700" y="720325"/>
                </a:cubicBezTo>
                <a:cubicBezTo>
                  <a:pt x="718700" y="728250"/>
                  <a:pt x="717328" y="733279"/>
                  <a:pt x="714585" y="735412"/>
                </a:cubicBezTo>
                <a:cubicBezTo>
                  <a:pt x="711842" y="737546"/>
                  <a:pt x="707117" y="738613"/>
                  <a:pt x="700412" y="738613"/>
                </a:cubicBezTo>
                <a:cubicBezTo>
                  <a:pt x="596780" y="740442"/>
                  <a:pt x="519970" y="757358"/>
                  <a:pt x="469983" y="789362"/>
                </a:cubicBezTo>
                <a:cubicBezTo>
                  <a:pt x="419996" y="821366"/>
                  <a:pt x="395002" y="869982"/>
                  <a:pt x="395002" y="935209"/>
                </a:cubicBezTo>
                <a:cubicBezTo>
                  <a:pt x="395002" y="957764"/>
                  <a:pt x="398355" y="985196"/>
                  <a:pt x="405061" y="1017505"/>
                </a:cubicBezTo>
                <a:cubicBezTo>
                  <a:pt x="411766" y="1049814"/>
                  <a:pt x="430816" y="1075874"/>
                  <a:pt x="462211" y="1095686"/>
                </a:cubicBezTo>
                <a:cubicBezTo>
                  <a:pt x="493605" y="1115498"/>
                  <a:pt x="526828" y="1128757"/>
                  <a:pt x="561880" y="1135462"/>
                </a:cubicBezTo>
                <a:cubicBezTo>
                  <a:pt x="596932" y="1142168"/>
                  <a:pt x="629698" y="1145521"/>
                  <a:pt x="660178" y="1145521"/>
                </a:cubicBezTo>
                <a:cubicBezTo>
                  <a:pt x="724186" y="1145521"/>
                  <a:pt x="776155" y="1134853"/>
                  <a:pt x="816083" y="1113517"/>
                </a:cubicBezTo>
                <a:cubicBezTo>
                  <a:pt x="856012" y="1092181"/>
                  <a:pt x="880853" y="1055910"/>
                  <a:pt x="890607" y="1004703"/>
                </a:cubicBezTo>
                <a:cubicBezTo>
                  <a:pt x="893655" y="991292"/>
                  <a:pt x="897008" y="984586"/>
                  <a:pt x="900665" y="984586"/>
                </a:cubicBezTo>
                <a:cubicBezTo>
                  <a:pt x="904323" y="984586"/>
                  <a:pt x="913010" y="989768"/>
                  <a:pt x="926726" y="1000131"/>
                </a:cubicBezTo>
                <a:cubicBezTo>
                  <a:pt x="940442" y="1010494"/>
                  <a:pt x="961016" y="1031830"/>
                  <a:pt x="988448" y="1064139"/>
                </a:cubicBezTo>
                <a:cubicBezTo>
                  <a:pt x="1012832" y="1091571"/>
                  <a:pt x="1036759" y="1105287"/>
                  <a:pt x="1060228" y="1105287"/>
                </a:cubicBezTo>
                <a:cubicBezTo>
                  <a:pt x="1083698" y="1105287"/>
                  <a:pt x="1105948" y="1095686"/>
                  <a:pt x="1126979" y="1076484"/>
                </a:cubicBezTo>
                <a:cubicBezTo>
                  <a:pt x="1148011" y="1057281"/>
                  <a:pt x="1158526" y="1032135"/>
                  <a:pt x="1158526" y="1001046"/>
                </a:cubicBezTo>
                <a:cubicBezTo>
                  <a:pt x="1158526" y="987634"/>
                  <a:pt x="1155935" y="975290"/>
                  <a:pt x="1150754" y="964012"/>
                </a:cubicBezTo>
                <a:cubicBezTo>
                  <a:pt x="1145572" y="952735"/>
                  <a:pt x="1129570" y="933380"/>
                  <a:pt x="1102748" y="905948"/>
                </a:cubicBezTo>
                <a:cubicBezTo>
                  <a:pt x="1075925" y="878516"/>
                  <a:pt x="1046969" y="853980"/>
                  <a:pt x="1015880" y="832339"/>
                </a:cubicBezTo>
                <a:cubicBezTo>
                  <a:pt x="984790" y="810698"/>
                  <a:pt x="953701" y="792867"/>
                  <a:pt x="922611" y="778846"/>
                </a:cubicBezTo>
                <a:cubicBezTo>
                  <a:pt x="917125" y="776408"/>
                  <a:pt x="913467" y="773512"/>
                  <a:pt x="911638" y="770160"/>
                </a:cubicBezTo>
                <a:cubicBezTo>
                  <a:pt x="909809" y="766807"/>
                  <a:pt x="908895" y="759949"/>
                  <a:pt x="908895" y="749586"/>
                </a:cubicBezTo>
                <a:cubicBezTo>
                  <a:pt x="908895" y="739222"/>
                  <a:pt x="910571" y="732822"/>
                  <a:pt x="913924" y="730383"/>
                </a:cubicBezTo>
                <a:cubicBezTo>
                  <a:pt x="917277" y="727945"/>
                  <a:pt x="925354" y="726726"/>
                  <a:pt x="938156" y="726726"/>
                </a:cubicBezTo>
                <a:lnTo>
                  <a:pt x="1068915" y="726726"/>
                </a:lnTo>
                <a:cubicBezTo>
                  <a:pt x="1095128" y="726726"/>
                  <a:pt x="1113416" y="720782"/>
                  <a:pt x="1123779" y="708895"/>
                </a:cubicBezTo>
                <a:cubicBezTo>
                  <a:pt x="1134142" y="697008"/>
                  <a:pt x="1139324" y="677348"/>
                  <a:pt x="1139324" y="649916"/>
                </a:cubicBezTo>
                <a:cubicBezTo>
                  <a:pt x="1139324" y="597490"/>
                  <a:pt x="1115854" y="571278"/>
                  <a:pt x="1068915" y="571278"/>
                </a:cubicBezTo>
                <a:lnTo>
                  <a:pt x="929926" y="571278"/>
                </a:lnTo>
                <a:cubicBezTo>
                  <a:pt x="921392" y="571278"/>
                  <a:pt x="916058" y="570058"/>
                  <a:pt x="913924" y="567620"/>
                </a:cubicBezTo>
                <a:cubicBezTo>
                  <a:pt x="911791" y="565182"/>
                  <a:pt x="910724" y="559086"/>
                  <a:pt x="910724" y="549332"/>
                </a:cubicBezTo>
                <a:cubicBezTo>
                  <a:pt x="910724" y="539578"/>
                  <a:pt x="912095" y="533635"/>
                  <a:pt x="914839" y="531501"/>
                </a:cubicBezTo>
                <a:cubicBezTo>
                  <a:pt x="917582" y="529368"/>
                  <a:pt x="922611" y="528301"/>
                  <a:pt x="929926" y="528301"/>
                </a:cubicBezTo>
                <a:lnTo>
                  <a:pt x="1096347" y="528301"/>
                </a:lnTo>
                <a:cubicBezTo>
                  <a:pt x="1122560" y="528301"/>
                  <a:pt x="1140848" y="522662"/>
                  <a:pt x="1151211" y="511384"/>
                </a:cubicBezTo>
                <a:cubicBezTo>
                  <a:pt x="1161574" y="500107"/>
                  <a:pt x="1166756" y="481057"/>
                  <a:pt x="1166756" y="454234"/>
                </a:cubicBezTo>
                <a:cubicBezTo>
                  <a:pt x="1166756" y="404247"/>
                  <a:pt x="1143286" y="379254"/>
                  <a:pt x="1096347" y="379254"/>
                </a:cubicBezTo>
                <a:lnTo>
                  <a:pt x="927183" y="379254"/>
                </a:lnTo>
                <a:cubicBezTo>
                  <a:pt x="919868" y="379254"/>
                  <a:pt x="914839" y="378187"/>
                  <a:pt x="912095" y="376053"/>
                </a:cubicBezTo>
                <a:cubicBezTo>
                  <a:pt x="909352" y="373920"/>
                  <a:pt x="907371" y="368281"/>
                  <a:pt x="906152" y="359137"/>
                </a:cubicBezTo>
                <a:cubicBezTo>
                  <a:pt x="902494" y="333534"/>
                  <a:pt x="894112" y="315550"/>
                  <a:pt x="881006" y="305187"/>
                </a:cubicBezTo>
                <a:cubicBezTo>
                  <a:pt x="867899" y="294824"/>
                  <a:pt x="844887" y="289642"/>
                  <a:pt x="811969" y="289642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3" name="フリーフォーム: 図形 102">
            <a:extLst>
              <a:ext uri="{FF2B5EF4-FFF2-40B4-BE49-F238E27FC236}">
                <a16:creationId xmlns:a16="http://schemas.microsoft.com/office/drawing/2014/main" id="{67DAB9DE-CDA4-C1CB-F31D-B86105A8A0D8}"/>
              </a:ext>
            </a:extLst>
          </p:cNvPr>
          <p:cNvSpPr/>
          <p:nvPr/>
        </p:nvSpPr>
        <p:spPr>
          <a:xfrm>
            <a:off x="5033673" y="4174332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1037825" y="404857"/>
                </a:moveTo>
                <a:cubicBezTo>
                  <a:pt x="1007955" y="404857"/>
                  <a:pt x="983266" y="410800"/>
                  <a:pt x="963759" y="422688"/>
                </a:cubicBezTo>
                <a:cubicBezTo>
                  <a:pt x="944252" y="434575"/>
                  <a:pt x="934498" y="453320"/>
                  <a:pt x="934498" y="478923"/>
                </a:cubicBezTo>
                <a:cubicBezTo>
                  <a:pt x="934498" y="488067"/>
                  <a:pt x="936022" y="497821"/>
                  <a:pt x="939070" y="508184"/>
                </a:cubicBezTo>
                <a:cubicBezTo>
                  <a:pt x="953701" y="563048"/>
                  <a:pt x="966807" y="632390"/>
                  <a:pt x="978389" y="716210"/>
                </a:cubicBezTo>
                <a:cubicBezTo>
                  <a:pt x="989972" y="800030"/>
                  <a:pt x="995763" y="863124"/>
                  <a:pt x="995763" y="905491"/>
                </a:cubicBezTo>
                <a:cubicBezTo>
                  <a:pt x="995763" y="947858"/>
                  <a:pt x="1003078" y="976204"/>
                  <a:pt x="1017709" y="990530"/>
                </a:cubicBezTo>
                <a:cubicBezTo>
                  <a:pt x="1032339" y="1004856"/>
                  <a:pt x="1057942" y="1012018"/>
                  <a:pt x="1094518" y="1012018"/>
                </a:cubicBezTo>
                <a:cubicBezTo>
                  <a:pt x="1131094" y="1012018"/>
                  <a:pt x="1155326" y="1002112"/>
                  <a:pt x="1167213" y="982300"/>
                </a:cubicBezTo>
                <a:cubicBezTo>
                  <a:pt x="1179100" y="962488"/>
                  <a:pt x="1185044" y="934904"/>
                  <a:pt x="1185044" y="899547"/>
                </a:cubicBezTo>
                <a:cubicBezTo>
                  <a:pt x="1185044" y="823957"/>
                  <a:pt x="1175290" y="732974"/>
                  <a:pt x="1155783" y="626599"/>
                </a:cubicBezTo>
                <a:cubicBezTo>
                  <a:pt x="1136276" y="520224"/>
                  <a:pt x="1119207" y="456673"/>
                  <a:pt x="1104577" y="435946"/>
                </a:cubicBezTo>
                <a:cubicBezTo>
                  <a:pt x="1089946" y="415220"/>
                  <a:pt x="1067696" y="404857"/>
                  <a:pt x="1037825" y="404857"/>
                </a:cubicBezTo>
                <a:close/>
                <a:moveTo>
                  <a:pt x="523018" y="351822"/>
                </a:moveTo>
                <a:cubicBezTo>
                  <a:pt x="502292" y="351822"/>
                  <a:pt x="485223" y="358527"/>
                  <a:pt x="471812" y="371938"/>
                </a:cubicBezTo>
                <a:cubicBezTo>
                  <a:pt x="458401" y="385350"/>
                  <a:pt x="448647" y="404400"/>
                  <a:pt x="442551" y="429088"/>
                </a:cubicBezTo>
                <a:cubicBezTo>
                  <a:pt x="436455" y="453777"/>
                  <a:pt x="429445" y="498888"/>
                  <a:pt x="421520" y="564420"/>
                </a:cubicBezTo>
                <a:cubicBezTo>
                  <a:pt x="413595" y="629952"/>
                  <a:pt x="409633" y="690454"/>
                  <a:pt x="409633" y="745928"/>
                </a:cubicBezTo>
                <a:cubicBezTo>
                  <a:pt x="409633" y="851998"/>
                  <a:pt x="425025" y="937190"/>
                  <a:pt x="455810" y="1001503"/>
                </a:cubicBezTo>
                <a:cubicBezTo>
                  <a:pt x="486595" y="1065816"/>
                  <a:pt x="527285" y="1097972"/>
                  <a:pt x="577882" y="1097972"/>
                </a:cubicBezTo>
                <a:cubicBezTo>
                  <a:pt x="613239" y="1097972"/>
                  <a:pt x="655759" y="1083494"/>
                  <a:pt x="705441" y="1054538"/>
                </a:cubicBezTo>
                <a:cubicBezTo>
                  <a:pt x="755123" y="1025582"/>
                  <a:pt x="788956" y="1003027"/>
                  <a:pt x="806939" y="986872"/>
                </a:cubicBezTo>
                <a:cubicBezTo>
                  <a:pt x="824923" y="970718"/>
                  <a:pt x="833914" y="951211"/>
                  <a:pt x="833914" y="928351"/>
                </a:cubicBezTo>
                <a:cubicBezTo>
                  <a:pt x="833914" y="905491"/>
                  <a:pt x="823094" y="883393"/>
                  <a:pt x="801453" y="862057"/>
                </a:cubicBezTo>
                <a:cubicBezTo>
                  <a:pt x="779812" y="840721"/>
                  <a:pt x="759848" y="830053"/>
                  <a:pt x="741560" y="830053"/>
                </a:cubicBezTo>
                <a:cubicBezTo>
                  <a:pt x="725101" y="830053"/>
                  <a:pt x="705136" y="839654"/>
                  <a:pt x="681667" y="858856"/>
                </a:cubicBezTo>
                <a:cubicBezTo>
                  <a:pt x="658197" y="878059"/>
                  <a:pt x="639452" y="887660"/>
                  <a:pt x="625431" y="887660"/>
                </a:cubicBezTo>
                <a:cubicBezTo>
                  <a:pt x="607753" y="887660"/>
                  <a:pt x="596627" y="870439"/>
                  <a:pt x="592055" y="835996"/>
                </a:cubicBezTo>
                <a:cubicBezTo>
                  <a:pt x="587483" y="801554"/>
                  <a:pt x="585197" y="765130"/>
                  <a:pt x="585197" y="726726"/>
                </a:cubicBezTo>
                <a:cubicBezTo>
                  <a:pt x="585197" y="643210"/>
                  <a:pt x="594341" y="557866"/>
                  <a:pt x="612629" y="470694"/>
                </a:cubicBezTo>
                <a:cubicBezTo>
                  <a:pt x="616897" y="451796"/>
                  <a:pt x="619030" y="435946"/>
                  <a:pt x="619030" y="423145"/>
                </a:cubicBezTo>
                <a:cubicBezTo>
                  <a:pt x="619030" y="394494"/>
                  <a:pt x="608210" y="375444"/>
                  <a:pt x="586569" y="365995"/>
                </a:cubicBezTo>
                <a:cubicBezTo>
                  <a:pt x="564928" y="356546"/>
                  <a:pt x="543745" y="351822"/>
                  <a:pt x="523018" y="351822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2" name="フリーフォーム: 図形 101">
            <a:extLst>
              <a:ext uri="{FF2B5EF4-FFF2-40B4-BE49-F238E27FC236}">
                <a16:creationId xmlns:a16="http://schemas.microsoft.com/office/drawing/2014/main" id="{1378BDE6-437B-1628-EF39-E7039EDA6279}"/>
              </a:ext>
            </a:extLst>
          </p:cNvPr>
          <p:cNvSpPr/>
          <p:nvPr/>
        </p:nvSpPr>
        <p:spPr>
          <a:xfrm>
            <a:off x="3791741" y="4174332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1126065" y="310673"/>
                </a:moveTo>
                <a:cubicBezTo>
                  <a:pt x="1112959" y="310673"/>
                  <a:pt x="1102443" y="313569"/>
                  <a:pt x="1094518" y="319360"/>
                </a:cubicBezTo>
                <a:cubicBezTo>
                  <a:pt x="1086593" y="325152"/>
                  <a:pt x="1082631" y="338715"/>
                  <a:pt x="1082631" y="360051"/>
                </a:cubicBezTo>
                <a:cubicBezTo>
                  <a:pt x="1082631" y="394798"/>
                  <a:pt x="1083241" y="419640"/>
                  <a:pt x="1084460" y="434575"/>
                </a:cubicBezTo>
                <a:cubicBezTo>
                  <a:pt x="1085679" y="449510"/>
                  <a:pt x="1090556" y="459416"/>
                  <a:pt x="1099090" y="464293"/>
                </a:cubicBezTo>
                <a:cubicBezTo>
                  <a:pt x="1107625" y="469170"/>
                  <a:pt x="1116921" y="471608"/>
                  <a:pt x="1126979" y="471608"/>
                </a:cubicBezTo>
                <a:cubicBezTo>
                  <a:pt x="1137038" y="471608"/>
                  <a:pt x="1145420" y="469474"/>
                  <a:pt x="1152125" y="465207"/>
                </a:cubicBezTo>
                <a:cubicBezTo>
                  <a:pt x="1158831" y="460940"/>
                  <a:pt x="1163251" y="455606"/>
                  <a:pt x="1165384" y="449205"/>
                </a:cubicBezTo>
                <a:cubicBezTo>
                  <a:pt x="1167518" y="442804"/>
                  <a:pt x="1168585" y="429850"/>
                  <a:pt x="1168585" y="410343"/>
                </a:cubicBezTo>
                <a:cubicBezTo>
                  <a:pt x="1168585" y="392665"/>
                  <a:pt x="1168127" y="375139"/>
                  <a:pt x="1167213" y="357765"/>
                </a:cubicBezTo>
                <a:cubicBezTo>
                  <a:pt x="1166299" y="340392"/>
                  <a:pt x="1162489" y="328200"/>
                  <a:pt x="1155783" y="321189"/>
                </a:cubicBezTo>
                <a:cubicBezTo>
                  <a:pt x="1149077" y="314179"/>
                  <a:pt x="1139171" y="310673"/>
                  <a:pt x="1126065" y="310673"/>
                </a:cubicBezTo>
                <a:close/>
                <a:moveTo>
                  <a:pt x="1013137" y="310673"/>
                </a:moveTo>
                <a:cubicBezTo>
                  <a:pt x="982657" y="310673"/>
                  <a:pt x="967417" y="322865"/>
                  <a:pt x="967417" y="347250"/>
                </a:cubicBezTo>
                <a:lnTo>
                  <a:pt x="967417" y="386569"/>
                </a:lnTo>
                <a:cubicBezTo>
                  <a:pt x="968026" y="422535"/>
                  <a:pt x="970007" y="444023"/>
                  <a:pt x="973360" y="451034"/>
                </a:cubicBezTo>
                <a:cubicBezTo>
                  <a:pt x="976713" y="458044"/>
                  <a:pt x="982047" y="463683"/>
                  <a:pt x="989362" y="467950"/>
                </a:cubicBezTo>
                <a:cubicBezTo>
                  <a:pt x="996677" y="472218"/>
                  <a:pt x="1005821" y="474351"/>
                  <a:pt x="1016794" y="474351"/>
                </a:cubicBezTo>
                <a:cubicBezTo>
                  <a:pt x="1027767" y="474351"/>
                  <a:pt x="1037063" y="471303"/>
                  <a:pt x="1044683" y="465207"/>
                </a:cubicBezTo>
                <a:cubicBezTo>
                  <a:pt x="1052303" y="459111"/>
                  <a:pt x="1056266" y="451034"/>
                  <a:pt x="1056571" y="440976"/>
                </a:cubicBezTo>
                <a:cubicBezTo>
                  <a:pt x="1056875" y="430917"/>
                  <a:pt x="1057028" y="417049"/>
                  <a:pt x="1057028" y="399370"/>
                </a:cubicBezTo>
                <a:cubicBezTo>
                  <a:pt x="1057028" y="376815"/>
                  <a:pt x="1056723" y="359899"/>
                  <a:pt x="1056113" y="348621"/>
                </a:cubicBezTo>
                <a:cubicBezTo>
                  <a:pt x="1055504" y="337344"/>
                  <a:pt x="1051389" y="328200"/>
                  <a:pt x="1043769" y="321189"/>
                </a:cubicBezTo>
                <a:cubicBezTo>
                  <a:pt x="1036149" y="314179"/>
                  <a:pt x="1025938" y="310673"/>
                  <a:pt x="1013137" y="310673"/>
                </a:cubicBezTo>
                <a:close/>
                <a:moveTo>
                  <a:pt x="812426" y="288728"/>
                </a:moveTo>
                <a:cubicBezTo>
                  <a:pt x="787737" y="288728"/>
                  <a:pt x="764267" y="294672"/>
                  <a:pt x="742017" y="306559"/>
                </a:cubicBezTo>
                <a:cubicBezTo>
                  <a:pt x="719767" y="318446"/>
                  <a:pt x="708641" y="337496"/>
                  <a:pt x="708641" y="363709"/>
                </a:cubicBezTo>
                <a:cubicBezTo>
                  <a:pt x="708641" y="376510"/>
                  <a:pt x="710318" y="387940"/>
                  <a:pt x="713671" y="397999"/>
                </a:cubicBezTo>
                <a:cubicBezTo>
                  <a:pt x="717023" y="408057"/>
                  <a:pt x="718700" y="414763"/>
                  <a:pt x="718700" y="418116"/>
                </a:cubicBezTo>
                <a:cubicBezTo>
                  <a:pt x="718700" y="421468"/>
                  <a:pt x="715042" y="423145"/>
                  <a:pt x="707727" y="423145"/>
                </a:cubicBezTo>
                <a:lnTo>
                  <a:pt x="448952" y="423145"/>
                </a:lnTo>
                <a:cubicBezTo>
                  <a:pt x="401403" y="423145"/>
                  <a:pt x="377629" y="453930"/>
                  <a:pt x="377629" y="515499"/>
                </a:cubicBezTo>
                <a:cubicBezTo>
                  <a:pt x="377629" y="545979"/>
                  <a:pt x="382658" y="568077"/>
                  <a:pt x="392716" y="581793"/>
                </a:cubicBezTo>
                <a:cubicBezTo>
                  <a:pt x="402775" y="595509"/>
                  <a:pt x="421520" y="602367"/>
                  <a:pt x="448952" y="602367"/>
                </a:cubicBezTo>
                <a:lnTo>
                  <a:pt x="768077" y="602367"/>
                </a:lnTo>
                <a:cubicBezTo>
                  <a:pt x="774173" y="602367"/>
                  <a:pt x="778441" y="603129"/>
                  <a:pt x="780879" y="604653"/>
                </a:cubicBezTo>
                <a:cubicBezTo>
                  <a:pt x="783317" y="606177"/>
                  <a:pt x="785451" y="610292"/>
                  <a:pt x="787280" y="616998"/>
                </a:cubicBezTo>
                <a:cubicBezTo>
                  <a:pt x="789109" y="623703"/>
                  <a:pt x="790023" y="630409"/>
                  <a:pt x="790023" y="637114"/>
                </a:cubicBezTo>
                <a:cubicBezTo>
                  <a:pt x="790023" y="643820"/>
                  <a:pt x="787737" y="648697"/>
                  <a:pt x="783165" y="651745"/>
                </a:cubicBezTo>
                <a:cubicBezTo>
                  <a:pt x="778593" y="654793"/>
                  <a:pt x="771125" y="656317"/>
                  <a:pt x="760762" y="656317"/>
                </a:cubicBezTo>
                <a:lnTo>
                  <a:pt x="691268" y="653574"/>
                </a:lnTo>
                <a:cubicBezTo>
                  <a:pt x="596780" y="653574"/>
                  <a:pt x="523018" y="674300"/>
                  <a:pt x="469983" y="715753"/>
                </a:cubicBezTo>
                <a:cubicBezTo>
                  <a:pt x="416948" y="757206"/>
                  <a:pt x="390430" y="812070"/>
                  <a:pt x="390430" y="880345"/>
                </a:cubicBezTo>
                <a:cubicBezTo>
                  <a:pt x="390430" y="940086"/>
                  <a:pt x="407804" y="991749"/>
                  <a:pt x="442551" y="1035336"/>
                </a:cubicBezTo>
                <a:cubicBezTo>
                  <a:pt x="477298" y="1078922"/>
                  <a:pt x="525304" y="1108183"/>
                  <a:pt x="586569" y="1123118"/>
                </a:cubicBezTo>
                <a:cubicBezTo>
                  <a:pt x="647834" y="1138053"/>
                  <a:pt x="711080" y="1145521"/>
                  <a:pt x="776307" y="1145521"/>
                </a:cubicBezTo>
                <a:cubicBezTo>
                  <a:pt x="812883" y="1145521"/>
                  <a:pt x="848545" y="1142778"/>
                  <a:pt x="883292" y="1137291"/>
                </a:cubicBezTo>
                <a:cubicBezTo>
                  <a:pt x="918039" y="1131805"/>
                  <a:pt x="953091" y="1123423"/>
                  <a:pt x="988448" y="1112145"/>
                </a:cubicBezTo>
                <a:cubicBezTo>
                  <a:pt x="1023805" y="1100868"/>
                  <a:pt x="1046360" y="1092333"/>
                  <a:pt x="1056113" y="1086542"/>
                </a:cubicBezTo>
                <a:cubicBezTo>
                  <a:pt x="1065867" y="1080751"/>
                  <a:pt x="1073792" y="1072064"/>
                  <a:pt x="1079888" y="1060482"/>
                </a:cubicBezTo>
                <a:cubicBezTo>
                  <a:pt x="1085984" y="1048899"/>
                  <a:pt x="1089032" y="1035488"/>
                  <a:pt x="1089032" y="1020248"/>
                </a:cubicBezTo>
                <a:cubicBezTo>
                  <a:pt x="1089032" y="990987"/>
                  <a:pt x="1080802" y="965994"/>
                  <a:pt x="1064343" y="945267"/>
                </a:cubicBezTo>
                <a:cubicBezTo>
                  <a:pt x="1047884" y="924541"/>
                  <a:pt x="1025024" y="914178"/>
                  <a:pt x="995763" y="914178"/>
                </a:cubicBezTo>
                <a:cubicBezTo>
                  <a:pt x="981742" y="914178"/>
                  <a:pt x="966807" y="916616"/>
                  <a:pt x="950957" y="921493"/>
                </a:cubicBezTo>
                <a:cubicBezTo>
                  <a:pt x="873538" y="947096"/>
                  <a:pt x="809987" y="959898"/>
                  <a:pt x="760305" y="959898"/>
                </a:cubicBezTo>
                <a:cubicBezTo>
                  <a:pt x="710623" y="959898"/>
                  <a:pt x="672065" y="952735"/>
                  <a:pt x="644633" y="938409"/>
                </a:cubicBezTo>
                <a:cubicBezTo>
                  <a:pt x="617201" y="924084"/>
                  <a:pt x="603485" y="904424"/>
                  <a:pt x="603485" y="879430"/>
                </a:cubicBezTo>
                <a:cubicBezTo>
                  <a:pt x="603485" y="861752"/>
                  <a:pt x="611715" y="845140"/>
                  <a:pt x="628174" y="829596"/>
                </a:cubicBezTo>
                <a:cubicBezTo>
                  <a:pt x="644633" y="814051"/>
                  <a:pt x="680295" y="806278"/>
                  <a:pt x="735159" y="806278"/>
                </a:cubicBezTo>
                <a:cubicBezTo>
                  <a:pt x="773564" y="806278"/>
                  <a:pt x="807701" y="810393"/>
                  <a:pt x="837572" y="818623"/>
                </a:cubicBezTo>
                <a:cubicBezTo>
                  <a:pt x="867442" y="826852"/>
                  <a:pt x="893655" y="830967"/>
                  <a:pt x="916210" y="830967"/>
                </a:cubicBezTo>
                <a:cubicBezTo>
                  <a:pt x="952177" y="830967"/>
                  <a:pt x="978847" y="821366"/>
                  <a:pt x="996220" y="802164"/>
                </a:cubicBezTo>
                <a:cubicBezTo>
                  <a:pt x="1013594" y="782961"/>
                  <a:pt x="1022281" y="764521"/>
                  <a:pt x="1022281" y="746842"/>
                </a:cubicBezTo>
                <a:cubicBezTo>
                  <a:pt x="1022281" y="735870"/>
                  <a:pt x="1016794" y="713314"/>
                  <a:pt x="1005821" y="679177"/>
                </a:cubicBezTo>
                <a:cubicBezTo>
                  <a:pt x="992410" y="638334"/>
                  <a:pt x="985705" y="615169"/>
                  <a:pt x="985705" y="609682"/>
                </a:cubicBezTo>
                <a:cubicBezTo>
                  <a:pt x="985705" y="604806"/>
                  <a:pt x="989972" y="602367"/>
                  <a:pt x="998506" y="602367"/>
                </a:cubicBezTo>
                <a:lnTo>
                  <a:pt x="1075316" y="602367"/>
                </a:lnTo>
                <a:cubicBezTo>
                  <a:pt x="1094823" y="602367"/>
                  <a:pt x="1111435" y="594900"/>
                  <a:pt x="1125151" y="579964"/>
                </a:cubicBezTo>
                <a:cubicBezTo>
                  <a:pt x="1138867" y="565029"/>
                  <a:pt x="1145725" y="546894"/>
                  <a:pt x="1145725" y="525558"/>
                </a:cubicBezTo>
                <a:cubicBezTo>
                  <a:pt x="1145725" y="518242"/>
                  <a:pt x="1144963" y="511994"/>
                  <a:pt x="1143439" y="506812"/>
                </a:cubicBezTo>
                <a:cubicBezTo>
                  <a:pt x="1141914" y="501631"/>
                  <a:pt x="1140543" y="498583"/>
                  <a:pt x="1139324" y="497668"/>
                </a:cubicBezTo>
                <a:cubicBezTo>
                  <a:pt x="1138105" y="496754"/>
                  <a:pt x="1135666" y="496297"/>
                  <a:pt x="1132009" y="496297"/>
                </a:cubicBezTo>
                <a:cubicBezTo>
                  <a:pt x="1106405" y="496297"/>
                  <a:pt x="1087508" y="490506"/>
                  <a:pt x="1075316" y="478923"/>
                </a:cubicBezTo>
                <a:cubicBezTo>
                  <a:pt x="1074706" y="478314"/>
                  <a:pt x="1073792" y="478009"/>
                  <a:pt x="1072573" y="478009"/>
                </a:cubicBezTo>
                <a:cubicBezTo>
                  <a:pt x="1071353" y="478009"/>
                  <a:pt x="1068915" y="479685"/>
                  <a:pt x="1065257" y="483038"/>
                </a:cubicBezTo>
                <a:cubicBezTo>
                  <a:pt x="1061600" y="486391"/>
                  <a:pt x="1054742" y="489896"/>
                  <a:pt x="1044683" y="493554"/>
                </a:cubicBezTo>
                <a:cubicBezTo>
                  <a:pt x="1034625" y="497211"/>
                  <a:pt x="1025329" y="499040"/>
                  <a:pt x="1016794" y="499040"/>
                </a:cubicBezTo>
                <a:cubicBezTo>
                  <a:pt x="1000335" y="499040"/>
                  <a:pt x="984943" y="494773"/>
                  <a:pt x="970617" y="486238"/>
                </a:cubicBezTo>
                <a:cubicBezTo>
                  <a:pt x="956291" y="477704"/>
                  <a:pt x="944557" y="461702"/>
                  <a:pt x="935413" y="438232"/>
                </a:cubicBezTo>
                <a:cubicBezTo>
                  <a:pt x="926269" y="414763"/>
                  <a:pt x="916820" y="386569"/>
                  <a:pt x="907066" y="353650"/>
                </a:cubicBezTo>
                <a:cubicBezTo>
                  <a:pt x="900970" y="332924"/>
                  <a:pt x="889845" y="316922"/>
                  <a:pt x="873691" y="305644"/>
                </a:cubicBezTo>
                <a:cubicBezTo>
                  <a:pt x="857536" y="294367"/>
                  <a:pt x="837115" y="288728"/>
                  <a:pt x="812426" y="288728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1B580DA4-FE29-D6F0-B6C5-E178A28E932D}"/>
              </a:ext>
            </a:extLst>
          </p:cNvPr>
          <p:cNvSpPr/>
          <p:nvPr/>
        </p:nvSpPr>
        <p:spPr>
          <a:xfrm>
            <a:off x="2559467" y="4174333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30790" y="802621"/>
                </a:moveTo>
                <a:cubicBezTo>
                  <a:pt x="508540" y="802621"/>
                  <a:pt x="484766" y="812070"/>
                  <a:pt x="459467" y="830967"/>
                </a:cubicBezTo>
                <a:cubicBezTo>
                  <a:pt x="434169" y="849865"/>
                  <a:pt x="421520" y="871658"/>
                  <a:pt x="421520" y="896347"/>
                </a:cubicBezTo>
                <a:cubicBezTo>
                  <a:pt x="421520" y="921036"/>
                  <a:pt x="432645" y="948620"/>
                  <a:pt x="454895" y="979100"/>
                </a:cubicBezTo>
                <a:cubicBezTo>
                  <a:pt x="477146" y="1009580"/>
                  <a:pt x="505797" y="1034574"/>
                  <a:pt x="540849" y="1054081"/>
                </a:cubicBezTo>
                <a:cubicBezTo>
                  <a:pt x="575901" y="1073588"/>
                  <a:pt x="611715" y="1086542"/>
                  <a:pt x="648291" y="1092943"/>
                </a:cubicBezTo>
                <a:cubicBezTo>
                  <a:pt x="684867" y="1099344"/>
                  <a:pt x="754666" y="1102544"/>
                  <a:pt x="857688" y="1102544"/>
                </a:cubicBezTo>
                <a:cubicBezTo>
                  <a:pt x="993629" y="1102544"/>
                  <a:pt x="1074401" y="1095838"/>
                  <a:pt x="1100005" y="1082427"/>
                </a:cubicBezTo>
                <a:cubicBezTo>
                  <a:pt x="1125608" y="1069016"/>
                  <a:pt x="1138409" y="1044632"/>
                  <a:pt x="1138409" y="1009275"/>
                </a:cubicBezTo>
                <a:cubicBezTo>
                  <a:pt x="1138409" y="938562"/>
                  <a:pt x="1109149" y="903205"/>
                  <a:pt x="1050627" y="903205"/>
                </a:cubicBezTo>
                <a:lnTo>
                  <a:pt x="918953" y="915092"/>
                </a:lnTo>
                <a:cubicBezTo>
                  <a:pt x="868356" y="919359"/>
                  <a:pt x="828123" y="921493"/>
                  <a:pt x="798252" y="921493"/>
                </a:cubicBezTo>
                <a:cubicBezTo>
                  <a:pt x="748265" y="921493"/>
                  <a:pt x="709556" y="915702"/>
                  <a:pt x="682124" y="904119"/>
                </a:cubicBezTo>
                <a:cubicBezTo>
                  <a:pt x="654692" y="892537"/>
                  <a:pt x="624212" y="868153"/>
                  <a:pt x="590684" y="830967"/>
                </a:cubicBezTo>
                <a:cubicBezTo>
                  <a:pt x="573005" y="812070"/>
                  <a:pt x="553041" y="802621"/>
                  <a:pt x="530790" y="802621"/>
                </a:cubicBezTo>
                <a:close/>
                <a:moveTo>
                  <a:pt x="1094518" y="466122"/>
                </a:moveTo>
                <a:cubicBezTo>
                  <a:pt x="1065867" y="466122"/>
                  <a:pt x="1051541" y="476790"/>
                  <a:pt x="1051541" y="498126"/>
                </a:cubicBezTo>
                <a:cubicBezTo>
                  <a:pt x="1051541" y="545065"/>
                  <a:pt x="1051846" y="574021"/>
                  <a:pt x="1052456" y="584994"/>
                </a:cubicBezTo>
                <a:cubicBezTo>
                  <a:pt x="1053065" y="595966"/>
                  <a:pt x="1057333" y="604348"/>
                  <a:pt x="1065257" y="610140"/>
                </a:cubicBezTo>
                <a:cubicBezTo>
                  <a:pt x="1073182" y="615931"/>
                  <a:pt x="1082936" y="618826"/>
                  <a:pt x="1094518" y="618826"/>
                </a:cubicBezTo>
                <a:cubicBezTo>
                  <a:pt x="1106101" y="618826"/>
                  <a:pt x="1115397" y="616998"/>
                  <a:pt x="1122407" y="613340"/>
                </a:cubicBezTo>
                <a:cubicBezTo>
                  <a:pt x="1129418" y="609682"/>
                  <a:pt x="1134142" y="605110"/>
                  <a:pt x="1136581" y="599624"/>
                </a:cubicBezTo>
                <a:cubicBezTo>
                  <a:pt x="1139019" y="594138"/>
                  <a:pt x="1140238" y="582860"/>
                  <a:pt x="1140238" y="565791"/>
                </a:cubicBezTo>
                <a:cubicBezTo>
                  <a:pt x="1140238" y="528606"/>
                  <a:pt x="1139781" y="504831"/>
                  <a:pt x="1138867" y="494468"/>
                </a:cubicBezTo>
                <a:cubicBezTo>
                  <a:pt x="1137952" y="484105"/>
                  <a:pt x="1133837" y="476790"/>
                  <a:pt x="1126522" y="472522"/>
                </a:cubicBezTo>
                <a:cubicBezTo>
                  <a:pt x="1119207" y="468255"/>
                  <a:pt x="1108539" y="466122"/>
                  <a:pt x="1094518" y="466122"/>
                </a:cubicBezTo>
                <a:close/>
                <a:moveTo>
                  <a:pt x="981590" y="462464"/>
                </a:moveTo>
                <a:cubicBezTo>
                  <a:pt x="954462" y="462464"/>
                  <a:pt x="940899" y="473132"/>
                  <a:pt x="940899" y="494468"/>
                </a:cubicBezTo>
                <a:cubicBezTo>
                  <a:pt x="940899" y="546284"/>
                  <a:pt x="941204" y="577526"/>
                  <a:pt x="941813" y="588194"/>
                </a:cubicBezTo>
                <a:cubicBezTo>
                  <a:pt x="942423" y="598862"/>
                  <a:pt x="946690" y="607092"/>
                  <a:pt x="954615" y="612883"/>
                </a:cubicBezTo>
                <a:cubicBezTo>
                  <a:pt x="962540" y="618674"/>
                  <a:pt x="972446" y="621570"/>
                  <a:pt x="984333" y="621570"/>
                </a:cubicBezTo>
                <a:cubicBezTo>
                  <a:pt x="996220" y="621570"/>
                  <a:pt x="1005517" y="619893"/>
                  <a:pt x="1012222" y="616540"/>
                </a:cubicBezTo>
                <a:cubicBezTo>
                  <a:pt x="1018928" y="613188"/>
                  <a:pt x="1023347" y="608616"/>
                  <a:pt x="1025481" y="602824"/>
                </a:cubicBezTo>
                <a:cubicBezTo>
                  <a:pt x="1027614" y="597033"/>
                  <a:pt x="1028681" y="585298"/>
                  <a:pt x="1028681" y="567620"/>
                </a:cubicBezTo>
                <a:cubicBezTo>
                  <a:pt x="1028681" y="523119"/>
                  <a:pt x="1027614" y="494468"/>
                  <a:pt x="1025481" y="481666"/>
                </a:cubicBezTo>
                <a:cubicBezTo>
                  <a:pt x="1023347" y="468865"/>
                  <a:pt x="1008717" y="462464"/>
                  <a:pt x="981590" y="462464"/>
                </a:cubicBezTo>
                <a:close/>
                <a:moveTo>
                  <a:pt x="567824" y="324390"/>
                </a:moveTo>
                <a:cubicBezTo>
                  <a:pt x="536734" y="324390"/>
                  <a:pt x="513569" y="333381"/>
                  <a:pt x="498329" y="351364"/>
                </a:cubicBezTo>
                <a:cubicBezTo>
                  <a:pt x="483089" y="369348"/>
                  <a:pt x="475469" y="393274"/>
                  <a:pt x="475469" y="423145"/>
                </a:cubicBezTo>
                <a:cubicBezTo>
                  <a:pt x="475469" y="442652"/>
                  <a:pt x="479737" y="459264"/>
                  <a:pt x="488271" y="472980"/>
                </a:cubicBezTo>
                <a:cubicBezTo>
                  <a:pt x="496805" y="486696"/>
                  <a:pt x="509607" y="496906"/>
                  <a:pt x="526676" y="503612"/>
                </a:cubicBezTo>
                <a:cubicBezTo>
                  <a:pt x="543744" y="510318"/>
                  <a:pt x="585045" y="516261"/>
                  <a:pt x="650577" y="521443"/>
                </a:cubicBezTo>
                <a:cubicBezTo>
                  <a:pt x="716109" y="526624"/>
                  <a:pt x="783927" y="529215"/>
                  <a:pt x="854031" y="529215"/>
                </a:cubicBezTo>
                <a:cubicBezTo>
                  <a:pt x="866832" y="529215"/>
                  <a:pt x="879024" y="529063"/>
                  <a:pt x="890607" y="528758"/>
                </a:cubicBezTo>
                <a:cubicBezTo>
                  <a:pt x="902189" y="528453"/>
                  <a:pt x="908438" y="528148"/>
                  <a:pt x="909352" y="527844"/>
                </a:cubicBezTo>
                <a:cubicBezTo>
                  <a:pt x="910267" y="527539"/>
                  <a:pt x="910724" y="526777"/>
                  <a:pt x="910724" y="525558"/>
                </a:cubicBezTo>
                <a:lnTo>
                  <a:pt x="909809" y="506355"/>
                </a:lnTo>
                <a:cubicBezTo>
                  <a:pt x="909809" y="456978"/>
                  <a:pt x="938156" y="432289"/>
                  <a:pt x="994849" y="432289"/>
                </a:cubicBezTo>
                <a:cubicBezTo>
                  <a:pt x="1014356" y="432289"/>
                  <a:pt x="1029901" y="437470"/>
                  <a:pt x="1041483" y="447834"/>
                </a:cubicBezTo>
                <a:cubicBezTo>
                  <a:pt x="1043312" y="449662"/>
                  <a:pt x="1045445" y="449967"/>
                  <a:pt x="1047884" y="448748"/>
                </a:cubicBezTo>
                <a:cubicBezTo>
                  <a:pt x="1055809" y="442652"/>
                  <a:pt x="1065257" y="438994"/>
                  <a:pt x="1076230" y="437775"/>
                </a:cubicBezTo>
                <a:cubicBezTo>
                  <a:pt x="1079278" y="437166"/>
                  <a:pt x="1080802" y="434118"/>
                  <a:pt x="1080802" y="428631"/>
                </a:cubicBezTo>
                <a:cubicBezTo>
                  <a:pt x="1080802" y="402418"/>
                  <a:pt x="1073487" y="381235"/>
                  <a:pt x="1058857" y="365080"/>
                </a:cubicBezTo>
                <a:cubicBezTo>
                  <a:pt x="1044226" y="348926"/>
                  <a:pt x="1021671" y="340849"/>
                  <a:pt x="991191" y="340849"/>
                </a:cubicBezTo>
                <a:lnTo>
                  <a:pt x="886949" y="342677"/>
                </a:lnTo>
                <a:cubicBezTo>
                  <a:pt x="761372" y="342677"/>
                  <a:pt x="665055" y="337496"/>
                  <a:pt x="597999" y="327133"/>
                </a:cubicBezTo>
                <a:cubicBezTo>
                  <a:pt x="587636" y="325304"/>
                  <a:pt x="577577" y="324390"/>
                  <a:pt x="567824" y="324390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DCBBB0C1-1C04-5B28-0AB0-0FBD6C6343C4}"/>
              </a:ext>
            </a:extLst>
          </p:cNvPr>
          <p:cNvSpPr/>
          <p:nvPr/>
        </p:nvSpPr>
        <p:spPr>
          <a:xfrm>
            <a:off x="6900814" y="3032685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87610" y="540188"/>
                </a:moveTo>
                <a:cubicBezTo>
                  <a:pt x="682124" y="540188"/>
                  <a:pt x="646919" y="544455"/>
                  <a:pt x="581997" y="552990"/>
                </a:cubicBezTo>
                <a:cubicBezTo>
                  <a:pt x="517075" y="561524"/>
                  <a:pt x="476841" y="568077"/>
                  <a:pt x="461296" y="572649"/>
                </a:cubicBezTo>
                <a:cubicBezTo>
                  <a:pt x="445751" y="577221"/>
                  <a:pt x="433255" y="585451"/>
                  <a:pt x="423806" y="597338"/>
                </a:cubicBezTo>
                <a:cubicBezTo>
                  <a:pt x="414357" y="609225"/>
                  <a:pt x="409633" y="626904"/>
                  <a:pt x="409633" y="650373"/>
                </a:cubicBezTo>
                <a:cubicBezTo>
                  <a:pt x="409633" y="673843"/>
                  <a:pt x="414205" y="694417"/>
                  <a:pt x="423349" y="712095"/>
                </a:cubicBezTo>
                <a:cubicBezTo>
                  <a:pt x="432493" y="729774"/>
                  <a:pt x="451695" y="738613"/>
                  <a:pt x="480956" y="738613"/>
                </a:cubicBezTo>
                <a:cubicBezTo>
                  <a:pt x="495586" y="738613"/>
                  <a:pt x="514179" y="736174"/>
                  <a:pt x="536734" y="731298"/>
                </a:cubicBezTo>
                <a:cubicBezTo>
                  <a:pt x="666579" y="705085"/>
                  <a:pt x="762896" y="691978"/>
                  <a:pt x="825685" y="691978"/>
                </a:cubicBezTo>
                <a:cubicBezTo>
                  <a:pt x="865918" y="691978"/>
                  <a:pt x="895484" y="697465"/>
                  <a:pt x="914381" y="708438"/>
                </a:cubicBezTo>
                <a:cubicBezTo>
                  <a:pt x="933279" y="719410"/>
                  <a:pt x="942728" y="738308"/>
                  <a:pt x="942728" y="765130"/>
                </a:cubicBezTo>
                <a:cubicBezTo>
                  <a:pt x="942728" y="811460"/>
                  <a:pt x="912705" y="852303"/>
                  <a:pt x="852659" y="887660"/>
                </a:cubicBezTo>
                <a:cubicBezTo>
                  <a:pt x="792614" y="923017"/>
                  <a:pt x="708946" y="946486"/>
                  <a:pt x="601657" y="958069"/>
                </a:cubicBezTo>
                <a:cubicBezTo>
                  <a:pt x="572396" y="961117"/>
                  <a:pt x="552736" y="970413"/>
                  <a:pt x="542678" y="985958"/>
                </a:cubicBezTo>
                <a:cubicBezTo>
                  <a:pt x="532619" y="1001503"/>
                  <a:pt x="527590" y="1026344"/>
                  <a:pt x="527590" y="1060482"/>
                </a:cubicBezTo>
                <a:cubicBezTo>
                  <a:pt x="527590" y="1082427"/>
                  <a:pt x="535515" y="1099496"/>
                  <a:pt x="551365" y="1111688"/>
                </a:cubicBezTo>
                <a:cubicBezTo>
                  <a:pt x="567214" y="1123880"/>
                  <a:pt x="591598" y="1129976"/>
                  <a:pt x="624517" y="1129976"/>
                </a:cubicBezTo>
                <a:cubicBezTo>
                  <a:pt x="657435" y="1129976"/>
                  <a:pt x="704831" y="1122966"/>
                  <a:pt x="766706" y="1108945"/>
                </a:cubicBezTo>
                <a:cubicBezTo>
                  <a:pt x="828580" y="1094924"/>
                  <a:pt x="887864" y="1070540"/>
                  <a:pt x="944557" y="1035793"/>
                </a:cubicBezTo>
                <a:cubicBezTo>
                  <a:pt x="1001249" y="1001046"/>
                  <a:pt x="1045750" y="957764"/>
                  <a:pt x="1078059" y="905948"/>
                </a:cubicBezTo>
                <a:cubicBezTo>
                  <a:pt x="1110368" y="854132"/>
                  <a:pt x="1126522" y="801097"/>
                  <a:pt x="1126522" y="746842"/>
                </a:cubicBezTo>
                <a:cubicBezTo>
                  <a:pt x="1126522" y="712095"/>
                  <a:pt x="1119969" y="679939"/>
                  <a:pt x="1106863" y="650373"/>
                </a:cubicBezTo>
                <a:cubicBezTo>
                  <a:pt x="1093756" y="620808"/>
                  <a:pt x="1075925" y="597490"/>
                  <a:pt x="1053370" y="580422"/>
                </a:cubicBezTo>
                <a:cubicBezTo>
                  <a:pt x="1030815" y="563353"/>
                  <a:pt x="1010089" y="554818"/>
                  <a:pt x="991191" y="554818"/>
                </a:cubicBezTo>
                <a:cubicBezTo>
                  <a:pt x="984485" y="554818"/>
                  <a:pt x="974427" y="555885"/>
                  <a:pt x="961016" y="558019"/>
                </a:cubicBezTo>
                <a:cubicBezTo>
                  <a:pt x="947605" y="560152"/>
                  <a:pt x="928250" y="561219"/>
                  <a:pt x="902951" y="561219"/>
                </a:cubicBezTo>
                <a:cubicBezTo>
                  <a:pt x="877653" y="561219"/>
                  <a:pt x="837419" y="557714"/>
                  <a:pt x="782251" y="550704"/>
                </a:cubicBezTo>
                <a:cubicBezTo>
                  <a:pt x="727082" y="543693"/>
                  <a:pt x="695535" y="540188"/>
                  <a:pt x="687610" y="540188"/>
                </a:cubicBezTo>
                <a:close/>
                <a:moveTo>
                  <a:pt x="571481" y="305187"/>
                </a:moveTo>
                <a:cubicBezTo>
                  <a:pt x="544659" y="305187"/>
                  <a:pt x="524999" y="315093"/>
                  <a:pt x="512503" y="334905"/>
                </a:cubicBezTo>
                <a:cubicBezTo>
                  <a:pt x="500006" y="354717"/>
                  <a:pt x="493757" y="375444"/>
                  <a:pt x="493757" y="397084"/>
                </a:cubicBezTo>
                <a:cubicBezTo>
                  <a:pt x="493757" y="418725"/>
                  <a:pt x="504273" y="435946"/>
                  <a:pt x="525304" y="448748"/>
                </a:cubicBezTo>
                <a:cubicBezTo>
                  <a:pt x="546335" y="461550"/>
                  <a:pt x="604400" y="475723"/>
                  <a:pt x="699497" y="491268"/>
                </a:cubicBezTo>
                <a:cubicBezTo>
                  <a:pt x="794595" y="506812"/>
                  <a:pt x="867137" y="514585"/>
                  <a:pt x="917125" y="514585"/>
                </a:cubicBezTo>
                <a:cubicBezTo>
                  <a:pt x="951262" y="514585"/>
                  <a:pt x="974122" y="507270"/>
                  <a:pt x="985705" y="492639"/>
                </a:cubicBezTo>
                <a:cubicBezTo>
                  <a:pt x="997287" y="478009"/>
                  <a:pt x="1003078" y="456063"/>
                  <a:pt x="1003078" y="426802"/>
                </a:cubicBezTo>
                <a:cubicBezTo>
                  <a:pt x="1003078" y="382302"/>
                  <a:pt x="979304" y="359137"/>
                  <a:pt x="931755" y="357308"/>
                </a:cubicBezTo>
                <a:cubicBezTo>
                  <a:pt x="900056" y="356698"/>
                  <a:pt x="852355" y="351669"/>
                  <a:pt x="788651" y="342220"/>
                </a:cubicBezTo>
                <a:cubicBezTo>
                  <a:pt x="724948" y="332772"/>
                  <a:pt x="661397" y="321342"/>
                  <a:pt x="597999" y="307930"/>
                </a:cubicBezTo>
                <a:cubicBezTo>
                  <a:pt x="588245" y="306102"/>
                  <a:pt x="579406" y="305187"/>
                  <a:pt x="571481" y="305187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665E337B-7BCD-2336-E503-F0F725BB3C32}"/>
              </a:ext>
            </a:extLst>
          </p:cNvPr>
          <p:cNvSpPr/>
          <p:nvPr/>
        </p:nvSpPr>
        <p:spPr>
          <a:xfrm>
            <a:off x="5672930" y="3032685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42525" y="292386"/>
                </a:moveTo>
                <a:cubicBezTo>
                  <a:pt x="525457" y="292386"/>
                  <a:pt x="503816" y="303054"/>
                  <a:pt x="477603" y="324390"/>
                </a:cubicBezTo>
                <a:cubicBezTo>
                  <a:pt x="451390" y="345725"/>
                  <a:pt x="438284" y="367976"/>
                  <a:pt x="438284" y="391141"/>
                </a:cubicBezTo>
                <a:cubicBezTo>
                  <a:pt x="438284" y="407600"/>
                  <a:pt x="444989" y="425278"/>
                  <a:pt x="458401" y="444176"/>
                </a:cubicBezTo>
                <a:lnTo>
                  <a:pt x="569043" y="605110"/>
                </a:lnTo>
                <a:cubicBezTo>
                  <a:pt x="573310" y="613035"/>
                  <a:pt x="575444" y="619284"/>
                  <a:pt x="575444" y="623856"/>
                </a:cubicBezTo>
                <a:cubicBezTo>
                  <a:pt x="575444" y="628428"/>
                  <a:pt x="573005" y="632847"/>
                  <a:pt x="568129" y="637114"/>
                </a:cubicBezTo>
                <a:cubicBezTo>
                  <a:pt x="506559" y="688321"/>
                  <a:pt x="464649" y="727183"/>
                  <a:pt x="442399" y="753700"/>
                </a:cubicBezTo>
                <a:cubicBezTo>
                  <a:pt x="420148" y="780218"/>
                  <a:pt x="404146" y="806431"/>
                  <a:pt x="394393" y="832339"/>
                </a:cubicBezTo>
                <a:cubicBezTo>
                  <a:pt x="384639" y="858247"/>
                  <a:pt x="379762" y="885526"/>
                  <a:pt x="379762" y="914178"/>
                </a:cubicBezTo>
                <a:cubicBezTo>
                  <a:pt x="379762" y="942829"/>
                  <a:pt x="386315" y="970718"/>
                  <a:pt x="399422" y="997845"/>
                </a:cubicBezTo>
                <a:cubicBezTo>
                  <a:pt x="412528" y="1024972"/>
                  <a:pt x="430511" y="1046613"/>
                  <a:pt x="453371" y="1062768"/>
                </a:cubicBezTo>
                <a:cubicBezTo>
                  <a:pt x="476231" y="1078922"/>
                  <a:pt x="512045" y="1092638"/>
                  <a:pt x="560813" y="1103916"/>
                </a:cubicBezTo>
                <a:cubicBezTo>
                  <a:pt x="609581" y="1115193"/>
                  <a:pt x="662159" y="1120832"/>
                  <a:pt x="718547" y="1120832"/>
                </a:cubicBezTo>
                <a:cubicBezTo>
                  <a:pt x="774935" y="1120832"/>
                  <a:pt x="841839" y="1118394"/>
                  <a:pt x="919258" y="1113517"/>
                </a:cubicBezTo>
                <a:cubicBezTo>
                  <a:pt x="996677" y="1108640"/>
                  <a:pt x="1044683" y="1103916"/>
                  <a:pt x="1063276" y="1099344"/>
                </a:cubicBezTo>
                <a:cubicBezTo>
                  <a:pt x="1081869" y="1094772"/>
                  <a:pt x="1094823" y="1085780"/>
                  <a:pt x="1102138" y="1072369"/>
                </a:cubicBezTo>
                <a:cubicBezTo>
                  <a:pt x="1109453" y="1058958"/>
                  <a:pt x="1113111" y="1037012"/>
                  <a:pt x="1113111" y="1006532"/>
                </a:cubicBezTo>
                <a:cubicBezTo>
                  <a:pt x="1113111" y="955326"/>
                  <a:pt x="1088727" y="929722"/>
                  <a:pt x="1039959" y="929722"/>
                </a:cubicBezTo>
                <a:cubicBezTo>
                  <a:pt x="1032034" y="929722"/>
                  <a:pt x="1023195" y="930332"/>
                  <a:pt x="1013441" y="931551"/>
                </a:cubicBezTo>
                <a:cubicBezTo>
                  <a:pt x="915905" y="944962"/>
                  <a:pt x="821113" y="951668"/>
                  <a:pt x="729063" y="951668"/>
                </a:cubicBezTo>
                <a:cubicBezTo>
                  <a:pt x="696145" y="951668"/>
                  <a:pt x="671456" y="949687"/>
                  <a:pt x="654997" y="945724"/>
                </a:cubicBezTo>
                <a:cubicBezTo>
                  <a:pt x="638537" y="941762"/>
                  <a:pt x="625279" y="934294"/>
                  <a:pt x="615220" y="923322"/>
                </a:cubicBezTo>
                <a:cubicBezTo>
                  <a:pt x="605162" y="912349"/>
                  <a:pt x="600133" y="899547"/>
                  <a:pt x="600133" y="884917"/>
                </a:cubicBezTo>
                <a:cubicBezTo>
                  <a:pt x="600133" y="863581"/>
                  <a:pt x="610039" y="843159"/>
                  <a:pt x="629851" y="823652"/>
                </a:cubicBezTo>
                <a:cubicBezTo>
                  <a:pt x="649663" y="804145"/>
                  <a:pt x="700412" y="767569"/>
                  <a:pt x="782098" y="713924"/>
                </a:cubicBezTo>
                <a:cubicBezTo>
                  <a:pt x="863785" y="660279"/>
                  <a:pt x="950653" y="608768"/>
                  <a:pt x="1042702" y="559390"/>
                </a:cubicBezTo>
                <a:cubicBezTo>
                  <a:pt x="1071963" y="542931"/>
                  <a:pt x="1086593" y="522205"/>
                  <a:pt x="1086593" y="497211"/>
                </a:cubicBezTo>
                <a:cubicBezTo>
                  <a:pt x="1086593" y="478314"/>
                  <a:pt x="1076535" y="455454"/>
                  <a:pt x="1056418" y="428631"/>
                </a:cubicBezTo>
                <a:cubicBezTo>
                  <a:pt x="1036301" y="401809"/>
                  <a:pt x="1014965" y="388398"/>
                  <a:pt x="992410" y="388398"/>
                </a:cubicBezTo>
                <a:cubicBezTo>
                  <a:pt x="982657" y="388398"/>
                  <a:pt x="971836" y="390379"/>
                  <a:pt x="959949" y="394341"/>
                </a:cubicBezTo>
                <a:cubicBezTo>
                  <a:pt x="948062" y="398304"/>
                  <a:pt x="922001" y="411410"/>
                  <a:pt x="881768" y="433660"/>
                </a:cubicBezTo>
                <a:cubicBezTo>
                  <a:pt x="841534" y="455911"/>
                  <a:pt x="800386" y="480142"/>
                  <a:pt x="758324" y="506355"/>
                </a:cubicBezTo>
                <a:cubicBezTo>
                  <a:pt x="751618" y="510622"/>
                  <a:pt x="745979" y="512756"/>
                  <a:pt x="741407" y="512756"/>
                </a:cubicBezTo>
                <a:cubicBezTo>
                  <a:pt x="736835" y="512756"/>
                  <a:pt x="733025" y="509403"/>
                  <a:pt x="729977" y="502698"/>
                </a:cubicBezTo>
                <a:cubicBezTo>
                  <a:pt x="711080" y="467341"/>
                  <a:pt x="686239" y="428479"/>
                  <a:pt x="655454" y="386112"/>
                </a:cubicBezTo>
                <a:cubicBezTo>
                  <a:pt x="624669" y="343744"/>
                  <a:pt x="602419" y="317532"/>
                  <a:pt x="588703" y="307473"/>
                </a:cubicBezTo>
                <a:cubicBezTo>
                  <a:pt x="574987" y="297415"/>
                  <a:pt x="559594" y="292386"/>
                  <a:pt x="542525" y="292386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8" name="フリーフォーム: 図形 97">
            <a:extLst>
              <a:ext uri="{FF2B5EF4-FFF2-40B4-BE49-F238E27FC236}">
                <a16:creationId xmlns:a16="http://schemas.microsoft.com/office/drawing/2014/main" id="{AAED6BD3-9BA6-7A4C-2777-274CA66721AD}"/>
              </a:ext>
            </a:extLst>
          </p:cNvPr>
          <p:cNvSpPr/>
          <p:nvPr/>
        </p:nvSpPr>
        <p:spPr>
          <a:xfrm>
            <a:off x="4430998" y="3032685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1027767" y="357308"/>
                </a:moveTo>
                <a:cubicBezTo>
                  <a:pt x="1011917" y="357308"/>
                  <a:pt x="1000487" y="359442"/>
                  <a:pt x="993477" y="363709"/>
                </a:cubicBezTo>
                <a:cubicBezTo>
                  <a:pt x="986467" y="367976"/>
                  <a:pt x="982961" y="376510"/>
                  <a:pt x="982961" y="389312"/>
                </a:cubicBezTo>
                <a:cubicBezTo>
                  <a:pt x="982961" y="439909"/>
                  <a:pt x="983266" y="470389"/>
                  <a:pt x="983876" y="480752"/>
                </a:cubicBezTo>
                <a:cubicBezTo>
                  <a:pt x="984485" y="491115"/>
                  <a:pt x="989057" y="499497"/>
                  <a:pt x="997592" y="505898"/>
                </a:cubicBezTo>
                <a:cubicBezTo>
                  <a:pt x="1006126" y="512299"/>
                  <a:pt x="1015270" y="515499"/>
                  <a:pt x="1025024" y="515499"/>
                </a:cubicBezTo>
                <a:cubicBezTo>
                  <a:pt x="1034777" y="515499"/>
                  <a:pt x="1043312" y="513366"/>
                  <a:pt x="1050627" y="509098"/>
                </a:cubicBezTo>
                <a:cubicBezTo>
                  <a:pt x="1057942" y="504831"/>
                  <a:pt x="1062971" y="499954"/>
                  <a:pt x="1065715" y="494468"/>
                </a:cubicBezTo>
                <a:cubicBezTo>
                  <a:pt x="1068458" y="488982"/>
                  <a:pt x="1069829" y="478009"/>
                  <a:pt x="1069829" y="461550"/>
                </a:cubicBezTo>
                <a:cubicBezTo>
                  <a:pt x="1069829" y="419487"/>
                  <a:pt x="1068763" y="391598"/>
                  <a:pt x="1066629" y="377882"/>
                </a:cubicBezTo>
                <a:cubicBezTo>
                  <a:pt x="1064495" y="364166"/>
                  <a:pt x="1051541" y="357308"/>
                  <a:pt x="1027767" y="357308"/>
                </a:cubicBezTo>
                <a:close/>
                <a:moveTo>
                  <a:pt x="1141610" y="355479"/>
                </a:moveTo>
                <a:cubicBezTo>
                  <a:pt x="1126065" y="355479"/>
                  <a:pt x="1114787" y="357765"/>
                  <a:pt x="1107777" y="362337"/>
                </a:cubicBezTo>
                <a:cubicBezTo>
                  <a:pt x="1100767" y="366909"/>
                  <a:pt x="1097261" y="375291"/>
                  <a:pt x="1097261" y="387483"/>
                </a:cubicBezTo>
                <a:cubicBezTo>
                  <a:pt x="1097261" y="438080"/>
                  <a:pt x="1097566" y="468712"/>
                  <a:pt x="1098176" y="479380"/>
                </a:cubicBezTo>
                <a:cubicBezTo>
                  <a:pt x="1098785" y="490048"/>
                  <a:pt x="1103357" y="498430"/>
                  <a:pt x="1111892" y="504526"/>
                </a:cubicBezTo>
                <a:cubicBezTo>
                  <a:pt x="1120426" y="510622"/>
                  <a:pt x="1129418" y="513670"/>
                  <a:pt x="1138867" y="513670"/>
                </a:cubicBezTo>
                <a:cubicBezTo>
                  <a:pt x="1148315" y="513670"/>
                  <a:pt x="1156697" y="511689"/>
                  <a:pt x="1164013" y="507727"/>
                </a:cubicBezTo>
                <a:cubicBezTo>
                  <a:pt x="1171328" y="503764"/>
                  <a:pt x="1176509" y="499192"/>
                  <a:pt x="1179557" y="494011"/>
                </a:cubicBezTo>
                <a:cubicBezTo>
                  <a:pt x="1182605" y="488829"/>
                  <a:pt x="1184129" y="480142"/>
                  <a:pt x="1184129" y="467950"/>
                </a:cubicBezTo>
                <a:lnTo>
                  <a:pt x="1183215" y="390226"/>
                </a:lnTo>
                <a:cubicBezTo>
                  <a:pt x="1183215" y="378034"/>
                  <a:pt x="1180167" y="369195"/>
                  <a:pt x="1174071" y="363709"/>
                </a:cubicBezTo>
                <a:cubicBezTo>
                  <a:pt x="1167975" y="358222"/>
                  <a:pt x="1157155" y="355479"/>
                  <a:pt x="1141610" y="355479"/>
                </a:cubicBezTo>
                <a:close/>
                <a:moveTo>
                  <a:pt x="944557" y="339020"/>
                </a:moveTo>
                <a:cubicBezTo>
                  <a:pt x="923221" y="339020"/>
                  <a:pt x="901580" y="348164"/>
                  <a:pt x="879634" y="366452"/>
                </a:cubicBezTo>
                <a:cubicBezTo>
                  <a:pt x="857689" y="384740"/>
                  <a:pt x="846716" y="406076"/>
                  <a:pt x="846716" y="430460"/>
                </a:cubicBezTo>
                <a:cubicBezTo>
                  <a:pt x="846716" y="445090"/>
                  <a:pt x="850678" y="458502"/>
                  <a:pt x="858603" y="470694"/>
                </a:cubicBezTo>
                <a:cubicBezTo>
                  <a:pt x="884816" y="507879"/>
                  <a:pt x="914839" y="554666"/>
                  <a:pt x="948671" y="611054"/>
                </a:cubicBezTo>
                <a:cubicBezTo>
                  <a:pt x="982504" y="667442"/>
                  <a:pt x="1008869" y="714534"/>
                  <a:pt x="1027767" y="752329"/>
                </a:cubicBezTo>
                <a:cubicBezTo>
                  <a:pt x="1046665" y="790124"/>
                  <a:pt x="1069829" y="809022"/>
                  <a:pt x="1097261" y="809022"/>
                </a:cubicBezTo>
                <a:cubicBezTo>
                  <a:pt x="1116159" y="809022"/>
                  <a:pt x="1138714" y="800944"/>
                  <a:pt x="1164927" y="784790"/>
                </a:cubicBezTo>
                <a:cubicBezTo>
                  <a:pt x="1191140" y="768636"/>
                  <a:pt x="1204246" y="744709"/>
                  <a:pt x="1204246" y="713010"/>
                </a:cubicBezTo>
                <a:cubicBezTo>
                  <a:pt x="1204246" y="698989"/>
                  <a:pt x="1201960" y="684816"/>
                  <a:pt x="1197388" y="670490"/>
                </a:cubicBezTo>
                <a:cubicBezTo>
                  <a:pt x="1192816" y="656164"/>
                  <a:pt x="1182148" y="634219"/>
                  <a:pt x="1165384" y="604653"/>
                </a:cubicBezTo>
                <a:cubicBezTo>
                  <a:pt x="1148620" y="575088"/>
                  <a:pt x="1137495" y="556952"/>
                  <a:pt x="1132009" y="550246"/>
                </a:cubicBezTo>
                <a:cubicBezTo>
                  <a:pt x="1126522" y="543541"/>
                  <a:pt x="1121036" y="539274"/>
                  <a:pt x="1115549" y="537445"/>
                </a:cubicBezTo>
                <a:cubicBezTo>
                  <a:pt x="1107625" y="534397"/>
                  <a:pt x="1100767" y="530587"/>
                  <a:pt x="1094975" y="526015"/>
                </a:cubicBezTo>
                <a:cubicBezTo>
                  <a:pt x="1089184" y="521443"/>
                  <a:pt x="1085069" y="519157"/>
                  <a:pt x="1082631" y="519157"/>
                </a:cubicBezTo>
                <a:cubicBezTo>
                  <a:pt x="1081412" y="519157"/>
                  <a:pt x="1080193" y="519766"/>
                  <a:pt x="1078973" y="520986"/>
                </a:cubicBezTo>
                <a:cubicBezTo>
                  <a:pt x="1064343" y="535616"/>
                  <a:pt x="1047122" y="542931"/>
                  <a:pt x="1027310" y="542931"/>
                </a:cubicBezTo>
                <a:cubicBezTo>
                  <a:pt x="1007498" y="542931"/>
                  <a:pt x="991343" y="537445"/>
                  <a:pt x="978847" y="526472"/>
                </a:cubicBezTo>
                <a:cubicBezTo>
                  <a:pt x="966350" y="515499"/>
                  <a:pt x="959187" y="502698"/>
                  <a:pt x="957358" y="488067"/>
                </a:cubicBezTo>
                <a:cubicBezTo>
                  <a:pt x="955529" y="473437"/>
                  <a:pt x="954615" y="449662"/>
                  <a:pt x="954615" y="416744"/>
                </a:cubicBezTo>
                <a:cubicBezTo>
                  <a:pt x="954615" y="383826"/>
                  <a:pt x="958882" y="363099"/>
                  <a:pt x="967417" y="354565"/>
                </a:cubicBezTo>
                <a:cubicBezTo>
                  <a:pt x="970465" y="351517"/>
                  <a:pt x="971836" y="349383"/>
                  <a:pt x="971531" y="348164"/>
                </a:cubicBezTo>
                <a:cubicBezTo>
                  <a:pt x="971227" y="346945"/>
                  <a:pt x="968636" y="345116"/>
                  <a:pt x="963759" y="342677"/>
                </a:cubicBezTo>
                <a:cubicBezTo>
                  <a:pt x="958882" y="340239"/>
                  <a:pt x="952481" y="339020"/>
                  <a:pt x="944557" y="339020"/>
                </a:cubicBezTo>
                <a:close/>
                <a:moveTo>
                  <a:pt x="648291" y="300615"/>
                </a:moveTo>
                <a:cubicBezTo>
                  <a:pt x="617201" y="300615"/>
                  <a:pt x="594799" y="305644"/>
                  <a:pt x="581083" y="315703"/>
                </a:cubicBezTo>
                <a:cubicBezTo>
                  <a:pt x="567367" y="325761"/>
                  <a:pt x="559594" y="342982"/>
                  <a:pt x="557765" y="367366"/>
                </a:cubicBezTo>
                <a:lnTo>
                  <a:pt x="552279" y="455149"/>
                </a:lnTo>
                <a:cubicBezTo>
                  <a:pt x="551669" y="466731"/>
                  <a:pt x="549841" y="473589"/>
                  <a:pt x="546793" y="475723"/>
                </a:cubicBezTo>
                <a:cubicBezTo>
                  <a:pt x="543745" y="477856"/>
                  <a:pt x="538868" y="478923"/>
                  <a:pt x="532162" y="478923"/>
                </a:cubicBezTo>
                <a:lnTo>
                  <a:pt x="411461" y="478923"/>
                </a:lnTo>
                <a:cubicBezTo>
                  <a:pt x="390735" y="478923"/>
                  <a:pt x="375952" y="485629"/>
                  <a:pt x="367113" y="499040"/>
                </a:cubicBezTo>
                <a:cubicBezTo>
                  <a:pt x="358274" y="512451"/>
                  <a:pt x="353854" y="533635"/>
                  <a:pt x="353854" y="562591"/>
                </a:cubicBezTo>
                <a:cubicBezTo>
                  <a:pt x="353854" y="591547"/>
                  <a:pt x="358426" y="612883"/>
                  <a:pt x="367570" y="626599"/>
                </a:cubicBezTo>
                <a:cubicBezTo>
                  <a:pt x="376714" y="640315"/>
                  <a:pt x="391345" y="647173"/>
                  <a:pt x="411461" y="647173"/>
                </a:cubicBezTo>
                <a:lnTo>
                  <a:pt x="515703" y="647173"/>
                </a:lnTo>
                <a:cubicBezTo>
                  <a:pt x="526066" y="647173"/>
                  <a:pt x="532315" y="648087"/>
                  <a:pt x="534448" y="649916"/>
                </a:cubicBezTo>
                <a:cubicBezTo>
                  <a:pt x="536582" y="651745"/>
                  <a:pt x="537649" y="655402"/>
                  <a:pt x="537649" y="660889"/>
                </a:cubicBezTo>
                <a:cubicBezTo>
                  <a:pt x="537649" y="666375"/>
                  <a:pt x="533534" y="685882"/>
                  <a:pt x="525304" y="719410"/>
                </a:cubicBezTo>
                <a:cubicBezTo>
                  <a:pt x="517075" y="752938"/>
                  <a:pt x="500920" y="791343"/>
                  <a:pt x="476841" y="834625"/>
                </a:cubicBezTo>
                <a:cubicBezTo>
                  <a:pt x="452762" y="877906"/>
                  <a:pt x="420910" y="920274"/>
                  <a:pt x="381286" y="961726"/>
                </a:cubicBezTo>
                <a:cubicBezTo>
                  <a:pt x="359341" y="984891"/>
                  <a:pt x="348368" y="1008666"/>
                  <a:pt x="348368" y="1033050"/>
                </a:cubicBezTo>
                <a:cubicBezTo>
                  <a:pt x="348368" y="1057434"/>
                  <a:pt x="357664" y="1079989"/>
                  <a:pt x="376257" y="1100715"/>
                </a:cubicBezTo>
                <a:cubicBezTo>
                  <a:pt x="394850" y="1121442"/>
                  <a:pt x="418777" y="1131805"/>
                  <a:pt x="448037" y="1131805"/>
                </a:cubicBezTo>
                <a:cubicBezTo>
                  <a:pt x="462668" y="1131805"/>
                  <a:pt x="476689" y="1128757"/>
                  <a:pt x="490100" y="1122661"/>
                </a:cubicBezTo>
                <a:cubicBezTo>
                  <a:pt x="503511" y="1116565"/>
                  <a:pt x="523171" y="1099496"/>
                  <a:pt x="549079" y="1071454"/>
                </a:cubicBezTo>
                <a:cubicBezTo>
                  <a:pt x="574987" y="1043413"/>
                  <a:pt x="599218" y="1009123"/>
                  <a:pt x="621773" y="968584"/>
                </a:cubicBezTo>
                <a:cubicBezTo>
                  <a:pt x="644329" y="928046"/>
                  <a:pt x="663836" y="882478"/>
                  <a:pt x="680295" y="831882"/>
                </a:cubicBezTo>
                <a:cubicBezTo>
                  <a:pt x="696754" y="781285"/>
                  <a:pt x="709861" y="726421"/>
                  <a:pt x="719614" y="667290"/>
                </a:cubicBezTo>
                <a:cubicBezTo>
                  <a:pt x="720833" y="658146"/>
                  <a:pt x="722815" y="652507"/>
                  <a:pt x="725558" y="650373"/>
                </a:cubicBezTo>
                <a:cubicBezTo>
                  <a:pt x="728301" y="648240"/>
                  <a:pt x="734245" y="647173"/>
                  <a:pt x="743389" y="647173"/>
                </a:cubicBezTo>
                <a:lnTo>
                  <a:pt x="834829" y="647173"/>
                </a:lnTo>
                <a:cubicBezTo>
                  <a:pt x="847021" y="647173"/>
                  <a:pt x="855403" y="649002"/>
                  <a:pt x="859975" y="652659"/>
                </a:cubicBezTo>
                <a:cubicBezTo>
                  <a:pt x="864547" y="656317"/>
                  <a:pt x="866833" y="664546"/>
                  <a:pt x="866833" y="677348"/>
                </a:cubicBezTo>
                <a:cubicBezTo>
                  <a:pt x="866833" y="708438"/>
                  <a:pt x="865004" y="752786"/>
                  <a:pt x="861346" y="810393"/>
                </a:cubicBezTo>
                <a:cubicBezTo>
                  <a:pt x="857689" y="868000"/>
                  <a:pt x="854793" y="903967"/>
                  <a:pt x="852659" y="918292"/>
                </a:cubicBezTo>
                <a:cubicBezTo>
                  <a:pt x="850526" y="932618"/>
                  <a:pt x="846563" y="942219"/>
                  <a:pt x="840772" y="947096"/>
                </a:cubicBezTo>
                <a:cubicBezTo>
                  <a:pt x="834981" y="951973"/>
                  <a:pt x="824618" y="954411"/>
                  <a:pt x="809683" y="954411"/>
                </a:cubicBezTo>
                <a:cubicBezTo>
                  <a:pt x="794747" y="954411"/>
                  <a:pt x="779965" y="953344"/>
                  <a:pt x="765334" y="951211"/>
                </a:cubicBezTo>
                <a:cubicBezTo>
                  <a:pt x="750704" y="949077"/>
                  <a:pt x="741255" y="948010"/>
                  <a:pt x="736988" y="948010"/>
                </a:cubicBezTo>
                <a:cubicBezTo>
                  <a:pt x="713213" y="948010"/>
                  <a:pt x="694621" y="957154"/>
                  <a:pt x="681209" y="975442"/>
                </a:cubicBezTo>
                <a:cubicBezTo>
                  <a:pt x="667798" y="993730"/>
                  <a:pt x="661093" y="1015524"/>
                  <a:pt x="661093" y="1040822"/>
                </a:cubicBezTo>
                <a:cubicBezTo>
                  <a:pt x="661093" y="1066120"/>
                  <a:pt x="667646" y="1085932"/>
                  <a:pt x="680752" y="1100258"/>
                </a:cubicBezTo>
                <a:cubicBezTo>
                  <a:pt x="693859" y="1114584"/>
                  <a:pt x="726320" y="1123423"/>
                  <a:pt x="778136" y="1126776"/>
                </a:cubicBezTo>
                <a:cubicBezTo>
                  <a:pt x="829952" y="1130128"/>
                  <a:pt x="866528" y="1131805"/>
                  <a:pt x="887864" y="1131805"/>
                </a:cubicBezTo>
                <a:cubicBezTo>
                  <a:pt x="938461" y="1131805"/>
                  <a:pt x="971989" y="1123118"/>
                  <a:pt x="988448" y="1105744"/>
                </a:cubicBezTo>
                <a:cubicBezTo>
                  <a:pt x="1004907" y="1088371"/>
                  <a:pt x="1017709" y="1051795"/>
                  <a:pt x="1026853" y="996016"/>
                </a:cubicBezTo>
                <a:cubicBezTo>
                  <a:pt x="1035997" y="940238"/>
                  <a:pt x="1040569" y="902900"/>
                  <a:pt x="1040569" y="884002"/>
                </a:cubicBezTo>
                <a:cubicBezTo>
                  <a:pt x="1040569" y="865105"/>
                  <a:pt x="1038740" y="850170"/>
                  <a:pt x="1035082" y="839197"/>
                </a:cubicBezTo>
                <a:cubicBezTo>
                  <a:pt x="1031425" y="828224"/>
                  <a:pt x="1026395" y="817556"/>
                  <a:pt x="1019995" y="807193"/>
                </a:cubicBezTo>
                <a:cubicBezTo>
                  <a:pt x="1013594" y="796830"/>
                  <a:pt x="1003383" y="778237"/>
                  <a:pt x="989362" y="751414"/>
                </a:cubicBezTo>
                <a:cubicBezTo>
                  <a:pt x="975341" y="724592"/>
                  <a:pt x="958425" y="694112"/>
                  <a:pt x="938613" y="659974"/>
                </a:cubicBezTo>
                <a:cubicBezTo>
                  <a:pt x="918801" y="625837"/>
                  <a:pt x="900056" y="595357"/>
                  <a:pt x="882377" y="568534"/>
                </a:cubicBezTo>
                <a:lnTo>
                  <a:pt x="832085" y="493554"/>
                </a:lnTo>
                <a:cubicBezTo>
                  <a:pt x="827818" y="487458"/>
                  <a:pt x="824465" y="483495"/>
                  <a:pt x="822027" y="481666"/>
                </a:cubicBezTo>
                <a:cubicBezTo>
                  <a:pt x="819589" y="479838"/>
                  <a:pt x="816236" y="478923"/>
                  <a:pt x="811969" y="478923"/>
                </a:cubicBezTo>
                <a:lnTo>
                  <a:pt x="756190" y="478923"/>
                </a:lnTo>
                <a:cubicBezTo>
                  <a:pt x="748265" y="478923"/>
                  <a:pt x="742931" y="477856"/>
                  <a:pt x="740188" y="475723"/>
                </a:cubicBezTo>
                <a:cubicBezTo>
                  <a:pt x="737445" y="473589"/>
                  <a:pt x="736073" y="469779"/>
                  <a:pt x="736073" y="464293"/>
                </a:cubicBezTo>
                <a:lnTo>
                  <a:pt x="741560" y="365538"/>
                </a:lnTo>
                <a:cubicBezTo>
                  <a:pt x="741560" y="341154"/>
                  <a:pt x="733787" y="324237"/>
                  <a:pt x="718243" y="314788"/>
                </a:cubicBezTo>
                <a:cubicBezTo>
                  <a:pt x="702698" y="305340"/>
                  <a:pt x="679381" y="300615"/>
                  <a:pt x="648291" y="300615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7" name="フリーフォーム: 図形 96">
            <a:extLst>
              <a:ext uri="{FF2B5EF4-FFF2-40B4-BE49-F238E27FC236}">
                <a16:creationId xmlns:a16="http://schemas.microsoft.com/office/drawing/2014/main" id="{9A8B150D-08C0-546D-9C61-E97AF026818A}"/>
              </a:ext>
            </a:extLst>
          </p:cNvPr>
          <p:cNvSpPr/>
          <p:nvPr/>
        </p:nvSpPr>
        <p:spPr>
          <a:xfrm>
            <a:off x="3189066" y="3032686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14429" y="311587"/>
                </a:moveTo>
                <a:cubicBezTo>
                  <a:pt x="490655" y="311587"/>
                  <a:pt x="469776" y="319969"/>
                  <a:pt x="451793" y="336733"/>
                </a:cubicBezTo>
                <a:cubicBezTo>
                  <a:pt x="433810" y="353497"/>
                  <a:pt x="423294" y="374376"/>
                  <a:pt x="420246" y="399369"/>
                </a:cubicBezTo>
                <a:cubicBezTo>
                  <a:pt x="408054" y="494467"/>
                  <a:pt x="401958" y="565028"/>
                  <a:pt x="401958" y="611053"/>
                </a:cubicBezTo>
                <a:cubicBezTo>
                  <a:pt x="401958" y="657078"/>
                  <a:pt x="405921" y="706455"/>
                  <a:pt x="413845" y="759186"/>
                </a:cubicBezTo>
                <a:cubicBezTo>
                  <a:pt x="421770" y="811916"/>
                  <a:pt x="438687" y="848492"/>
                  <a:pt x="464595" y="868914"/>
                </a:cubicBezTo>
                <a:cubicBezTo>
                  <a:pt x="490503" y="889335"/>
                  <a:pt x="519306" y="899546"/>
                  <a:pt x="551005" y="899546"/>
                </a:cubicBezTo>
                <a:cubicBezTo>
                  <a:pt x="566855" y="899546"/>
                  <a:pt x="583619" y="896498"/>
                  <a:pt x="601297" y="890402"/>
                </a:cubicBezTo>
                <a:cubicBezTo>
                  <a:pt x="618976" y="884306"/>
                  <a:pt x="636807" y="876686"/>
                  <a:pt x="654790" y="867542"/>
                </a:cubicBezTo>
                <a:cubicBezTo>
                  <a:pt x="672773" y="858398"/>
                  <a:pt x="689994" y="847730"/>
                  <a:pt x="706453" y="835538"/>
                </a:cubicBezTo>
                <a:cubicBezTo>
                  <a:pt x="722913" y="823346"/>
                  <a:pt x="739219" y="810087"/>
                  <a:pt x="755374" y="795762"/>
                </a:cubicBezTo>
                <a:cubicBezTo>
                  <a:pt x="771528" y="781436"/>
                  <a:pt x="781891" y="769701"/>
                  <a:pt x="786463" y="760557"/>
                </a:cubicBezTo>
                <a:cubicBezTo>
                  <a:pt x="791035" y="751413"/>
                  <a:pt x="793321" y="741355"/>
                  <a:pt x="793321" y="730382"/>
                </a:cubicBezTo>
                <a:cubicBezTo>
                  <a:pt x="793321" y="708437"/>
                  <a:pt x="784330" y="686034"/>
                  <a:pt x="766347" y="663174"/>
                </a:cubicBezTo>
                <a:cubicBezTo>
                  <a:pt x="748363" y="640314"/>
                  <a:pt x="727789" y="628884"/>
                  <a:pt x="704625" y="628884"/>
                </a:cubicBezTo>
                <a:cubicBezTo>
                  <a:pt x="688775" y="628884"/>
                  <a:pt x="674145" y="633456"/>
                  <a:pt x="660733" y="642600"/>
                </a:cubicBezTo>
                <a:cubicBezTo>
                  <a:pt x="647322" y="651744"/>
                  <a:pt x="636502" y="656316"/>
                  <a:pt x="628272" y="656316"/>
                </a:cubicBezTo>
                <a:cubicBezTo>
                  <a:pt x="620043" y="656316"/>
                  <a:pt x="613642" y="650982"/>
                  <a:pt x="609070" y="640314"/>
                </a:cubicBezTo>
                <a:cubicBezTo>
                  <a:pt x="604498" y="629646"/>
                  <a:pt x="602212" y="606938"/>
                  <a:pt x="602212" y="572191"/>
                </a:cubicBezTo>
                <a:cubicBezTo>
                  <a:pt x="602212" y="537444"/>
                  <a:pt x="607698" y="484409"/>
                  <a:pt x="618671" y="413085"/>
                </a:cubicBezTo>
                <a:cubicBezTo>
                  <a:pt x="620500" y="403332"/>
                  <a:pt x="621414" y="394493"/>
                  <a:pt x="621414" y="386568"/>
                </a:cubicBezTo>
                <a:cubicBezTo>
                  <a:pt x="621414" y="367670"/>
                  <a:pt x="616690" y="353192"/>
                  <a:pt x="607241" y="343134"/>
                </a:cubicBezTo>
                <a:cubicBezTo>
                  <a:pt x="597792" y="333075"/>
                  <a:pt x="582857" y="325303"/>
                  <a:pt x="562435" y="319817"/>
                </a:cubicBezTo>
                <a:cubicBezTo>
                  <a:pt x="542014" y="314330"/>
                  <a:pt x="526012" y="311587"/>
                  <a:pt x="514429" y="311587"/>
                </a:cubicBezTo>
                <a:close/>
                <a:moveTo>
                  <a:pt x="1017349" y="305186"/>
                </a:moveTo>
                <a:cubicBezTo>
                  <a:pt x="971629" y="305186"/>
                  <a:pt x="941911" y="312197"/>
                  <a:pt x="928195" y="326217"/>
                </a:cubicBezTo>
                <a:cubicBezTo>
                  <a:pt x="914479" y="340238"/>
                  <a:pt x="907621" y="364622"/>
                  <a:pt x="907621" y="399369"/>
                </a:cubicBezTo>
                <a:cubicBezTo>
                  <a:pt x="907621" y="403637"/>
                  <a:pt x="908841" y="426801"/>
                  <a:pt x="911279" y="468864"/>
                </a:cubicBezTo>
                <a:cubicBezTo>
                  <a:pt x="913717" y="510926"/>
                  <a:pt x="914937" y="550550"/>
                  <a:pt x="914937" y="587736"/>
                </a:cubicBezTo>
                <a:cubicBezTo>
                  <a:pt x="914937" y="684053"/>
                  <a:pt x="903964" y="757509"/>
                  <a:pt x="882018" y="808106"/>
                </a:cubicBezTo>
                <a:cubicBezTo>
                  <a:pt x="860073" y="858703"/>
                  <a:pt x="812219" y="904728"/>
                  <a:pt x="738457" y="946181"/>
                </a:cubicBezTo>
                <a:cubicBezTo>
                  <a:pt x="698224" y="969345"/>
                  <a:pt x="678107" y="997082"/>
                  <a:pt x="678107" y="1029391"/>
                </a:cubicBezTo>
                <a:cubicBezTo>
                  <a:pt x="678107" y="1051337"/>
                  <a:pt x="686337" y="1074806"/>
                  <a:pt x="702796" y="1099800"/>
                </a:cubicBezTo>
                <a:cubicBezTo>
                  <a:pt x="719255" y="1124793"/>
                  <a:pt x="743639" y="1137290"/>
                  <a:pt x="775948" y="1137290"/>
                </a:cubicBezTo>
                <a:cubicBezTo>
                  <a:pt x="817401" y="1137290"/>
                  <a:pt x="871350" y="1112144"/>
                  <a:pt x="937797" y="1061852"/>
                </a:cubicBezTo>
                <a:cubicBezTo>
                  <a:pt x="1004243" y="1011560"/>
                  <a:pt x="1051030" y="949991"/>
                  <a:pt x="1078157" y="877143"/>
                </a:cubicBezTo>
                <a:cubicBezTo>
                  <a:pt x="1105284" y="804296"/>
                  <a:pt x="1118848" y="710570"/>
                  <a:pt x="1118848" y="595965"/>
                </a:cubicBezTo>
                <a:cubicBezTo>
                  <a:pt x="1118848" y="559999"/>
                  <a:pt x="1117629" y="522204"/>
                  <a:pt x="1115190" y="482580"/>
                </a:cubicBezTo>
                <a:cubicBezTo>
                  <a:pt x="1112752" y="442956"/>
                  <a:pt x="1110466" y="413390"/>
                  <a:pt x="1108332" y="393883"/>
                </a:cubicBezTo>
                <a:cubicBezTo>
                  <a:pt x="1106199" y="374376"/>
                  <a:pt x="1101627" y="358069"/>
                  <a:pt x="1094616" y="344963"/>
                </a:cubicBezTo>
                <a:cubicBezTo>
                  <a:pt x="1087606" y="331856"/>
                  <a:pt x="1077700" y="321950"/>
                  <a:pt x="1064898" y="315245"/>
                </a:cubicBezTo>
                <a:cubicBezTo>
                  <a:pt x="1052097" y="308539"/>
                  <a:pt x="1036247" y="305186"/>
                  <a:pt x="1017349" y="305186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6" name="フリーフォーム: 図形 95">
            <a:extLst>
              <a:ext uri="{FF2B5EF4-FFF2-40B4-BE49-F238E27FC236}">
                <a16:creationId xmlns:a16="http://schemas.microsoft.com/office/drawing/2014/main" id="{453FEC47-BD14-D857-05C9-F51D3DE3A02B}"/>
              </a:ext>
            </a:extLst>
          </p:cNvPr>
          <p:cNvSpPr/>
          <p:nvPr/>
        </p:nvSpPr>
        <p:spPr>
          <a:xfrm>
            <a:off x="1952402" y="3032686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85197" y="785247"/>
                </a:moveTo>
                <a:cubicBezTo>
                  <a:pt x="587636" y="785247"/>
                  <a:pt x="589160" y="786924"/>
                  <a:pt x="589769" y="790276"/>
                </a:cubicBezTo>
                <a:cubicBezTo>
                  <a:pt x="590379" y="793629"/>
                  <a:pt x="591293" y="811765"/>
                  <a:pt x="592512" y="844683"/>
                </a:cubicBezTo>
                <a:lnTo>
                  <a:pt x="597084" y="944353"/>
                </a:lnTo>
                <a:cubicBezTo>
                  <a:pt x="597084" y="949839"/>
                  <a:pt x="596322" y="953954"/>
                  <a:pt x="594798" y="956697"/>
                </a:cubicBezTo>
                <a:cubicBezTo>
                  <a:pt x="593274" y="959440"/>
                  <a:pt x="588550" y="961879"/>
                  <a:pt x="580625" y="964012"/>
                </a:cubicBezTo>
                <a:cubicBezTo>
                  <a:pt x="572700" y="966146"/>
                  <a:pt x="565690" y="967213"/>
                  <a:pt x="559594" y="967213"/>
                </a:cubicBezTo>
                <a:cubicBezTo>
                  <a:pt x="544964" y="967213"/>
                  <a:pt x="533076" y="960660"/>
                  <a:pt x="523932" y="947553"/>
                </a:cubicBezTo>
                <a:cubicBezTo>
                  <a:pt x="514788" y="934447"/>
                  <a:pt x="510216" y="919512"/>
                  <a:pt x="510216" y="902748"/>
                </a:cubicBezTo>
                <a:cubicBezTo>
                  <a:pt x="510216" y="885984"/>
                  <a:pt x="514331" y="869067"/>
                  <a:pt x="522561" y="851998"/>
                </a:cubicBezTo>
                <a:cubicBezTo>
                  <a:pt x="530790" y="834930"/>
                  <a:pt x="542220" y="819537"/>
                  <a:pt x="556851" y="805821"/>
                </a:cubicBezTo>
                <a:cubicBezTo>
                  <a:pt x="571481" y="792105"/>
                  <a:pt x="580930" y="785247"/>
                  <a:pt x="585197" y="785247"/>
                </a:cubicBezTo>
                <a:close/>
                <a:moveTo>
                  <a:pt x="797338" y="722154"/>
                </a:moveTo>
                <a:cubicBezTo>
                  <a:pt x="809530" y="722154"/>
                  <a:pt x="822027" y="723982"/>
                  <a:pt x="834828" y="727640"/>
                </a:cubicBezTo>
                <a:cubicBezTo>
                  <a:pt x="847630" y="731298"/>
                  <a:pt x="854031" y="736936"/>
                  <a:pt x="854031" y="744556"/>
                </a:cubicBezTo>
                <a:cubicBezTo>
                  <a:pt x="854031" y="752176"/>
                  <a:pt x="842144" y="769093"/>
                  <a:pt x="818369" y="795306"/>
                </a:cubicBezTo>
                <a:cubicBezTo>
                  <a:pt x="794595" y="821518"/>
                  <a:pt x="779355" y="834625"/>
                  <a:pt x="772649" y="834625"/>
                </a:cubicBezTo>
                <a:cubicBezTo>
                  <a:pt x="769601" y="834625"/>
                  <a:pt x="767620" y="832644"/>
                  <a:pt x="766706" y="828681"/>
                </a:cubicBezTo>
                <a:cubicBezTo>
                  <a:pt x="765791" y="824719"/>
                  <a:pt x="765334" y="816489"/>
                  <a:pt x="765334" y="803992"/>
                </a:cubicBezTo>
                <a:cubicBezTo>
                  <a:pt x="765334" y="791496"/>
                  <a:pt x="765486" y="776408"/>
                  <a:pt x="765791" y="758730"/>
                </a:cubicBezTo>
                <a:cubicBezTo>
                  <a:pt x="766096" y="741051"/>
                  <a:pt x="766706" y="730993"/>
                  <a:pt x="767620" y="728554"/>
                </a:cubicBezTo>
                <a:cubicBezTo>
                  <a:pt x="768534" y="726116"/>
                  <a:pt x="770668" y="724440"/>
                  <a:pt x="774021" y="723525"/>
                </a:cubicBezTo>
                <a:cubicBezTo>
                  <a:pt x="777374" y="722611"/>
                  <a:pt x="785146" y="722154"/>
                  <a:pt x="797338" y="722154"/>
                </a:cubicBezTo>
                <a:close/>
                <a:moveTo>
                  <a:pt x="710927" y="288728"/>
                </a:moveTo>
                <a:cubicBezTo>
                  <a:pt x="678923" y="288728"/>
                  <a:pt x="656520" y="294672"/>
                  <a:pt x="643719" y="306559"/>
                </a:cubicBezTo>
                <a:cubicBezTo>
                  <a:pt x="630917" y="318446"/>
                  <a:pt x="621164" y="339630"/>
                  <a:pt x="614458" y="370110"/>
                </a:cubicBezTo>
                <a:cubicBezTo>
                  <a:pt x="612629" y="378644"/>
                  <a:pt x="610648" y="383978"/>
                  <a:pt x="608514" y="386112"/>
                </a:cubicBezTo>
                <a:cubicBezTo>
                  <a:pt x="606381" y="388245"/>
                  <a:pt x="601961" y="389312"/>
                  <a:pt x="595256" y="389312"/>
                </a:cubicBezTo>
                <a:lnTo>
                  <a:pt x="425177" y="389312"/>
                </a:lnTo>
                <a:cubicBezTo>
                  <a:pt x="378848" y="389312"/>
                  <a:pt x="355683" y="415830"/>
                  <a:pt x="355683" y="468865"/>
                </a:cubicBezTo>
                <a:cubicBezTo>
                  <a:pt x="355683" y="496906"/>
                  <a:pt x="361017" y="517176"/>
                  <a:pt x="371685" y="529672"/>
                </a:cubicBezTo>
                <a:cubicBezTo>
                  <a:pt x="382353" y="542169"/>
                  <a:pt x="400184" y="548418"/>
                  <a:pt x="425177" y="548418"/>
                </a:cubicBezTo>
                <a:lnTo>
                  <a:pt x="580625" y="548418"/>
                </a:lnTo>
                <a:cubicBezTo>
                  <a:pt x="586721" y="548418"/>
                  <a:pt x="590531" y="549789"/>
                  <a:pt x="592055" y="552532"/>
                </a:cubicBezTo>
                <a:cubicBezTo>
                  <a:pt x="593579" y="555276"/>
                  <a:pt x="594341" y="562286"/>
                  <a:pt x="594341" y="573564"/>
                </a:cubicBezTo>
                <a:cubicBezTo>
                  <a:pt x="594341" y="584841"/>
                  <a:pt x="593122" y="592918"/>
                  <a:pt x="590684" y="597795"/>
                </a:cubicBezTo>
                <a:cubicBezTo>
                  <a:pt x="588245" y="602672"/>
                  <a:pt x="581235" y="606939"/>
                  <a:pt x="569652" y="610597"/>
                </a:cubicBezTo>
                <a:cubicBezTo>
                  <a:pt x="506254" y="630714"/>
                  <a:pt x="453676" y="668966"/>
                  <a:pt x="411918" y="725354"/>
                </a:cubicBezTo>
                <a:cubicBezTo>
                  <a:pt x="370161" y="781742"/>
                  <a:pt x="349282" y="842702"/>
                  <a:pt x="349282" y="908234"/>
                </a:cubicBezTo>
                <a:cubicBezTo>
                  <a:pt x="349282" y="973766"/>
                  <a:pt x="366503" y="1027716"/>
                  <a:pt x="400946" y="1070083"/>
                </a:cubicBezTo>
                <a:cubicBezTo>
                  <a:pt x="435388" y="1112450"/>
                  <a:pt x="481108" y="1133634"/>
                  <a:pt x="538106" y="1133634"/>
                </a:cubicBezTo>
                <a:cubicBezTo>
                  <a:pt x="595103" y="1133634"/>
                  <a:pt x="661702" y="1107116"/>
                  <a:pt x="737902" y="1054081"/>
                </a:cubicBezTo>
                <a:cubicBezTo>
                  <a:pt x="814102" y="1001046"/>
                  <a:pt x="879024" y="938866"/>
                  <a:pt x="932669" y="867543"/>
                </a:cubicBezTo>
                <a:cubicBezTo>
                  <a:pt x="940594" y="857180"/>
                  <a:pt x="946690" y="851998"/>
                  <a:pt x="950957" y="851998"/>
                </a:cubicBezTo>
                <a:cubicBezTo>
                  <a:pt x="955224" y="851998"/>
                  <a:pt x="958882" y="857180"/>
                  <a:pt x="961930" y="867543"/>
                </a:cubicBezTo>
                <a:cubicBezTo>
                  <a:pt x="964978" y="877906"/>
                  <a:pt x="966502" y="888727"/>
                  <a:pt x="966502" y="900004"/>
                </a:cubicBezTo>
                <a:cubicBezTo>
                  <a:pt x="966502" y="911282"/>
                  <a:pt x="961473" y="924541"/>
                  <a:pt x="951414" y="939781"/>
                </a:cubicBezTo>
                <a:cubicBezTo>
                  <a:pt x="941356" y="955021"/>
                  <a:pt x="925202" y="972852"/>
                  <a:pt x="902951" y="993273"/>
                </a:cubicBezTo>
                <a:cubicBezTo>
                  <a:pt x="880701" y="1013695"/>
                  <a:pt x="869576" y="1035031"/>
                  <a:pt x="869576" y="1057281"/>
                </a:cubicBezTo>
                <a:cubicBezTo>
                  <a:pt x="869576" y="1079532"/>
                  <a:pt x="879634" y="1099496"/>
                  <a:pt x="899751" y="1117174"/>
                </a:cubicBezTo>
                <a:cubicBezTo>
                  <a:pt x="919868" y="1134853"/>
                  <a:pt x="942118" y="1143692"/>
                  <a:pt x="966502" y="1143692"/>
                </a:cubicBezTo>
                <a:cubicBezTo>
                  <a:pt x="1006736" y="1143692"/>
                  <a:pt x="1046817" y="1115955"/>
                  <a:pt x="1086746" y="1060482"/>
                </a:cubicBezTo>
                <a:cubicBezTo>
                  <a:pt x="1126674" y="1005008"/>
                  <a:pt x="1146639" y="945267"/>
                  <a:pt x="1146639" y="881259"/>
                </a:cubicBezTo>
                <a:cubicBezTo>
                  <a:pt x="1146639" y="851998"/>
                  <a:pt x="1142219" y="824109"/>
                  <a:pt x="1133380" y="797592"/>
                </a:cubicBezTo>
                <a:cubicBezTo>
                  <a:pt x="1124541" y="771074"/>
                  <a:pt x="1107472" y="742423"/>
                  <a:pt x="1082174" y="711638"/>
                </a:cubicBezTo>
                <a:cubicBezTo>
                  <a:pt x="1056875" y="680853"/>
                  <a:pt x="1030967" y="656926"/>
                  <a:pt x="1004450" y="639858"/>
                </a:cubicBezTo>
                <a:cubicBezTo>
                  <a:pt x="977932" y="622789"/>
                  <a:pt x="948519" y="610292"/>
                  <a:pt x="916210" y="602367"/>
                </a:cubicBezTo>
                <a:cubicBezTo>
                  <a:pt x="883901" y="594442"/>
                  <a:pt x="845192" y="590175"/>
                  <a:pt x="800081" y="589566"/>
                </a:cubicBezTo>
                <a:cubicBezTo>
                  <a:pt x="789718" y="589566"/>
                  <a:pt x="784536" y="585603"/>
                  <a:pt x="784536" y="577678"/>
                </a:cubicBezTo>
                <a:cubicBezTo>
                  <a:pt x="784536" y="566096"/>
                  <a:pt x="785908" y="558324"/>
                  <a:pt x="788651" y="554361"/>
                </a:cubicBezTo>
                <a:cubicBezTo>
                  <a:pt x="791394" y="550399"/>
                  <a:pt x="796728" y="548418"/>
                  <a:pt x="804653" y="548418"/>
                </a:cubicBezTo>
                <a:lnTo>
                  <a:pt x="1068915" y="548418"/>
                </a:lnTo>
                <a:cubicBezTo>
                  <a:pt x="1094518" y="548418"/>
                  <a:pt x="1112501" y="542322"/>
                  <a:pt x="1122864" y="530130"/>
                </a:cubicBezTo>
                <a:cubicBezTo>
                  <a:pt x="1133228" y="517938"/>
                  <a:pt x="1138409" y="497516"/>
                  <a:pt x="1138409" y="468865"/>
                </a:cubicBezTo>
                <a:cubicBezTo>
                  <a:pt x="1138409" y="415830"/>
                  <a:pt x="1115244" y="389312"/>
                  <a:pt x="1068915" y="389312"/>
                </a:cubicBezTo>
                <a:lnTo>
                  <a:pt x="831171" y="389312"/>
                </a:lnTo>
                <a:cubicBezTo>
                  <a:pt x="824465" y="389312"/>
                  <a:pt x="819893" y="388245"/>
                  <a:pt x="817455" y="386112"/>
                </a:cubicBezTo>
                <a:cubicBezTo>
                  <a:pt x="815016" y="383978"/>
                  <a:pt x="813797" y="378644"/>
                  <a:pt x="813797" y="370110"/>
                </a:cubicBezTo>
                <a:cubicBezTo>
                  <a:pt x="813188" y="339020"/>
                  <a:pt x="803891" y="317684"/>
                  <a:pt x="785908" y="306102"/>
                </a:cubicBezTo>
                <a:cubicBezTo>
                  <a:pt x="767925" y="294519"/>
                  <a:pt x="742931" y="288728"/>
                  <a:pt x="710927" y="288728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65" name="フリーフォーム: 図形 64">
            <a:extLst>
              <a:ext uri="{FF2B5EF4-FFF2-40B4-BE49-F238E27FC236}">
                <a16:creationId xmlns:a16="http://schemas.microsoft.com/office/drawing/2014/main" id="{D93F6287-B12E-D799-66BD-38880D71B795}"/>
              </a:ext>
            </a:extLst>
          </p:cNvPr>
          <p:cNvSpPr/>
          <p:nvPr/>
        </p:nvSpPr>
        <p:spPr>
          <a:xfrm>
            <a:off x="8005224" y="1193003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87610" y="540188"/>
                </a:moveTo>
                <a:cubicBezTo>
                  <a:pt x="682124" y="540188"/>
                  <a:pt x="646919" y="544455"/>
                  <a:pt x="581997" y="552989"/>
                </a:cubicBezTo>
                <a:cubicBezTo>
                  <a:pt x="517074" y="561524"/>
                  <a:pt x="476841" y="568077"/>
                  <a:pt x="461296" y="572649"/>
                </a:cubicBezTo>
                <a:cubicBezTo>
                  <a:pt x="445751" y="577221"/>
                  <a:pt x="433254" y="585451"/>
                  <a:pt x="423806" y="597338"/>
                </a:cubicBezTo>
                <a:cubicBezTo>
                  <a:pt x="414357" y="609225"/>
                  <a:pt x="409632" y="626903"/>
                  <a:pt x="409632" y="650373"/>
                </a:cubicBezTo>
                <a:cubicBezTo>
                  <a:pt x="409632" y="673843"/>
                  <a:pt x="414204" y="694417"/>
                  <a:pt x="423348" y="712095"/>
                </a:cubicBezTo>
                <a:cubicBezTo>
                  <a:pt x="432492" y="729773"/>
                  <a:pt x="451695" y="738613"/>
                  <a:pt x="480956" y="738613"/>
                </a:cubicBezTo>
                <a:cubicBezTo>
                  <a:pt x="495586" y="738613"/>
                  <a:pt x="514179" y="736174"/>
                  <a:pt x="536734" y="731297"/>
                </a:cubicBezTo>
                <a:cubicBezTo>
                  <a:pt x="666579" y="705085"/>
                  <a:pt x="762896" y="691978"/>
                  <a:pt x="825684" y="691978"/>
                </a:cubicBezTo>
                <a:cubicBezTo>
                  <a:pt x="865918" y="691978"/>
                  <a:pt x="895484" y="697465"/>
                  <a:pt x="914381" y="708437"/>
                </a:cubicBezTo>
                <a:cubicBezTo>
                  <a:pt x="933279" y="719410"/>
                  <a:pt x="942728" y="738308"/>
                  <a:pt x="942728" y="765130"/>
                </a:cubicBezTo>
                <a:cubicBezTo>
                  <a:pt x="942728" y="811460"/>
                  <a:pt x="912705" y="852303"/>
                  <a:pt x="852659" y="887660"/>
                </a:cubicBezTo>
                <a:cubicBezTo>
                  <a:pt x="792614" y="923017"/>
                  <a:pt x="708946" y="946486"/>
                  <a:pt x="601656" y="958069"/>
                </a:cubicBezTo>
                <a:cubicBezTo>
                  <a:pt x="572396" y="961117"/>
                  <a:pt x="552736" y="970413"/>
                  <a:pt x="542678" y="985958"/>
                </a:cubicBezTo>
                <a:cubicBezTo>
                  <a:pt x="532619" y="1001503"/>
                  <a:pt x="527590" y="1026344"/>
                  <a:pt x="527590" y="1060482"/>
                </a:cubicBezTo>
                <a:cubicBezTo>
                  <a:pt x="527590" y="1082427"/>
                  <a:pt x="535515" y="1099496"/>
                  <a:pt x="551364" y="1111688"/>
                </a:cubicBezTo>
                <a:cubicBezTo>
                  <a:pt x="567214" y="1123880"/>
                  <a:pt x="591598" y="1129976"/>
                  <a:pt x="624516" y="1129976"/>
                </a:cubicBezTo>
                <a:cubicBezTo>
                  <a:pt x="657435" y="1129976"/>
                  <a:pt x="704831" y="1122965"/>
                  <a:pt x="766706" y="1108945"/>
                </a:cubicBezTo>
                <a:cubicBezTo>
                  <a:pt x="828580" y="1094924"/>
                  <a:pt x="887864" y="1070540"/>
                  <a:pt x="944556" y="1035793"/>
                </a:cubicBezTo>
                <a:cubicBezTo>
                  <a:pt x="1001249" y="1001046"/>
                  <a:pt x="1045750" y="957764"/>
                  <a:pt x="1078059" y="905948"/>
                </a:cubicBezTo>
                <a:cubicBezTo>
                  <a:pt x="1110368" y="854132"/>
                  <a:pt x="1126522" y="801097"/>
                  <a:pt x="1126522" y="746842"/>
                </a:cubicBezTo>
                <a:cubicBezTo>
                  <a:pt x="1126522" y="712095"/>
                  <a:pt x="1119969" y="679939"/>
                  <a:pt x="1106862" y="650373"/>
                </a:cubicBezTo>
                <a:cubicBezTo>
                  <a:pt x="1093756" y="620807"/>
                  <a:pt x="1075925" y="597490"/>
                  <a:pt x="1053370" y="580421"/>
                </a:cubicBezTo>
                <a:cubicBezTo>
                  <a:pt x="1030815" y="563353"/>
                  <a:pt x="1010088" y="554818"/>
                  <a:pt x="991191" y="554818"/>
                </a:cubicBezTo>
                <a:cubicBezTo>
                  <a:pt x="984485" y="554818"/>
                  <a:pt x="974427" y="555885"/>
                  <a:pt x="961016" y="558019"/>
                </a:cubicBezTo>
                <a:cubicBezTo>
                  <a:pt x="947604" y="560152"/>
                  <a:pt x="928250" y="561219"/>
                  <a:pt x="902951" y="561219"/>
                </a:cubicBezTo>
                <a:cubicBezTo>
                  <a:pt x="877653" y="561219"/>
                  <a:pt x="837419" y="557714"/>
                  <a:pt x="782250" y="550703"/>
                </a:cubicBezTo>
                <a:cubicBezTo>
                  <a:pt x="727082" y="543693"/>
                  <a:pt x="695535" y="540188"/>
                  <a:pt x="687610" y="540188"/>
                </a:cubicBezTo>
                <a:close/>
                <a:moveTo>
                  <a:pt x="571481" y="305187"/>
                </a:moveTo>
                <a:cubicBezTo>
                  <a:pt x="544659" y="305187"/>
                  <a:pt x="524999" y="315093"/>
                  <a:pt x="512502" y="334905"/>
                </a:cubicBezTo>
                <a:cubicBezTo>
                  <a:pt x="500006" y="354717"/>
                  <a:pt x="493757" y="375443"/>
                  <a:pt x="493757" y="397084"/>
                </a:cubicBezTo>
                <a:cubicBezTo>
                  <a:pt x="493757" y="418725"/>
                  <a:pt x="504273" y="435946"/>
                  <a:pt x="525304" y="448748"/>
                </a:cubicBezTo>
                <a:cubicBezTo>
                  <a:pt x="546335" y="461549"/>
                  <a:pt x="604400" y="475723"/>
                  <a:pt x="699497" y="491267"/>
                </a:cubicBezTo>
                <a:cubicBezTo>
                  <a:pt x="794595" y="506812"/>
                  <a:pt x="867137" y="514585"/>
                  <a:pt x="917124" y="514585"/>
                </a:cubicBezTo>
                <a:cubicBezTo>
                  <a:pt x="951262" y="514585"/>
                  <a:pt x="974122" y="507269"/>
                  <a:pt x="985704" y="492639"/>
                </a:cubicBezTo>
                <a:cubicBezTo>
                  <a:pt x="997287" y="478009"/>
                  <a:pt x="1003078" y="456063"/>
                  <a:pt x="1003078" y="426802"/>
                </a:cubicBezTo>
                <a:cubicBezTo>
                  <a:pt x="1003078" y="382301"/>
                  <a:pt x="979304" y="359137"/>
                  <a:pt x="931755" y="357308"/>
                </a:cubicBezTo>
                <a:cubicBezTo>
                  <a:pt x="900056" y="356698"/>
                  <a:pt x="852354" y="351669"/>
                  <a:pt x="788651" y="342220"/>
                </a:cubicBezTo>
                <a:cubicBezTo>
                  <a:pt x="724948" y="332771"/>
                  <a:pt x="661397" y="321341"/>
                  <a:pt x="597999" y="307930"/>
                </a:cubicBezTo>
                <a:cubicBezTo>
                  <a:pt x="588245" y="306101"/>
                  <a:pt x="579406" y="305187"/>
                  <a:pt x="571481" y="305187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64" name="フリーフォーム: 図形 63">
            <a:extLst>
              <a:ext uri="{FF2B5EF4-FFF2-40B4-BE49-F238E27FC236}">
                <a16:creationId xmlns:a16="http://schemas.microsoft.com/office/drawing/2014/main" id="{2F47D59D-9D1B-8C9E-9E4E-4D35B34CBB7E}"/>
              </a:ext>
            </a:extLst>
          </p:cNvPr>
          <p:cNvSpPr/>
          <p:nvPr/>
        </p:nvSpPr>
        <p:spPr>
          <a:xfrm>
            <a:off x="6768560" y="1193003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61093" y="836453"/>
                </a:moveTo>
                <a:cubicBezTo>
                  <a:pt x="669627" y="836453"/>
                  <a:pt x="678923" y="837977"/>
                  <a:pt x="688982" y="841025"/>
                </a:cubicBezTo>
                <a:cubicBezTo>
                  <a:pt x="699040" y="844073"/>
                  <a:pt x="704679" y="849103"/>
                  <a:pt x="705898" y="856113"/>
                </a:cubicBezTo>
                <a:cubicBezTo>
                  <a:pt x="707117" y="863123"/>
                  <a:pt x="707727" y="870591"/>
                  <a:pt x="707727" y="878516"/>
                </a:cubicBezTo>
                <a:cubicBezTo>
                  <a:pt x="707727" y="889489"/>
                  <a:pt x="703003" y="898938"/>
                  <a:pt x="693554" y="906862"/>
                </a:cubicBezTo>
                <a:cubicBezTo>
                  <a:pt x="684105" y="914787"/>
                  <a:pt x="673894" y="918750"/>
                  <a:pt x="662921" y="918750"/>
                </a:cubicBezTo>
                <a:cubicBezTo>
                  <a:pt x="651949" y="918750"/>
                  <a:pt x="641281" y="915549"/>
                  <a:pt x="630917" y="909148"/>
                </a:cubicBezTo>
                <a:cubicBezTo>
                  <a:pt x="620554" y="902748"/>
                  <a:pt x="615373" y="891927"/>
                  <a:pt x="615373" y="876687"/>
                </a:cubicBezTo>
                <a:cubicBezTo>
                  <a:pt x="615373" y="849865"/>
                  <a:pt x="630613" y="836453"/>
                  <a:pt x="661093" y="836453"/>
                </a:cubicBezTo>
                <a:close/>
                <a:moveTo>
                  <a:pt x="770821" y="360051"/>
                </a:moveTo>
                <a:cubicBezTo>
                  <a:pt x="740950" y="360051"/>
                  <a:pt x="717633" y="366147"/>
                  <a:pt x="700869" y="378339"/>
                </a:cubicBezTo>
                <a:cubicBezTo>
                  <a:pt x="684105" y="390531"/>
                  <a:pt x="675723" y="406076"/>
                  <a:pt x="675723" y="424973"/>
                </a:cubicBezTo>
                <a:lnTo>
                  <a:pt x="696754" y="682834"/>
                </a:lnTo>
                <a:cubicBezTo>
                  <a:pt x="696754" y="687711"/>
                  <a:pt x="693706" y="690150"/>
                  <a:pt x="687610" y="690150"/>
                </a:cubicBezTo>
                <a:cubicBezTo>
                  <a:pt x="643719" y="690150"/>
                  <a:pt x="608057" y="693045"/>
                  <a:pt x="580625" y="698836"/>
                </a:cubicBezTo>
                <a:cubicBezTo>
                  <a:pt x="553193" y="704628"/>
                  <a:pt x="528505" y="715600"/>
                  <a:pt x="506559" y="731755"/>
                </a:cubicBezTo>
                <a:cubicBezTo>
                  <a:pt x="484613" y="747909"/>
                  <a:pt x="468002" y="768483"/>
                  <a:pt x="456724" y="793477"/>
                </a:cubicBezTo>
                <a:cubicBezTo>
                  <a:pt x="445447" y="818470"/>
                  <a:pt x="439808" y="847731"/>
                  <a:pt x="439808" y="881259"/>
                </a:cubicBezTo>
                <a:cubicBezTo>
                  <a:pt x="439808" y="942829"/>
                  <a:pt x="462211" y="989615"/>
                  <a:pt x="507016" y="1021619"/>
                </a:cubicBezTo>
                <a:cubicBezTo>
                  <a:pt x="551822" y="1053623"/>
                  <a:pt x="603485" y="1069625"/>
                  <a:pt x="662007" y="1069625"/>
                </a:cubicBezTo>
                <a:cubicBezTo>
                  <a:pt x="710165" y="1069625"/>
                  <a:pt x="754666" y="1059415"/>
                  <a:pt x="795509" y="1038993"/>
                </a:cubicBezTo>
                <a:cubicBezTo>
                  <a:pt x="836353" y="1018571"/>
                  <a:pt x="861651" y="979405"/>
                  <a:pt x="871405" y="921493"/>
                </a:cubicBezTo>
                <a:cubicBezTo>
                  <a:pt x="872014" y="916616"/>
                  <a:pt x="873691" y="914177"/>
                  <a:pt x="876434" y="914177"/>
                </a:cubicBezTo>
                <a:cubicBezTo>
                  <a:pt x="879177" y="914177"/>
                  <a:pt x="890150" y="920578"/>
                  <a:pt x="909352" y="933380"/>
                </a:cubicBezTo>
                <a:cubicBezTo>
                  <a:pt x="928555" y="946182"/>
                  <a:pt x="946843" y="962641"/>
                  <a:pt x="964216" y="982757"/>
                </a:cubicBezTo>
                <a:cubicBezTo>
                  <a:pt x="981590" y="1002874"/>
                  <a:pt x="999878" y="1012933"/>
                  <a:pt x="1019080" y="1012933"/>
                </a:cubicBezTo>
                <a:cubicBezTo>
                  <a:pt x="1038283" y="1012933"/>
                  <a:pt x="1058247" y="1003941"/>
                  <a:pt x="1078973" y="985958"/>
                </a:cubicBezTo>
                <a:cubicBezTo>
                  <a:pt x="1099700" y="967975"/>
                  <a:pt x="1110063" y="945572"/>
                  <a:pt x="1110063" y="918750"/>
                </a:cubicBezTo>
                <a:cubicBezTo>
                  <a:pt x="1110063" y="907777"/>
                  <a:pt x="1107777" y="895890"/>
                  <a:pt x="1103205" y="883088"/>
                </a:cubicBezTo>
                <a:cubicBezTo>
                  <a:pt x="1098633" y="870286"/>
                  <a:pt x="1082783" y="852303"/>
                  <a:pt x="1055656" y="829138"/>
                </a:cubicBezTo>
                <a:cubicBezTo>
                  <a:pt x="1028529" y="805973"/>
                  <a:pt x="999878" y="785857"/>
                  <a:pt x="969703" y="768788"/>
                </a:cubicBezTo>
                <a:cubicBezTo>
                  <a:pt x="939527" y="751719"/>
                  <a:pt x="908285" y="737089"/>
                  <a:pt x="875977" y="724897"/>
                </a:cubicBezTo>
                <a:cubicBezTo>
                  <a:pt x="872319" y="723068"/>
                  <a:pt x="870338" y="721392"/>
                  <a:pt x="870033" y="719867"/>
                </a:cubicBezTo>
                <a:cubicBezTo>
                  <a:pt x="869728" y="718344"/>
                  <a:pt x="869271" y="705085"/>
                  <a:pt x="868661" y="680091"/>
                </a:cubicBezTo>
                <a:lnTo>
                  <a:pt x="867747" y="646258"/>
                </a:lnTo>
                <a:cubicBezTo>
                  <a:pt x="867747" y="638334"/>
                  <a:pt x="870185" y="634371"/>
                  <a:pt x="875062" y="634371"/>
                </a:cubicBezTo>
                <a:lnTo>
                  <a:pt x="1025938" y="634371"/>
                </a:lnTo>
                <a:cubicBezTo>
                  <a:pt x="1057637" y="634371"/>
                  <a:pt x="1078364" y="629494"/>
                  <a:pt x="1088117" y="619741"/>
                </a:cubicBezTo>
                <a:cubicBezTo>
                  <a:pt x="1097871" y="609987"/>
                  <a:pt x="1102748" y="588499"/>
                  <a:pt x="1102748" y="555275"/>
                </a:cubicBezTo>
                <a:cubicBezTo>
                  <a:pt x="1102748" y="522052"/>
                  <a:pt x="1098023" y="500564"/>
                  <a:pt x="1088575" y="490810"/>
                </a:cubicBezTo>
                <a:cubicBezTo>
                  <a:pt x="1079126" y="481057"/>
                  <a:pt x="1058247" y="476180"/>
                  <a:pt x="1025938" y="476180"/>
                </a:cubicBezTo>
                <a:lnTo>
                  <a:pt x="867747" y="476180"/>
                </a:lnTo>
                <a:cubicBezTo>
                  <a:pt x="863480" y="476180"/>
                  <a:pt x="860737" y="475418"/>
                  <a:pt x="859517" y="473894"/>
                </a:cubicBezTo>
                <a:cubicBezTo>
                  <a:pt x="858298" y="472370"/>
                  <a:pt x="857384" y="469169"/>
                  <a:pt x="856774" y="464293"/>
                </a:cubicBezTo>
                <a:cubicBezTo>
                  <a:pt x="853726" y="423449"/>
                  <a:pt x="846106" y="395865"/>
                  <a:pt x="833914" y="381539"/>
                </a:cubicBezTo>
                <a:cubicBezTo>
                  <a:pt x="821722" y="367214"/>
                  <a:pt x="800691" y="360051"/>
                  <a:pt x="770821" y="360051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63" name="フリーフォーム: 図形 62">
            <a:extLst>
              <a:ext uri="{FF2B5EF4-FFF2-40B4-BE49-F238E27FC236}">
                <a16:creationId xmlns:a16="http://schemas.microsoft.com/office/drawing/2014/main" id="{F6F324B1-DA77-BB11-D3BF-F676925E0E6D}"/>
              </a:ext>
            </a:extLst>
          </p:cNvPr>
          <p:cNvSpPr/>
          <p:nvPr/>
        </p:nvSpPr>
        <p:spPr>
          <a:xfrm>
            <a:off x="5531896" y="1193003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84867" y="297872"/>
                </a:moveTo>
                <a:cubicBezTo>
                  <a:pt x="659873" y="297872"/>
                  <a:pt x="640061" y="305644"/>
                  <a:pt x="625431" y="321189"/>
                </a:cubicBezTo>
                <a:cubicBezTo>
                  <a:pt x="610801" y="336734"/>
                  <a:pt x="597694" y="364928"/>
                  <a:pt x="586112" y="405771"/>
                </a:cubicBezTo>
                <a:cubicBezTo>
                  <a:pt x="582454" y="417963"/>
                  <a:pt x="579254" y="425583"/>
                  <a:pt x="576511" y="428631"/>
                </a:cubicBezTo>
                <a:cubicBezTo>
                  <a:pt x="573767" y="431679"/>
                  <a:pt x="569043" y="433203"/>
                  <a:pt x="562337" y="433203"/>
                </a:cubicBezTo>
                <a:lnTo>
                  <a:pt x="429749" y="433203"/>
                </a:lnTo>
                <a:cubicBezTo>
                  <a:pt x="404756" y="433203"/>
                  <a:pt x="386773" y="439909"/>
                  <a:pt x="375800" y="453320"/>
                </a:cubicBezTo>
                <a:cubicBezTo>
                  <a:pt x="364827" y="466731"/>
                  <a:pt x="359341" y="488829"/>
                  <a:pt x="359341" y="519614"/>
                </a:cubicBezTo>
                <a:cubicBezTo>
                  <a:pt x="359341" y="550399"/>
                  <a:pt x="364065" y="571735"/>
                  <a:pt x="373514" y="583622"/>
                </a:cubicBezTo>
                <a:cubicBezTo>
                  <a:pt x="382963" y="595509"/>
                  <a:pt x="401708" y="601453"/>
                  <a:pt x="429749" y="601453"/>
                </a:cubicBezTo>
                <a:lnTo>
                  <a:pt x="504730" y="601453"/>
                </a:lnTo>
                <a:cubicBezTo>
                  <a:pt x="513874" y="601453"/>
                  <a:pt x="518446" y="603434"/>
                  <a:pt x="518446" y="607396"/>
                </a:cubicBezTo>
                <a:cubicBezTo>
                  <a:pt x="518446" y="611359"/>
                  <a:pt x="517532" y="616083"/>
                  <a:pt x="515703" y="621569"/>
                </a:cubicBezTo>
                <a:cubicBezTo>
                  <a:pt x="488881" y="702646"/>
                  <a:pt x="475469" y="752634"/>
                  <a:pt x="475469" y="771531"/>
                </a:cubicBezTo>
                <a:cubicBezTo>
                  <a:pt x="475469" y="790429"/>
                  <a:pt x="486442" y="806278"/>
                  <a:pt x="508388" y="819080"/>
                </a:cubicBezTo>
                <a:cubicBezTo>
                  <a:pt x="530333" y="831882"/>
                  <a:pt x="557003" y="838282"/>
                  <a:pt x="588398" y="838282"/>
                </a:cubicBezTo>
                <a:cubicBezTo>
                  <a:pt x="619792" y="838282"/>
                  <a:pt x="647681" y="834625"/>
                  <a:pt x="672065" y="827309"/>
                </a:cubicBezTo>
                <a:cubicBezTo>
                  <a:pt x="736073" y="808412"/>
                  <a:pt x="789871" y="798963"/>
                  <a:pt x="833457" y="798963"/>
                </a:cubicBezTo>
                <a:cubicBezTo>
                  <a:pt x="877043" y="798963"/>
                  <a:pt x="907676" y="806583"/>
                  <a:pt x="925354" y="821823"/>
                </a:cubicBezTo>
                <a:cubicBezTo>
                  <a:pt x="943033" y="837063"/>
                  <a:pt x="951872" y="854132"/>
                  <a:pt x="951872" y="873029"/>
                </a:cubicBezTo>
                <a:cubicBezTo>
                  <a:pt x="951872" y="901071"/>
                  <a:pt x="936784" y="922407"/>
                  <a:pt x="906609" y="937038"/>
                </a:cubicBezTo>
                <a:cubicBezTo>
                  <a:pt x="876434" y="951668"/>
                  <a:pt x="836048" y="958983"/>
                  <a:pt x="785451" y="958983"/>
                </a:cubicBezTo>
                <a:cubicBezTo>
                  <a:pt x="734854" y="958983"/>
                  <a:pt x="665665" y="939781"/>
                  <a:pt x="577882" y="901376"/>
                </a:cubicBezTo>
                <a:cubicBezTo>
                  <a:pt x="565690" y="895890"/>
                  <a:pt x="554108" y="893146"/>
                  <a:pt x="543135" y="893146"/>
                </a:cubicBezTo>
                <a:cubicBezTo>
                  <a:pt x="517532" y="893146"/>
                  <a:pt x="497263" y="904424"/>
                  <a:pt x="482327" y="926979"/>
                </a:cubicBezTo>
                <a:cubicBezTo>
                  <a:pt x="467392" y="949534"/>
                  <a:pt x="459925" y="973613"/>
                  <a:pt x="459925" y="999217"/>
                </a:cubicBezTo>
                <a:cubicBezTo>
                  <a:pt x="459925" y="1024820"/>
                  <a:pt x="470135" y="1045699"/>
                  <a:pt x="490557" y="1061853"/>
                </a:cubicBezTo>
                <a:cubicBezTo>
                  <a:pt x="510979" y="1078007"/>
                  <a:pt x="549688" y="1094314"/>
                  <a:pt x="606686" y="1110773"/>
                </a:cubicBezTo>
                <a:cubicBezTo>
                  <a:pt x="663683" y="1127233"/>
                  <a:pt x="726625" y="1135462"/>
                  <a:pt x="795509" y="1135462"/>
                </a:cubicBezTo>
                <a:cubicBezTo>
                  <a:pt x="921697" y="1135462"/>
                  <a:pt x="1013594" y="1109402"/>
                  <a:pt x="1071201" y="1057281"/>
                </a:cubicBezTo>
                <a:cubicBezTo>
                  <a:pt x="1128808" y="1005160"/>
                  <a:pt x="1157612" y="940086"/>
                  <a:pt x="1157612" y="862057"/>
                </a:cubicBezTo>
                <a:cubicBezTo>
                  <a:pt x="1157612" y="794391"/>
                  <a:pt x="1133837" y="742575"/>
                  <a:pt x="1086289" y="706609"/>
                </a:cubicBezTo>
                <a:cubicBezTo>
                  <a:pt x="1038740" y="670642"/>
                  <a:pt x="971074" y="652659"/>
                  <a:pt x="883292" y="652659"/>
                </a:cubicBezTo>
                <a:cubicBezTo>
                  <a:pt x="846716" y="652659"/>
                  <a:pt x="808006" y="656012"/>
                  <a:pt x="767163" y="662717"/>
                </a:cubicBezTo>
                <a:cubicBezTo>
                  <a:pt x="759238" y="663937"/>
                  <a:pt x="752837" y="664546"/>
                  <a:pt x="747961" y="664546"/>
                </a:cubicBezTo>
                <a:cubicBezTo>
                  <a:pt x="734549" y="664546"/>
                  <a:pt x="727844" y="657536"/>
                  <a:pt x="727844" y="643515"/>
                </a:cubicBezTo>
                <a:cubicBezTo>
                  <a:pt x="727844" y="638029"/>
                  <a:pt x="728606" y="631018"/>
                  <a:pt x="730130" y="622484"/>
                </a:cubicBezTo>
                <a:cubicBezTo>
                  <a:pt x="731654" y="613949"/>
                  <a:pt x="733635" y="608311"/>
                  <a:pt x="736073" y="605567"/>
                </a:cubicBezTo>
                <a:cubicBezTo>
                  <a:pt x="738512" y="602824"/>
                  <a:pt x="743084" y="601453"/>
                  <a:pt x="749789" y="601453"/>
                </a:cubicBezTo>
                <a:lnTo>
                  <a:pt x="1078059" y="601453"/>
                </a:lnTo>
                <a:cubicBezTo>
                  <a:pt x="1106101" y="601453"/>
                  <a:pt x="1124846" y="594899"/>
                  <a:pt x="1134295" y="581793"/>
                </a:cubicBezTo>
                <a:cubicBezTo>
                  <a:pt x="1143743" y="568687"/>
                  <a:pt x="1148468" y="547046"/>
                  <a:pt x="1148468" y="516871"/>
                </a:cubicBezTo>
                <a:cubicBezTo>
                  <a:pt x="1148468" y="486695"/>
                  <a:pt x="1143134" y="465207"/>
                  <a:pt x="1132466" y="452405"/>
                </a:cubicBezTo>
                <a:cubicBezTo>
                  <a:pt x="1121798" y="439604"/>
                  <a:pt x="1103662" y="433203"/>
                  <a:pt x="1078059" y="433203"/>
                </a:cubicBezTo>
                <a:lnTo>
                  <a:pt x="808311" y="433203"/>
                </a:lnTo>
                <a:cubicBezTo>
                  <a:pt x="796119" y="433203"/>
                  <a:pt x="790023" y="430307"/>
                  <a:pt x="790023" y="424516"/>
                </a:cubicBezTo>
                <a:cubicBezTo>
                  <a:pt x="790023" y="418725"/>
                  <a:pt x="791852" y="409581"/>
                  <a:pt x="795509" y="397084"/>
                </a:cubicBezTo>
                <a:cubicBezTo>
                  <a:pt x="799167" y="384587"/>
                  <a:pt x="800996" y="372548"/>
                  <a:pt x="800996" y="360965"/>
                </a:cubicBezTo>
                <a:cubicBezTo>
                  <a:pt x="800996" y="334143"/>
                  <a:pt x="787889" y="316922"/>
                  <a:pt x="761677" y="309302"/>
                </a:cubicBezTo>
                <a:cubicBezTo>
                  <a:pt x="735464" y="301682"/>
                  <a:pt x="709861" y="297872"/>
                  <a:pt x="684867" y="297872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5" name="フリーフォーム: 図形 94">
            <a:extLst>
              <a:ext uri="{FF2B5EF4-FFF2-40B4-BE49-F238E27FC236}">
                <a16:creationId xmlns:a16="http://schemas.microsoft.com/office/drawing/2014/main" id="{06906C02-0FA6-6729-5598-0F76F8CD752F}"/>
              </a:ext>
            </a:extLst>
          </p:cNvPr>
          <p:cNvSpPr/>
          <p:nvPr/>
        </p:nvSpPr>
        <p:spPr>
          <a:xfrm>
            <a:off x="4171744" y="1193002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1037825" y="404857"/>
                </a:moveTo>
                <a:cubicBezTo>
                  <a:pt x="1007955" y="404857"/>
                  <a:pt x="983266" y="410800"/>
                  <a:pt x="963759" y="422687"/>
                </a:cubicBezTo>
                <a:cubicBezTo>
                  <a:pt x="944252" y="434575"/>
                  <a:pt x="934498" y="453320"/>
                  <a:pt x="934498" y="478923"/>
                </a:cubicBezTo>
                <a:cubicBezTo>
                  <a:pt x="934498" y="488067"/>
                  <a:pt x="936022" y="497821"/>
                  <a:pt x="939070" y="508184"/>
                </a:cubicBezTo>
                <a:cubicBezTo>
                  <a:pt x="953700" y="563048"/>
                  <a:pt x="966807" y="632390"/>
                  <a:pt x="978389" y="716210"/>
                </a:cubicBezTo>
                <a:cubicBezTo>
                  <a:pt x="989972" y="800030"/>
                  <a:pt x="995763" y="863123"/>
                  <a:pt x="995763" y="905491"/>
                </a:cubicBezTo>
                <a:cubicBezTo>
                  <a:pt x="995763" y="947858"/>
                  <a:pt x="1003078" y="976204"/>
                  <a:pt x="1017708" y="990530"/>
                </a:cubicBezTo>
                <a:cubicBezTo>
                  <a:pt x="1032339" y="1004855"/>
                  <a:pt x="1057942" y="1012018"/>
                  <a:pt x="1094518" y="1012018"/>
                </a:cubicBezTo>
                <a:cubicBezTo>
                  <a:pt x="1131094" y="1012018"/>
                  <a:pt x="1155326" y="1002112"/>
                  <a:pt x="1167213" y="982300"/>
                </a:cubicBezTo>
                <a:cubicBezTo>
                  <a:pt x="1179100" y="962488"/>
                  <a:pt x="1185044" y="934904"/>
                  <a:pt x="1185044" y="899547"/>
                </a:cubicBezTo>
                <a:cubicBezTo>
                  <a:pt x="1185044" y="823957"/>
                  <a:pt x="1175290" y="732974"/>
                  <a:pt x="1155783" y="626599"/>
                </a:cubicBezTo>
                <a:cubicBezTo>
                  <a:pt x="1136276" y="520223"/>
                  <a:pt x="1119207" y="456673"/>
                  <a:pt x="1104576" y="435946"/>
                </a:cubicBezTo>
                <a:cubicBezTo>
                  <a:pt x="1089946" y="415220"/>
                  <a:pt x="1067696" y="404857"/>
                  <a:pt x="1037825" y="404857"/>
                </a:cubicBezTo>
                <a:close/>
                <a:moveTo>
                  <a:pt x="523018" y="351821"/>
                </a:moveTo>
                <a:cubicBezTo>
                  <a:pt x="502292" y="351821"/>
                  <a:pt x="485223" y="358527"/>
                  <a:pt x="471812" y="371938"/>
                </a:cubicBezTo>
                <a:cubicBezTo>
                  <a:pt x="458400" y="385349"/>
                  <a:pt x="448647" y="404399"/>
                  <a:pt x="442551" y="429088"/>
                </a:cubicBezTo>
                <a:cubicBezTo>
                  <a:pt x="436455" y="453777"/>
                  <a:pt x="429444" y="498887"/>
                  <a:pt x="421520" y="564419"/>
                </a:cubicBezTo>
                <a:cubicBezTo>
                  <a:pt x="413595" y="629951"/>
                  <a:pt x="409632" y="690454"/>
                  <a:pt x="409632" y="745928"/>
                </a:cubicBezTo>
                <a:cubicBezTo>
                  <a:pt x="409632" y="851998"/>
                  <a:pt x="425025" y="937190"/>
                  <a:pt x="455810" y="1001503"/>
                </a:cubicBezTo>
                <a:cubicBezTo>
                  <a:pt x="486594" y="1065815"/>
                  <a:pt x="527285" y="1097972"/>
                  <a:pt x="577882" y="1097972"/>
                </a:cubicBezTo>
                <a:cubicBezTo>
                  <a:pt x="613239" y="1097972"/>
                  <a:pt x="655758" y="1083494"/>
                  <a:pt x="705441" y="1054538"/>
                </a:cubicBezTo>
                <a:cubicBezTo>
                  <a:pt x="755123" y="1025582"/>
                  <a:pt x="788956" y="1003027"/>
                  <a:pt x="806939" y="986872"/>
                </a:cubicBezTo>
                <a:cubicBezTo>
                  <a:pt x="824922" y="970718"/>
                  <a:pt x="833914" y="951211"/>
                  <a:pt x="833914" y="928351"/>
                </a:cubicBezTo>
                <a:cubicBezTo>
                  <a:pt x="833914" y="905491"/>
                  <a:pt x="823094" y="883393"/>
                  <a:pt x="801453" y="862057"/>
                </a:cubicBezTo>
                <a:cubicBezTo>
                  <a:pt x="779812" y="840721"/>
                  <a:pt x="759848" y="830053"/>
                  <a:pt x="741560" y="830053"/>
                </a:cubicBezTo>
                <a:cubicBezTo>
                  <a:pt x="725100" y="830053"/>
                  <a:pt x="705136" y="839654"/>
                  <a:pt x="681666" y="858856"/>
                </a:cubicBezTo>
                <a:cubicBezTo>
                  <a:pt x="658197" y="878059"/>
                  <a:pt x="639452" y="887660"/>
                  <a:pt x="625431" y="887660"/>
                </a:cubicBezTo>
                <a:cubicBezTo>
                  <a:pt x="607752" y="887660"/>
                  <a:pt x="596627" y="870439"/>
                  <a:pt x="592055" y="835996"/>
                </a:cubicBezTo>
                <a:cubicBezTo>
                  <a:pt x="587483" y="801554"/>
                  <a:pt x="585197" y="765130"/>
                  <a:pt x="585197" y="726725"/>
                </a:cubicBezTo>
                <a:cubicBezTo>
                  <a:pt x="585197" y="643210"/>
                  <a:pt x="594341" y="557866"/>
                  <a:pt x="612629" y="470693"/>
                </a:cubicBezTo>
                <a:cubicBezTo>
                  <a:pt x="616896" y="451796"/>
                  <a:pt x="619030" y="435946"/>
                  <a:pt x="619030" y="423145"/>
                </a:cubicBezTo>
                <a:cubicBezTo>
                  <a:pt x="619030" y="394493"/>
                  <a:pt x="608210" y="375443"/>
                  <a:pt x="586569" y="365995"/>
                </a:cubicBezTo>
                <a:cubicBezTo>
                  <a:pt x="564928" y="356546"/>
                  <a:pt x="543744" y="351821"/>
                  <a:pt x="523018" y="351821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4" name="フリーフォーム: 図形 93">
            <a:extLst>
              <a:ext uri="{FF2B5EF4-FFF2-40B4-BE49-F238E27FC236}">
                <a16:creationId xmlns:a16="http://schemas.microsoft.com/office/drawing/2014/main" id="{DEADD937-DE7A-584C-054A-DF9EF2F1C6D8}"/>
              </a:ext>
            </a:extLst>
          </p:cNvPr>
          <p:cNvSpPr/>
          <p:nvPr/>
        </p:nvSpPr>
        <p:spPr>
          <a:xfrm>
            <a:off x="2931442" y="1193002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955529" y="307930"/>
                </a:moveTo>
                <a:cubicBezTo>
                  <a:pt x="929316" y="307930"/>
                  <a:pt x="907218" y="315398"/>
                  <a:pt x="889235" y="330333"/>
                </a:cubicBezTo>
                <a:cubicBezTo>
                  <a:pt x="871252" y="345268"/>
                  <a:pt x="862260" y="364623"/>
                  <a:pt x="862260" y="388397"/>
                </a:cubicBezTo>
                <a:lnTo>
                  <a:pt x="864089" y="467036"/>
                </a:lnTo>
                <a:cubicBezTo>
                  <a:pt x="864089" y="476789"/>
                  <a:pt x="859822" y="481666"/>
                  <a:pt x="851288" y="481666"/>
                </a:cubicBezTo>
                <a:lnTo>
                  <a:pt x="681209" y="481666"/>
                </a:lnTo>
                <a:cubicBezTo>
                  <a:pt x="673284" y="481666"/>
                  <a:pt x="669322" y="477704"/>
                  <a:pt x="669322" y="469779"/>
                </a:cubicBezTo>
                <a:cubicBezTo>
                  <a:pt x="669322" y="460635"/>
                  <a:pt x="670846" y="439299"/>
                  <a:pt x="673894" y="405771"/>
                </a:cubicBezTo>
                <a:cubicBezTo>
                  <a:pt x="676942" y="372243"/>
                  <a:pt x="671456" y="347707"/>
                  <a:pt x="657435" y="332162"/>
                </a:cubicBezTo>
                <a:cubicBezTo>
                  <a:pt x="643414" y="316617"/>
                  <a:pt x="619944" y="308845"/>
                  <a:pt x="587026" y="308845"/>
                </a:cubicBezTo>
                <a:cubicBezTo>
                  <a:pt x="554108" y="308845"/>
                  <a:pt x="530486" y="313264"/>
                  <a:pt x="516160" y="322103"/>
                </a:cubicBezTo>
                <a:cubicBezTo>
                  <a:pt x="501834" y="330943"/>
                  <a:pt x="493300" y="343439"/>
                  <a:pt x="490557" y="359594"/>
                </a:cubicBezTo>
                <a:cubicBezTo>
                  <a:pt x="487814" y="375748"/>
                  <a:pt x="485528" y="411867"/>
                  <a:pt x="483699" y="467950"/>
                </a:cubicBezTo>
                <a:cubicBezTo>
                  <a:pt x="483699" y="474656"/>
                  <a:pt x="482480" y="478618"/>
                  <a:pt x="480041" y="479837"/>
                </a:cubicBezTo>
                <a:cubicBezTo>
                  <a:pt x="477603" y="481057"/>
                  <a:pt x="473640" y="481666"/>
                  <a:pt x="468154" y="481666"/>
                </a:cubicBezTo>
                <a:lnTo>
                  <a:pt x="421520" y="481666"/>
                </a:lnTo>
                <a:cubicBezTo>
                  <a:pt x="374581" y="481666"/>
                  <a:pt x="351111" y="508489"/>
                  <a:pt x="351111" y="562133"/>
                </a:cubicBezTo>
                <a:cubicBezTo>
                  <a:pt x="351111" y="591394"/>
                  <a:pt x="356445" y="612121"/>
                  <a:pt x="367113" y="624313"/>
                </a:cubicBezTo>
                <a:cubicBezTo>
                  <a:pt x="377781" y="636505"/>
                  <a:pt x="395917" y="642601"/>
                  <a:pt x="421520" y="642601"/>
                </a:cubicBezTo>
                <a:lnTo>
                  <a:pt x="463582" y="642601"/>
                </a:lnTo>
                <a:cubicBezTo>
                  <a:pt x="469678" y="642601"/>
                  <a:pt x="473945" y="643363"/>
                  <a:pt x="476384" y="644887"/>
                </a:cubicBezTo>
                <a:cubicBezTo>
                  <a:pt x="478822" y="646411"/>
                  <a:pt x="480041" y="651440"/>
                  <a:pt x="480041" y="659974"/>
                </a:cubicBezTo>
                <a:lnTo>
                  <a:pt x="480041" y="825481"/>
                </a:lnTo>
                <a:cubicBezTo>
                  <a:pt x="480041" y="879735"/>
                  <a:pt x="482327" y="926065"/>
                  <a:pt x="486899" y="964469"/>
                </a:cubicBezTo>
                <a:cubicBezTo>
                  <a:pt x="491471" y="1002874"/>
                  <a:pt x="499701" y="1033202"/>
                  <a:pt x="511588" y="1055452"/>
                </a:cubicBezTo>
                <a:cubicBezTo>
                  <a:pt x="523475" y="1077703"/>
                  <a:pt x="540696" y="1094162"/>
                  <a:pt x="563252" y="1104830"/>
                </a:cubicBezTo>
                <a:cubicBezTo>
                  <a:pt x="585807" y="1115498"/>
                  <a:pt x="621773" y="1123118"/>
                  <a:pt x="671151" y="1127690"/>
                </a:cubicBezTo>
                <a:cubicBezTo>
                  <a:pt x="720528" y="1132262"/>
                  <a:pt x="781488" y="1134548"/>
                  <a:pt x="854031" y="1134548"/>
                </a:cubicBezTo>
                <a:cubicBezTo>
                  <a:pt x="884511" y="1134548"/>
                  <a:pt x="928250" y="1133176"/>
                  <a:pt x="985247" y="1130433"/>
                </a:cubicBezTo>
                <a:cubicBezTo>
                  <a:pt x="1042245" y="1127690"/>
                  <a:pt x="1079583" y="1119765"/>
                  <a:pt x="1097261" y="1106659"/>
                </a:cubicBezTo>
                <a:cubicBezTo>
                  <a:pt x="1114940" y="1093552"/>
                  <a:pt x="1123779" y="1073131"/>
                  <a:pt x="1123779" y="1045394"/>
                </a:cubicBezTo>
                <a:cubicBezTo>
                  <a:pt x="1123779" y="1017657"/>
                  <a:pt x="1118445" y="993730"/>
                  <a:pt x="1107777" y="973613"/>
                </a:cubicBezTo>
                <a:cubicBezTo>
                  <a:pt x="1097109" y="953497"/>
                  <a:pt x="1077449" y="943438"/>
                  <a:pt x="1048798" y="943438"/>
                </a:cubicBezTo>
                <a:cubicBezTo>
                  <a:pt x="1043312" y="943438"/>
                  <a:pt x="1019385" y="945572"/>
                  <a:pt x="977018" y="949839"/>
                </a:cubicBezTo>
                <a:cubicBezTo>
                  <a:pt x="934650" y="954106"/>
                  <a:pt x="884816" y="956240"/>
                  <a:pt x="827513" y="956240"/>
                </a:cubicBezTo>
                <a:cubicBezTo>
                  <a:pt x="796424" y="956240"/>
                  <a:pt x="767925" y="955325"/>
                  <a:pt x="742017" y="953497"/>
                </a:cubicBezTo>
                <a:cubicBezTo>
                  <a:pt x="716109" y="951668"/>
                  <a:pt x="697973" y="946639"/>
                  <a:pt x="687610" y="938409"/>
                </a:cubicBezTo>
                <a:cubicBezTo>
                  <a:pt x="677247" y="930179"/>
                  <a:pt x="670084" y="913568"/>
                  <a:pt x="666122" y="888574"/>
                </a:cubicBezTo>
                <a:cubicBezTo>
                  <a:pt x="662159" y="863581"/>
                  <a:pt x="660178" y="827919"/>
                  <a:pt x="660178" y="781589"/>
                </a:cubicBezTo>
                <a:cubicBezTo>
                  <a:pt x="660178" y="735260"/>
                  <a:pt x="660330" y="701579"/>
                  <a:pt x="660635" y="680548"/>
                </a:cubicBezTo>
                <a:cubicBezTo>
                  <a:pt x="660940" y="659517"/>
                  <a:pt x="662007" y="647935"/>
                  <a:pt x="663836" y="645801"/>
                </a:cubicBezTo>
                <a:cubicBezTo>
                  <a:pt x="665664" y="643667"/>
                  <a:pt x="669322" y="642601"/>
                  <a:pt x="674808" y="642601"/>
                </a:cubicBezTo>
                <a:lnTo>
                  <a:pt x="847630" y="642601"/>
                </a:lnTo>
                <a:cubicBezTo>
                  <a:pt x="853726" y="642601"/>
                  <a:pt x="857993" y="643363"/>
                  <a:pt x="860432" y="644887"/>
                </a:cubicBezTo>
                <a:cubicBezTo>
                  <a:pt x="862870" y="646411"/>
                  <a:pt x="864089" y="649916"/>
                  <a:pt x="864089" y="655402"/>
                </a:cubicBezTo>
                <a:cubicBezTo>
                  <a:pt x="864089" y="678567"/>
                  <a:pt x="861651" y="694721"/>
                  <a:pt x="856774" y="703865"/>
                </a:cubicBezTo>
                <a:cubicBezTo>
                  <a:pt x="851897" y="713009"/>
                  <a:pt x="842144" y="717582"/>
                  <a:pt x="827513" y="717582"/>
                </a:cubicBezTo>
                <a:cubicBezTo>
                  <a:pt x="812883" y="717582"/>
                  <a:pt x="801605" y="718343"/>
                  <a:pt x="793680" y="719867"/>
                </a:cubicBezTo>
                <a:cubicBezTo>
                  <a:pt x="785756" y="721391"/>
                  <a:pt x="777983" y="725354"/>
                  <a:pt x="770363" y="731755"/>
                </a:cubicBezTo>
                <a:cubicBezTo>
                  <a:pt x="762743" y="738155"/>
                  <a:pt x="756952" y="746995"/>
                  <a:pt x="752990" y="758272"/>
                </a:cubicBezTo>
                <a:cubicBezTo>
                  <a:pt x="749027" y="769550"/>
                  <a:pt x="747046" y="783266"/>
                  <a:pt x="747046" y="799420"/>
                </a:cubicBezTo>
                <a:cubicBezTo>
                  <a:pt x="747046" y="815575"/>
                  <a:pt x="751313" y="829748"/>
                  <a:pt x="759848" y="841940"/>
                </a:cubicBezTo>
                <a:cubicBezTo>
                  <a:pt x="768382" y="854132"/>
                  <a:pt x="780269" y="862971"/>
                  <a:pt x="795509" y="868457"/>
                </a:cubicBezTo>
                <a:cubicBezTo>
                  <a:pt x="810749" y="873944"/>
                  <a:pt x="836505" y="876687"/>
                  <a:pt x="872776" y="876687"/>
                </a:cubicBezTo>
                <a:cubicBezTo>
                  <a:pt x="909047" y="876687"/>
                  <a:pt x="939832" y="874553"/>
                  <a:pt x="965130" y="870286"/>
                </a:cubicBezTo>
                <a:cubicBezTo>
                  <a:pt x="990429" y="866019"/>
                  <a:pt x="1008869" y="856723"/>
                  <a:pt x="1020452" y="842397"/>
                </a:cubicBezTo>
                <a:cubicBezTo>
                  <a:pt x="1032034" y="828071"/>
                  <a:pt x="1039197" y="809936"/>
                  <a:pt x="1041940" y="787990"/>
                </a:cubicBezTo>
                <a:cubicBezTo>
                  <a:pt x="1044683" y="766045"/>
                  <a:pt x="1046055" y="723982"/>
                  <a:pt x="1046055" y="661803"/>
                </a:cubicBezTo>
                <a:cubicBezTo>
                  <a:pt x="1046055" y="653269"/>
                  <a:pt x="1046969" y="647935"/>
                  <a:pt x="1048798" y="645801"/>
                </a:cubicBezTo>
                <a:cubicBezTo>
                  <a:pt x="1050627" y="643667"/>
                  <a:pt x="1054894" y="642601"/>
                  <a:pt x="1061600" y="642601"/>
                </a:cubicBezTo>
                <a:lnTo>
                  <a:pt x="1106405" y="642601"/>
                </a:lnTo>
                <a:cubicBezTo>
                  <a:pt x="1132008" y="642601"/>
                  <a:pt x="1150144" y="636657"/>
                  <a:pt x="1160812" y="624770"/>
                </a:cubicBezTo>
                <a:cubicBezTo>
                  <a:pt x="1171480" y="612883"/>
                  <a:pt x="1176814" y="592156"/>
                  <a:pt x="1176814" y="562591"/>
                </a:cubicBezTo>
                <a:cubicBezTo>
                  <a:pt x="1176814" y="533025"/>
                  <a:pt x="1171480" y="511994"/>
                  <a:pt x="1160812" y="499497"/>
                </a:cubicBezTo>
                <a:cubicBezTo>
                  <a:pt x="1150144" y="487000"/>
                  <a:pt x="1132008" y="480752"/>
                  <a:pt x="1106405" y="480752"/>
                </a:cubicBezTo>
                <a:lnTo>
                  <a:pt x="1061600" y="480752"/>
                </a:lnTo>
                <a:cubicBezTo>
                  <a:pt x="1053065" y="480752"/>
                  <a:pt x="1048493" y="478313"/>
                  <a:pt x="1047884" y="473437"/>
                </a:cubicBezTo>
                <a:cubicBezTo>
                  <a:pt x="1047274" y="468560"/>
                  <a:pt x="1046664" y="450577"/>
                  <a:pt x="1046055" y="419487"/>
                </a:cubicBezTo>
                <a:cubicBezTo>
                  <a:pt x="1045445" y="388397"/>
                  <a:pt x="1043159" y="365385"/>
                  <a:pt x="1039197" y="350450"/>
                </a:cubicBezTo>
                <a:cubicBezTo>
                  <a:pt x="1035234" y="335515"/>
                  <a:pt x="1026852" y="324694"/>
                  <a:pt x="1014051" y="317989"/>
                </a:cubicBezTo>
                <a:cubicBezTo>
                  <a:pt x="1001249" y="311283"/>
                  <a:pt x="981742" y="307930"/>
                  <a:pt x="955529" y="307930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50" name="フリーフォーム: 図形 49">
            <a:extLst>
              <a:ext uri="{FF2B5EF4-FFF2-40B4-BE49-F238E27FC236}">
                <a16:creationId xmlns:a16="http://schemas.microsoft.com/office/drawing/2014/main" id="{2E5BD15C-7A8E-D3CC-8F78-26157395FD1D}"/>
              </a:ext>
            </a:extLst>
          </p:cNvPr>
          <p:cNvSpPr/>
          <p:nvPr/>
        </p:nvSpPr>
        <p:spPr>
          <a:xfrm>
            <a:off x="1662904" y="1193002"/>
            <a:ext cx="1490664" cy="1490664"/>
          </a:xfrm>
          <a:custGeom>
            <a:avLst/>
            <a:gdLst/>
            <a:ahLst/>
            <a:cxnLst/>
            <a:rect l="l" t="t" r="r" b="b"/>
            <a:pathLst>
              <a:path w="6802582" h="6802582">
                <a:moveTo>
                  <a:pt x="2222907" y="3845000"/>
                </a:moveTo>
                <a:cubicBezTo>
                  <a:pt x="2106777" y="3845000"/>
                  <a:pt x="1984749" y="3892784"/>
                  <a:pt x="1856823" y="3988353"/>
                </a:cubicBezTo>
                <a:cubicBezTo>
                  <a:pt x="1728897" y="4083921"/>
                  <a:pt x="1664934" y="4195156"/>
                  <a:pt x="1664934" y="4322058"/>
                </a:cubicBezTo>
                <a:cubicBezTo>
                  <a:pt x="1664934" y="4448958"/>
                  <a:pt x="1719447" y="4587086"/>
                  <a:pt x="1828473" y="4736439"/>
                </a:cubicBezTo>
                <a:cubicBezTo>
                  <a:pt x="1937499" y="4885792"/>
                  <a:pt x="2076879" y="5007695"/>
                  <a:pt x="2246612" y="5102148"/>
                </a:cubicBezTo>
                <a:cubicBezTo>
                  <a:pt x="2416345" y="5196600"/>
                  <a:pt x="2587922" y="5259004"/>
                  <a:pt x="2761343" y="5289357"/>
                </a:cubicBezTo>
                <a:cubicBezTo>
                  <a:pt x="2934765" y="5319710"/>
                  <a:pt x="3265806" y="5334887"/>
                  <a:pt x="3754465" y="5334887"/>
                </a:cubicBezTo>
                <a:cubicBezTo>
                  <a:pt x="4399240" y="5334887"/>
                  <a:pt x="4787173" y="5300549"/>
                  <a:pt x="4918264" y="5231872"/>
                </a:cubicBezTo>
                <a:cubicBezTo>
                  <a:pt x="5049355" y="5163196"/>
                  <a:pt x="5114900" y="5037137"/>
                  <a:pt x="5114900" y="4853696"/>
                </a:cubicBezTo>
                <a:cubicBezTo>
                  <a:pt x="5114900" y="4495786"/>
                  <a:pt x="4964090" y="4316831"/>
                  <a:pt x="4662469" y="4316831"/>
                </a:cubicBezTo>
                <a:lnTo>
                  <a:pt x="4037755" y="4373189"/>
                </a:lnTo>
                <a:cubicBezTo>
                  <a:pt x="3805312" y="4392772"/>
                  <a:pt x="3617954" y="4402563"/>
                  <a:pt x="3475683" y="4402563"/>
                </a:cubicBezTo>
                <a:cubicBezTo>
                  <a:pt x="3246291" y="4402563"/>
                  <a:pt x="3070558" y="4376798"/>
                  <a:pt x="2948484" y="4325268"/>
                </a:cubicBezTo>
                <a:cubicBezTo>
                  <a:pt x="2826411" y="4273738"/>
                  <a:pt x="2689548" y="4163858"/>
                  <a:pt x="2537895" y="3995628"/>
                </a:cubicBezTo>
                <a:cubicBezTo>
                  <a:pt x="2444034" y="3895209"/>
                  <a:pt x="2339038" y="3845000"/>
                  <a:pt x="2222907" y="3845000"/>
                </a:cubicBezTo>
                <a:close/>
                <a:moveTo>
                  <a:pt x="4865288" y="2266717"/>
                </a:moveTo>
                <a:cubicBezTo>
                  <a:pt x="4701749" y="2266717"/>
                  <a:pt x="4619979" y="2329860"/>
                  <a:pt x="4619979" y="2456146"/>
                </a:cubicBezTo>
                <a:cubicBezTo>
                  <a:pt x="4619979" y="2677979"/>
                  <a:pt x="4621607" y="2818110"/>
                  <a:pt x="4624863" y="2876539"/>
                </a:cubicBezTo>
                <a:cubicBezTo>
                  <a:pt x="4628120" y="2934969"/>
                  <a:pt x="4652963" y="2981159"/>
                  <a:pt x="4699392" y="3015111"/>
                </a:cubicBezTo>
                <a:cubicBezTo>
                  <a:pt x="4745822" y="3049061"/>
                  <a:pt x="4800426" y="3066037"/>
                  <a:pt x="4863204" y="3066037"/>
                </a:cubicBezTo>
                <a:cubicBezTo>
                  <a:pt x="4925983" y="3066037"/>
                  <a:pt x="4977605" y="3055494"/>
                  <a:pt x="5018068" y="3034408"/>
                </a:cubicBezTo>
                <a:cubicBezTo>
                  <a:pt x="5058531" y="3013323"/>
                  <a:pt x="5086209" y="2986009"/>
                  <a:pt x="5101101" y="2952468"/>
                </a:cubicBezTo>
                <a:cubicBezTo>
                  <a:pt x="5115993" y="2918927"/>
                  <a:pt x="5123439" y="2859279"/>
                  <a:pt x="5123439" y="2773524"/>
                </a:cubicBezTo>
                <a:cubicBezTo>
                  <a:pt x="5123439" y="2602243"/>
                  <a:pt x="5120901" y="2487775"/>
                  <a:pt x="5115823" y="2430119"/>
                </a:cubicBezTo>
                <a:cubicBezTo>
                  <a:pt x="5110745" y="2372464"/>
                  <a:pt x="5086221" y="2330816"/>
                  <a:pt x="5042250" y="2305177"/>
                </a:cubicBezTo>
                <a:cubicBezTo>
                  <a:pt x="4998280" y="2279537"/>
                  <a:pt x="4939293" y="2266717"/>
                  <a:pt x="4865288" y="2266717"/>
                </a:cubicBezTo>
                <a:close/>
                <a:moveTo>
                  <a:pt x="4332522" y="2249571"/>
                </a:moveTo>
                <a:cubicBezTo>
                  <a:pt x="4178228" y="2249571"/>
                  <a:pt x="4101081" y="2312714"/>
                  <a:pt x="4101081" y="2439000"/>
                </a:cubicBezTo>
                <a:cubicBezTo>
                  <a:pt x="4101081" y="2683649"/>
                  <a:pt x="4102697" y="2834493"/>
                  <a:pt x="4105931" y="2891533"/>
                </a:cubicBezTo>
                <a:cubicBezTo>
                  <a:pt x="4109164" y="2948574"/>
                  <a:pt x="4133995" y="2994059"/>
                  <a:pt x="4180425" y="3027987"/>
                </a:cubicBezTo>
                <a:cubicBezTo>
                  <a:pt x="4226855" y="3061916"/>
                  <a:pt x="4282233" y="3078879"/>
                  <a:pt x="4346560" y="3078879"/>
                </a:cubicBezTo>
                <a:cubicBezTo>
                  <a:pt x="4410887" y="3078879"/>
                  <a:pt x="4462804" y="3069009"/>
                  <a:pt x="4502312" y="3049266"/>
                </a:cubicBezTo>
                <a:cubicBezTo>
                  <a:pt x="4541819" y="3029524"/>
                  <a:pt x="4568016" y="3002188"/>
                  <a:pt x="4580905" y="2967258"/>
                </a:cubicBezTo>
                <a:cubicBezTo>
                  <a:pt x="4593793" y="2932327"/>
                  <a:pt x="4600237" y="2870619"/>
                  <a:pt x="4600237" y="2782132"/>
                </a:cubicBezTo>
                <a:cubicBezTo>
                  <a:pt x="4600237" y="2572049"/>
                  <a:pt x="4594191" y="2430769"/>
                  <a:pt x="4582100" y="2358289"/>
                </a:cubicBezTo>
                <a:cubicBezTo>
                  <a:pt x="4570009" y="2285810"/>
                  <a:pt x="4486816" y="2249571"/>
                  <a:pt x="4332522" y="2249571"/>
                </a:cubicBezTo>
                <a:close/>
                <a:moveTo>
                  <a:pt x="2394917" y="1601903"/>
                </a:moveTo>
                <a:cubicBezTo>
                  <a:pt x="2234748" y="1601903"/>
                  <a:pt x="2115213" y="1648458"/>
                  <a:pt x="2036313" y="1741568"/>
                </a:cubicBezTo>
                <a:cubicBezTo>
                  <a:pt x="1957412" y="1834677"/>
                  <a:pt x="1917962" y="1955646"/>
                  <a:pt x="1917962" y="2104476"/>
                </a:cubicBezTo>
                <a:cubicBezTo>
                  <a:pt x="1917962" y="2204895"/>
                  <a:pt x="1940300" y="2291002"/>
                  <a:pt x="1984976" y="2362798"/>
                </a:cubicBezTo>
                <a:cubicBezTo>
                  <a:pt x="2029652" y="2434594"/>
                  <a:pt x="2095198" y="2487468"/>
                  <a:pt x="2181613" y="2521419"/>
                </a:cubicBezTo>
                <a:cubicBezTo>
                  <a:pt x="2268028" y="2555370"/>
                  <a:pt x="2466030" y="2584573"/>
                  <a:pt x="2775621" y="2609029"/>
                </a:cubicBezTo>
                <a:cubicBezTo>
                  <a:pt x="3085211" y="2633485"/>
                  <a:pt x="3405777" y="2645713"/>
                  <a:pt x="3737318" y="2645713"/>
                </a:cubicBezTo>
                <a:cubicBezTo>
                  <a:pt x="3797387" y="2645713"/>
                  <a:pt x="3855783" y="2644961"/>
                  <a:pt x="3912505" y="2643458"/>
                </a:cubicBezTo>
                <a:cubicBezTo>
                  <a:pt x="3969227" y="2641955"/>
                  <a:pt x="4005819" y="2638506"/>
                  <a:pt x="4022282" y="2633109"/>
                </a:cubicBezTo>
                <a:cubicBezTo>
                  <a:pt x="4038746" y="2627712"/>
                  <a:pt x="4046863" y="2611329"/>
                  <a:pt x="4046636" y="2583958"/>
                </a:cubicBezTo>
                <a:lnTo>
                  <a:pt x="4042674" y="2507175"/>
                </a:lnTo>
                <a:cubicBezTo>
                  <a:pt x="4042674" y="2296455"/>
                  <a:pt x="4161059" y="2191095"/>
                  <a:pt x="4397828" y="2191095"/>
                </a:cubicBezTo>
                <a:cubicBezTo>
                  <a:pt x="4477844" y="2191095"/>
                  <a:pt x="4538915" y="2209904"/>
                  <a:pt x="4581041" y="2247521"/>
                </a:cubicBezTo>
                <a:cubicBezTo>
                  <a:pt x="4607182" y="2267104"/>
                  <a:pt x="4636670" y="2272023"/>
                  <a:pt x="4669505" y="2262276"/>
                </a:cubicBezTo>
                <a:cubicBezTo>
                  <a:pt x="4702569" y="2236819"/>
                  <a:pt x="4740846" y="2221677"/>
                  <a:pt x="4784338" y="2216849"/>
                </a:cubicBezTo>
                <a:cubicBezTo>
                  <a:pt x="4824551" y="2208743"/>
                  <a:pt x="4844658" y="2179870"/>
                  <a:pt x="4844658" y="2130229"/>
                </a:cubicBezTo>
                <a:cubicBezTo>
                  <a:pt x="4844658" y="1998615"/>
                  <a:pt x="4806380" y="1890533"/>
                  <a:pt x="4729825" y="1805986"/>
                </a:cubicBezTo>
                <a:cubicBezTo>
                  <a:pt x="4653270" y="1721438"/>
                  <a:pt x="4548593" y="1679164"/>
                  <a:pt x="4415794" y="1679164"/>
                </a:cubicBezTo>
                <a:lnTo>
                  <a:pt x="3925518" y="1687703"/>
                </a:lnTo>
                <a:cubicBezTo>
                  <a:pt x="3315446" y="1687703"/>
                  <a:pt x="2858529" y="1664250"/>
                  <a:pt x="2554768" y="1617342"/>
                </a:cubicBezTo>
                <a:cubicBezTo>
                  <a:pt x="2496611" y="1607050"/>
                  <a:pt x="2443328" y="1601903"/>
                  <a:pt x="2394917" y="1601903"/>
                </a:cubicBezTo>
                <a:close/>
                <a:moveTo>
                  <a:pt x="3401291" y="0"/>
                </a:moveTo>
                <a:cubicBezTo>
                  <a:pt x="5279772" y="0"/>
                  <a:pt x="6802582" y="1522810"/>
                  <a:pt x="6802582" y="3401291"/>
                </a:cubicBezTo>
                <a:cubicBezTo>
                  <a:pt x="6802582" y="5279772"/>
                  <a:pt x="5279772" y="6802582"/>
                  <a:pt x="3401291" y="6802582"/>
                </a:cubicBezTo>
                <a:cubicBezTo>
                  <a:pt x="1522810" y="6802582"/>
                  <a:pt x="0" y="5279772"/>
                  <a:pt x="0" y="3401291"/>
                </a:cubicBezTo>
                <a:cubicBezTo>
                  <a:pt x="0" y="1522810"/>
                  <a:pt x="1522810" y="0"/>
                  <a:pt x="3401291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</p:spTree>
    <p:extLst>
      <p:ext uri="{BB962C8B-B14F-4D97-AF65-F5344CB8AC3E}">
        <p14:creationId xmlns:p14="http://schemas.microsoft.com/office/powerpoint/2010/main" val="774366846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spd="slow" advClick="0" advTm="0">
        <p159:morph option="byObject"/>
      </p:transition>
    </mc:Choice>
    <mc:Fallback xmlns="">
      <p:transition spd="slow" advClick="0" advTm="0">
        <p:fade/>
      </p:transition>
    </mc:Fallback>
  </mc:AlternateContent>
</p:sld>
</file>

<file path=ppt/slides/slide5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6" name="フリーフォーム: 図形 105">
            <a:extLst>
              <a:ext uri="{FF2B5EF4-FFF2-40B4-BE49-F238E27FC236}">
                <a16:creationId xmlns:a16="http://schemas.microsoft.com/office/drawing/2014/main" id="{1FEBF7DD-C20B-C6C4-A7CD-6852D313D975}"/>
              </a:ext>
            </a:extLst>
          </p:cNvPr>
          <p:cNvSpPr/>
          <p:nvPr/>
        </p:nvSpPr>
        <p:spPr>
          <a:xfrm>
            <a:off x="30270027" y="-1624302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752075" y="903205"/>
                </a:moveTo>
                <a:cubicBezTo>
                  <a:pt x="737140" y="903205"/>
                  <a:pt x="717328" y="912654"/>
                  <a:pt x="692639" y="931551"/>
                </a:cubicBezTo>
                <a:cubicBezTo>
                  <a:pt x="667950" y="950449"/>
                  <a:pt x="655606" y="974833"/>
                  <a:pt x="655606" y="1004703"/>
                </a:cubicBezTo>
                <a:cubicBezTo>
                  <a:pt x="655606" y="1022382"/>
                  <a:pt x="660178" y="1039146"/>
                  <a:pt x="669322" y="1054995"/>
                </a:cubicBezTo>
                <a:cubicBezTo>
                  <a:pt x="678466" y="1070845"/>
                  <a:pt x="695687" y="1086999"/>
                  <a:pt x="720986" y="1103458"/>
                </a:cubicBezTo>
                <a:cubicBezTo>
                  <a:pt x="746284" y="1119918"/>
                  <a:pt x="772040" y="1130890"/>
                  <a:pt x="798252" y="1136377"/>
                </a:cubicBezTo>
                <a:cubicBezTo>
                  <a:pt x="824465" y="1141863"/>
                  <a:pt x="866832" y="1144606"/>
                  <a:pt x="925354" y="1144606"/>
                </a:cubicBezTo>
                <a:cubicBezTo>
                  <a:pt x="983876" y="1144606"/>
                  <a:pt x="1033253" y="1142930"/>
                  <a:pt x="1073487" y="1139577"/>
                </a:cubicBezTo>
                <a:cubicBezTo>
                  <a:pt x="1113720" y="1136224"/>
                  <a:pt x="1142524" y="1127233"/>
                  <a:pt x="1159898" y="1112602"/>
                </a:cubicBezTo>
                <a:cubicBezTo>
                  <a:pt x="1177271" y="1097972"/>
                  <a:pt x="1185958" y="1077398"/>
                  <a:pt x="1185958" y="1050880"/>
                </a:cubicBezTo>
                <a:cubicBezTo>
                  <a:pt x="1185958" y="1024363"/>
                  <a:pt x="1179710" y="1001198"/>
                  <a:pt x="1167213" y="981386"/>
                </a:cubicBezTo>
                <a:cubicBezTo>
                  <a:pt x="1154716" y="961574"/>
                  <a:pt x="1133228" y="951668"/>
                  <a:pt x="1102748" y="951668"/>
                </a:cubicBezTo>
                <a:cubicBezTo>
                  <a:pt x="1094823" y="951668"/>
                  <a:pt x="1071963" y="954259"/>
                  <a:pt x="1034168" y="959440"/>
                </a:cubicBezTo>
                <a:cubicBezTo>
                  <a:pt x="996372" y="964622"/>
                  <a:pt x="952176" y="967213"/>
                  <a:pt x="901580" y="967213"/>
                </a:cubicBezTo>
                <a:cubicBezTo>
                  <a:pt x="884511" y="967213"/>
                  <a:pt x="869271" y="964165"/>
                  <a:pt x="855860" y="958069"/>
                </a:cubicBezTo>
                <a:cubicBezTo>
                  <a:pt x="842448" y="951973"/>
                  <a:pt x="825532" y="941305"/>
                  <a:pt x="805110" y="926065"/>
                </a:cubicBezTo>
                <a:cubicBezTo>
                  <a:pt x="784689" y="910825"/>
                  <a:pt x="767010" y="903205"/>
                  <a:pt x="752075" y="903205"/>
                </a:cubicBezTo>
                <a:close/>
                <a:moveTo>
                  <a:pt x="835743" y="563962"/>
                </a:moveTo>
                <a:cubicBezTo>
                  <a:pt x="800996" y="563962"/>
                  <a:pt x="778593" y="569296"/>
                  <a:pt x="768534" y="579964"/>
                </a:cubicBezTo>
                <a:cubicBezTo>
                  <a:pt x="758476" y="590632"/>
                  <a:pt x="753447" y="613645"/>
                  <a:pt x="753447" y="649002"/>
                </a:cubicBezTo>
                <a:cubicBezTo>
                  <a:pt x="753447" y="684358"/>
                  <a:pt x="758476" y="707371"/>
                  <a:pt x="768534" y="718039"/>
                </a:cubicBezTo>
                <a:cubicBezTo>
                  <a:pt x="778593" y="728707"/>
                  <a:pt x="800996" y="734041"/>
                  <a:pt x="835743" y="734041"/>
                </a:cubicBezTo>
                <a:lnTo>
                  <a:pt x="1080802" y="734041"/>
                </a:lnTo>
                <a:cubicBezTo>
                  <a:pt x="1115549" y="734041"/>
                  <a:pt x="1137952" y="728707"/>
                  <a:pt x="1148010" y="718039"/>
                </a:cubicBezTo>
                <a:cubicBezTo>
                  <a:pt x="1158069" y="707371"/>
                  <a:pt x="1163098" y="684358"/>
                  <a:pt x="1163098" y="649002"/>
                </a:cubicBezTo>
                <a:cubicBezTo>
                  <a:pt x="1163098" y="613645"/>
                  <a:pt x="1158069" y="590632"/>
                  <a:pt x="1148010" y="579964"/>
                </a:cubicBezTo>
                <a:cubicBezTo>
                  <a:pt x="1137952" y="569296"/>
                  <a:pt x="1115549" y="563962"/>
                  <a:pt x="1080802" y="563962"/>
                </a:cubicBezTo>
                <a:close/>
                <a:moveTo>
                  <a:pt x="611715" y="289642"/>
                </a:moveTo>
                <a:cubicBezTo>
                  <a:pt x="581844" y="289642"/>
                  <a:pt x="559746" y="297110"/>
                  <a:pt x="545421" y="312045"/>
                </a:cubicBezTo>
                <a:cubicBezTo>
                  <a:pt x="531095" y="326980"/>
                  <a:pt x="520275" y="354260"/>
                  <a:pt x="512960" y="393884"/>
                </a:cubicBezTo>
                <a:cubicBezTo>
                  <a:pt x="510521" y="408514"/>
                  <a:pt x="507473" y="418420"/>
                  <a:pt x="503816" y="423602"/>
                </a:cubicBezTo>
                <a:cubicBezTo>
                  <a:pt x="500158" y="428784"/>
                  <a:pt x="493757" y="431374"/>
                  <a:pt x="484613" y="431374"/>
                </a:cubicBezTo>
                <a:lnTo>
                  <a:pt x="427006" y="431374"/>
                </a:lnTo>
                <a:cubicBezTo>
                  <a:pt x="391649" y="431374"/>
                  <a:pt x="369094" y="436708"/>
                  <a:pt x="359340" y="447376"/>
                </a:cubicBezTo>
                <a:cubicBezTo>
                  <a:pt x="349587" y="458044"/>
                  <a:pt x="344710" y="480752"/>
                  <a:pt x="344710" y="515499"/>
                </a:cubicBezTo>
                <a:cubicBezTo>
                  <a:pt x="344710" y="550246"/>
                  <a:pt x="349587" y="572954"/>
                  <a:pt x="359340" y="583622"/>
                </a:cubicBezTo>
                <a:cubicBezTo>
                  <a:pt x="369094" y="594290"/>
                  <a:pt x="391649" y="599624"/>
                  <a:pt x="427006" y="599624"/>
                </a:cubicBezTo>
                <a:lnTo>
                  <a:pt x="450780" y="599624"/>
                </a:lnTo>
                <a:cubicBezTo>
                  <a:pt x="458096" y="599624"/>
                  <a:pt x="461753" y="602977"/>
                  <a:pt x="461753" y="609682"/>
                </a:cubicBezTo>
                <a:cubicBezTo>
                  <a:pt x="461753" y="616388"/>
                  <a:pt x="451695" y="655098"/>
                  <a:pt x="431578" y="725811"/>
                </a:cubicBezTo>
                <a:cubicBezTo>
                  <a:pt x="411461" y="796525"/>
                  <a:pt x="390125" y="862362"/>
                  <a:pt x="367570" y="923322"/>
                </a:cubicBezTo>
                <a:cubicBezTo>
                  <a:pt x="355378" y="956240"/>
                  <a:pt x="349282" y="981843"/>
                  <a:pt x="349282" y="1000131"/>
                </a:cubicBezTo>
                <a:cubicBezTo>
                  <a:pt x="349282" y="1028173"/>
                  <a:pt x="362998" y="1048899"/>
                  <a:pt x="390430" y="1062310"/>
                </a:cubicBezTo>
                <a:cubicBezTo>
                  <a:pt x="417862" y="1075722"/>
                  <a:pt x="441636" y="1082427"/>
                  <a:pt x="461753" y="1082427"/>
                </a:cubicBezTo>
                <a:cubicBezTo>
                  <a:pt x="481870" y="1082427"/>
                  <a:pt x="498786" y="1078008"/>
                  <a:pt x="512502" y="1069168"/>
                </a:cubicBezTo>
                <a:cubicBezTo>
                  <a:pt x="526218" y="1060329"/>
                  <a:pt x="536429" y="1047985"/>
                  <a:pt x="543135" y="1032135"/>
                </a:cubicBezTo>
                <a:cubicBezTo>
                  <a:pt x="549840" y="1016286"/>
                  <a:pt x="566604" y="964165"/>
                  <a:pt x="593427" y="875773"/>
                </a:cubicBezTo>
                <a:cubicBezTo>
                  <a:pt x="620249" y="787381"/>
                  <a:pt x="644633" y="701122"/>
                  <a:pt x="666579" y="616998"/>
                </a:cubicBezTo>
                <a:cubicBezTo>
                  <a:pt x="668408" y="609682"/>
                  <a:pt x="670389" y="604958"/>
                  <a:pt x="672522" y="602824"/>
                </a:cubicBezTo>
                <a:cubicBezTo>
                  <a:pt x="674656" y="600691"/>
                  <a:pt x="678771" y="599624"/>
                  <a:pt x="684867" y="599624"/>
                </a:cubicBezTo>
                <a:lnTo>
                  <a:pt x="711384" y="599624"/>
                </a:lnTo>
                <a:cubicBezTo>
                  <a:pt x="716871" y="599624"/>
                  <a:pt x="719919" y="596881"/>
                  <a:pt x="720528" y="591394"/>
                </a:cubicBezTo>
                <a:cubicBezTo>
                  <a:pt x="726015" y="567010"/>
                  <a:pt x="736988" y="550246"/>
                  <a:pt x="753447" y="541102"/>
                </a:cubicBezTo>
                <a:cubicBezTo>
                  <a:pt x="769906" y="531958"/>
                  <a:pt x="795204" y="527386"/>
                  <a:pt x="829342" y="527386"/>
                </a:cubicBezTo>
                <a:lnTo>
                  <a:pt x="893350" y="527386"/>
                </a:lnTo>
                <a:cubicBezTo>
                  <a:pt x="898227" y="527386"/>
                  <a:pt x="901275" y="526624"/>
                  <a:pt x="902494" y="525100"/>
                </a:cubicBezTo>
                <a:cubicBezTo>
                  <a:pt x="903713" y="523576"/>
                  <a:pt x="904323" y="520376"/>
                  <a:pt x="904323" y="515499"/>
                </a:cubicBezTo>
                <a:cubicBezTo>
                  <a:pt x="904323" y="480752"/>
                  <a:pt x="899446" y="458044"/>
                  <a:pt x="889692" y="447376"/>
                </a:cubicBezTo>
                <a:cubicBezTo>
                  <a:pt x="879939" y="436708"/>
                  <a:pt x="857384" y="431374"/>
                  <a:pt x="822027" y="431374"/>
                </a:cubicBezTo>
                <a:lnTo>
                  <a:pt x="732416" y="431374"/>
                </a:lnTo>
                <a:cubicBezTo>
                  <a:pt x="725100" y="431374"/>
                  <a:pt x="720071" y="430460"/>
                  <a:pt x="717328" y="428631"/>
                </a:cubicBezTo>
                <a:cubicBezTo>
                  <a:pt x="714585" y="426802"/>
                  <a:pt x="713213" y="423754"/>
                  <a:pt x="713213" y="419487"/>
                </a:cubicBezTo>
                <a:cubicBezTo>
                  <a:pt x="713213" y="415220"/>
                  <a:pt x="714280" y="407143"/>
                  <a:pt x="716414" y="395256"/>
                </a:cubicBezTo>
                <a:cubicBezTo>
                  <a:pt x="718547" y="383368"/>
                  <a:pt x="719614" y="371634"/>
                  <a:pt x="719614" y="360051"/>
                </a:cubicBezTo>
                <a:cubicBezTo>
                  <a:pt x="719614" y="330790"/>
                  <a:pt x="709098" y="311740"/>
                  <a:pt x="688067" y="302901"/>
                </a:cubicBezTo>
                <a:cubicBezTo>
                  <a:pt x="667036" y="294062"/>
                  <a:pt x="641585" y="289642"/>
                  <a:pt x="611715" y="289642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5" name="フリーフォーム: 図形 104">
            <a:extLst>
              <a:ext uri="{FF2B5EF4-FFF2-40B4-BE49-F238E27FC236}">
                <a16:creationId xmlns:a16="http://schemas.microsoft.com/office/drawing/2014/main" id="{02A2F7A3-50A3-19BA-0C98-58CAFD550589}"/>
              </a:ext>
            </a:extLst>
          </p:cNvPr>
          <p:cNvSpPr/>
          <p:nvPr/>
        </p:nvSpPr>
        <p:spPr>
          <a:xfrm>
            <a:off x="21597429" y="-1624302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65081" y="305187"/>
                </a:moveTo>
                <a:cubicBezTo>
                  <a:pt x="542525" y="305187"/>
                  <a:pt x="523933" y="308845"/>
                  <a:pt x="509302" y="316160"/>
                </a:cubicBezTo>
                <a:cubicBezTo>
                  <a:pt x="494672" y="323475"/>
                  <a:pt x="483394" y="334600"/>
                  <a:pt x="475469" y="349536"/>
                </a:cubicBezTo>
                <a:cubicBezTo>
                  <a:pt x="467545" y="364471"/>
                  <a:pt x="462668" y="382454"/>
                  <a:pt x="460839" y="403485"/>
                </a:cubicBezTo>
                <a:cubicBezTo>
                  <a:pt x="459010" y="424516"/>
                  <a:pt x="457029" y="475418"/>
                  <a:pt x="454895" y="556190"/>
                </a:cubicBezTo>
                <a:cubicBezTo>
                  <a:pt x="452762" y="636962"/>
                  <a:pt x="451695" y="698379"/>
                  <a:pt x="451695" y="740442"/>
                </a:cubicBezTo>
                <a:cubicBezTo>
                  <a:pt x="451695" y="782504"/>
                  <a:pt x="451847" y="816489"/>
                  <a:pt x="452152" y="842397"/>
                </a:cubicBezTo>
                <a:cubicBezTo>
                  <a:pt x="452457" y="868305"/>
                  <a:pt x="456877" y="896194"/>
                  <a:pt x="465411" y="926065"/>
                </a:cubicBezTo>
                <a:cubicBezTo>
                  <a:pt x="473945" y="955935"/>
                  <a:pt x="486595" y="983062"/>
                  <a:pt x="503359" y="1007446"/>
                </a:cubicBezTo>
                <a:cubicBezTo>
                  <a:pt x="520123" y="1031830"/>
                  <a:pt x="540849" y="1052557"/>
                  <a:pt x="565538" y="1069626"/>
                </a:cubicBezTo>
                <a:cubicBezTo>
                  <a:pt x="590227" y="1086694"/>
                  <a:pt x="618878" y="1099801"/>
                  <a:pt x="651491" y="1108945"/>
                </a:cubicBezTo>
                <a:cubicBezTo>
                  <a:pt x="684105" y="1118089"/>
                  <a:pt x="720529" y="1122661"/>
                  <a:pt x="760762" y="1122661"/>
                </a:cubicBezTo>
                <a:cubicBezTo>
                  <a:pt x="845497" y="1122661"/>
                  <a:pt x="913162" y="1109097"/>
                  <a:pt x="963759" y="1081970"/>
                </a:cubicBezTo>
                <a:cubicBezTo>
                  <a:pt x="1014356" y="1054843"/>
                  <a:pt x="1052913" y="1012780"/>
                  <a:pt x="1079431" y="955783"/>
                </a:cubicBezTo>
                <a:cubicBezTo>
                  <a:pt x="1105948" y="898785"/>
                  <a:pt x="1119207" y="854742"/>
                  <a:pt x="1119207" y="823652"/>
                </a:cubicBezTo>
                <a:cubicBezTo>
                  <a:pt x="1119207" y="793172"/>
                  <a:pt x="1107625" y="771074"/>
                  <a:pt x="1084460" y="757358"/>
                </a:cubicBezTo>
                <a:cubicBezTo>
                  <a:pt x="1061295" y="743642"/>
                  <a:pt x="1038740" y="736784"/>
                  <a:pt x="1016794" y="736784"/>
                </a:cubicBezTo>
                <a:cubicBezTo>
                  <a:pt x="994849" y="736784"/>
                  <a:pt x="976713" y="742270"/>
                  <a:pt x="962387" y="753243"/>
                </a:cubicBezTo>
                <a:cubicBezTo>
                  <a:pt x="948062" y="764216"/>
                  <a:pt x="938156" y="779761"/>
                  <a:pt x="932669" y="799878"/>
                </a:cubicBezTo>
                <a:cubicBezTo>
                  <a:pt x="919868" y="844988"/>
                  <a:pt x="902494" y="878821"/>
                  <a:pt x="880549" y="901376"/>
                </a:cubicBezTo>
                <a:cubicBezTo>
                  <a:pt x="858603" y="923931"/>
                  <a:pt x="827971" y="935209"/>
                  <a:pt x="788651" y="935209"/>
                </a:cubicBezTo>
                <a:cubicBezTo>
                  <a:pt x="749332" y="935209"/>
                  <a:pt x="720071" y="928503"/>
                  <a:pt x="700869" y="915092"/>
                </a:cubicBezTo>
                <a:cubicBezTo>
                  <a:pt x="681667" y="901681"/>
                  <a:pt x="668865" y="882021"/>
                  <a:pt x="662464" y="856113"/>
                </a:cubicBezTo>
                <a:cubicBezTo>
                  <a:pt x="656063" y="830205"/>
                  <a:pt x="652863" y="775494"/>
                  <a:pt x="652863" y="691978"/>
                </a:cubicBezTo>
                <a:cubicBezTo>
                  <a:pt x="652863" y="608463"/>
                  <a:pt x="657130" y="515804"/>
                  <a:pt x="665665" y="414001"/>
                </a:cubicBezTo>
                <a:cubicBezTo>
                  <a:pt x="668713" y="375596"/>
                  <a:pt x="662312" y="347859"/>
                  <a:pt x="646462" y="330790"/>
                </a:cubicBezTo>
                <a:cubicBezTo>
                  <a:pt x="630613" y="313721"/>
                  <a:pt x="603485" y="305187"/>
                  <a:pt x="565081" y="305187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4" name="フリーフォーム: 図形 103">
            <a:extLst>
              <a:ext uri="{FF2B5EF4-FFF2-40B4-BE49-F238E27FC236}">
                <a16:creationId xmlns:a16="http://schemas.microsoft.com/office/drawing/2014/main" id="{0649A674-66C3-E773-8476-D6B8A4C943D7}"/>
              </a:ext>
            </a:extLst>
          </p:cNvPr>
          <p:cNvSpPr/>
          <p:nvPr/>
        </p:nvSpPr>
        <p:spPr>
          <a:xfrm>
            <a:off x="12924830" y="-1624302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47377" y="879430"/>
                </a:moveTo>
                <a:cubicBezTo>
                  <a:pt x="660788" y="879430"/>
                  <a:pt x="675723" y="882021"/>
                  <a:pt x="692182" y="887203"/>
                </a:cubicBezTo>
                <a:cubicBezTo>
                  <a:pt x="708641" y="892384"/>
                  <a:pt x="716871" y="906405"/>
                  <a:pt x="716871" y="929265"/>
                </a:cubicBezTo>
                <a:cubicBezTo>
                  <a:pt x="716871" y="952125"/>
                  <a:pt x="711842" y="968737"/>
                  <a:pt x="701783" y="979100"/>
                </a:cubicBezTo>
                <a:cubicBezTo>
                  <a:pt x="691725" y="989463"/>
                  <a:pt x="679076" y="994645"/>
                  <a:pt x="663836" y="994645"/>
                </a:cubicBezTo>
                <a:cubicBezTo>
                  <a:pt x="656521" y="994645"/>
                  <a:pt x="641738" y="991444"/>
                  <a:pt x="619487" y="985044"/>
                </a:cubicBezTo>
                <a:cubicBezTo>
                  <a:pt x="597237" y="978643"/>
                  <a:pt x="586112" y="964774"/>
                  <a:pt x="586112" y="943438"/>
                </a:cubicBezTo>
                <a:cubicBezTo>
                  <a:pt x="586112" y="916006"/>
                  <a:pt x="592970" y="898480"/>
                  <a:pt x="606686" y="890860"/>
                </a:cubicBezTo>
                <a:cubicBezTo>
                  <a:pt x="620402" y="883240"/>
                  <a:pt x="633965" y="879430"/>
                  <a:pt x="647377" y="879430"/>
                </a:cubicBezTo>
                <a:close/>
                <a:moveTo>
                  <a:pt x="811969" y="289642"/>
                </a:moveTo>
                <a:cubicBezTo>
                  <a:pt x="779050" y="289642"/>
                  <a:pt x="754514" y="294519"/>
                  <a:pt x="738359" y="304273"/>
                </a:cubicBezTo>
                <a:cubicBezTo>
                  <a:pt x="722205" y="314026"/>
                  <a:pt x="714128" y="330790"/>
                  <a:pt x="714128" y="354565"/>
                </a:cubicBezTo>
                <a:cubicBezTo>
                  <a:pt x="714128" y="365538"/>
                  <a:pt x="712909" y="372396"/>
                  <a:pt x="710470" y="375139"/>
                </a:cubicBezTo>
                <a:cubicBezTo>
                  <a:pt x="708032" y="377882"/>
                  <a:pt x="701936" y="379254"/>
                  <a:pt x="692182" y="379254"/>
                </a:cubicBezTo>
                <a:lnTo>
                  <a:pt x="439808" y="379254"/>
                </a:lnTo>
                <a:cubicBezTo>
                  <a:pt x="392869" y="379254"/>
                  <a:pt x="369399" y="404247"/>
                  <a:pt x="369399" y="454234"/>
                </a:cubicBezTo>
                <a:cubicBezTo>
                  <a:pt x="369399" y="479838"/>
                  <a:pt x="374581" y="498583"/>
                  <a:pt x="384944" y="510470"/>
                </a:cubicBezTo>
                <a:cubicBezTo>
                  <a:pt x="395307" y="522357"/>
                  <a:pt x="413595" y="528301"/>
                  <a:pt x="439808" y="528301"/>
                </a:cubicBezTo>
                <a:lnTo>
                  <a:pt x="696754" y="528301"/>
                </a:lnTo>
                <a:cubicBezTo>
                  <a:pt x="704679" y="528301"/>
                  <a:pt x="710013" y="529672"/>
                  <a:pt x="712756" y="532416"/>
                </a:cubicBezTo>
                <a:cubicBezTo>
                  <a:pt x="715499" y="535159"/>
                  <a:pt x="716871" y="541255"/>
                  <a:pt x="716871" y="550704"/>
                </a:cubicBezTo>
                <a:cubicBezTo>
                  <a:pt x="716871" y="560152"/>
                  <a:pt x="715499" y="565944"/>
                  <a:pt x="712756" y="568077"/>
                </a:cubicBezTo>
                <a:cubicBezTo>
                  <a:pt x="710013" y="570211"/>
                  <a:pt x="704069" y="571278"/>
                  <a:pt x="694925" y="571278"/>
                </a:cubicBezTo>
                <a:lnTo>
                  <a:pt x="467240" y="571278"/>
                </a:lnTo>
                <a:cubicBezTo>
                  <a:pt x="420301" y="571278"/>
                  <a:pt x="396831" y="597490"/>
                  <a:pt x="396831" y="649916"/>
                </a:cubicBezTo>
                <a:cubicBezTo>
                  <a:pt x="396831" y="676738"/>
                  <a:pt x="402013" y="696246"/>
                  <a:pt x="412376" y="708438"/>
                </a:cubicBezTo>
                <a:cubicBezTo>
                  <a:pt x="422739" y="720630"/>
                  <a:pt x="441027" y="726726"/>
                  <a:pt x="467240" y="726726"/>
                </a:cubicBezTo>
                <a:lnTo>
                  <a:pt x="504730" y="726726"/>
                </a:lnTo>
                <a:cubicBezTo>
                  <a:pt x="512655" y="726726"/>
                  <a:pt x="520580" y="725506"/>
                  <a:pt x="528505" y="723068"/>
                </a:cubicBezTo>
                <a:cubicBezTo>
                  <a:pt x="574834" y="709047"/>
                  <a:pt x="633965" y="702037"/>
                  <a:pt x="705898" y="702037"/>
                </a:cubicBezTo>
                <a:cubicBezTo>
                  <a:pt x="710775" y="702037"/>
                  <a:pt x="714128" y="703104"/>
                  <a:pt x="715957" y="705237"/>
                </a:cubicBezTo>
                <a:cubicBezTo>
                  <a:pt x="717785" y="707371"/>
                  <a:pt x="718700" y="712400"/>
                  <a:pt x="718700" y="720325"/>
                </a:cubicBezTo>
                <a:cubicBezTo>
                  <a:pt x="718700" y="728250"/>
                  <a:pt x="717328" y="733279"/>
                  <a:pt x="714585" y="735412"/>
                </a:cubicBezTo>
                <a:cubicBezTo>
                  <a:pt x="711842" y="737546"/>
                  <a:pt x="707117" y="738613"/>
                  <a:pt x="700412" y="738613"/>
                </a:cubicBezTo>
                <a:cubicBezTo>
                  <a:pt x="596780" y="740442"/>
                  <a:pt x="519970" y="757358"/>
                  <a:pt x="469983" y="789362"/>
                </a:cubicBezTo>
                <a:cubicBezTo>
                  <a:pt x="419996" y="821366"/>
                  <a:pt x="395002" y="869982"/>
                  <a:pt x="395002" y="935209"/>
                </a:cubicBezTo>
                <a:cubicBezTo>
                  <a:pt x="395002" y="957764"/>
                  <a:pt x="398355" y="985196"/>
                  <a:pt x="405061" y="1017505"/>
                </a:cubicBezTo>
                <a:cubicBezTo>
                  <a:pt x="411766" y="1049814"/>
                  <a:pt x="430816" y="1075874"/>
                  <a:pt x="462211" y="1095686"/>
                </a:cubicBezTo>
                <a:cubicBezTo>
                  <a:pt x="493605" y="1115498"/>
                  <a:pt x="526828" y="1128757"/>
                  <a:pt x="561880" y="1135462"/>
                </a:cubicBezTo>
                <a:cubicBezTo>
                  <a:pt x="596932" y="1142168"/>
                  <a:pt x="629698" y="1145521"/>
                  <a:pt x="660178" y="1145521"/>
                </a:cubicBezTo>
                <a:cubicBezTo>
                  <a:pt x="724186" y="1145521"/>
                  <a:pt x="776155" y="1134853"/>
                  <a:pt x="816083" y="1113517"/>
                </a:cubicBezTo>
                <a:cubicBezTo>
                  <a:pt x="856012" y="1092181"/>
                  <a:pt x="880853" y="1055910"/>
                  <a:pt x="890607" y="1004703"/>
                </a:cubicBezTo>
                <a:cubicBezTo>
                  <a:pt x="893655" y="991292"/>
                  <a:pt x="897008" y="984586"/>
                  <a:pt x="900665" y="984586"/>
                </a:cubicBezTo>
                <a:cubicBezTo>
                  <a:pt x="904323" y="984586"/>
                  <a:pt x="913010" y="989768"/>
                  <a:pt x="926726" y="1000131"/>
                </a:cubicBezTo>
                <a:cubicBezTo>
                  <a:pt x="940442" y="1010494"/>
                  <a:pt x="961016" y="1031830"/>
                  <a:pt x="988448" y="1064139"/>
                </a:cubicBezTo>
                <a:cubicBezTo>
                  <a:pt x="1012832" y="1091571"/>
                  <a:pt x="1036759" y="1105287"/>
                  <a:pt x="1060228" y="1105287"/>
                </a:cubicBezTo>
                <a:cubicBezTo>
                  <a:pt x="1083698" y="1105287"/>
                  <a:pt x="1105948" y="1095686"/>
                  <a:pt x="1126979" y="1076484"/>
                </a:cubicBezTo>
                <a:cubicBezTo>
                  <a:pt x="1148011" y="1057281"/>
                  <a:pt x="1158526" y="1032135"/>
                  <a:pt x="1158526" y="1001046"/>
                </a:cubicBezTo>
                <a:cubicBezTo>
                  <a:pt x="1158526" y="987634"/>
                  <a:pt x="1155935" y="975290"/>
                  <a:pt x="1150754" y="964012"/>
                </a:cubicBezTo>
                <a:cubicBezTo>
                  <a:pt x="1145572" y="952735"/>
                  <a:pt x="1129570" y="933380"/>
                  <a:pt x="1102748" y="905948"/>
                </a:cubicBezTo>
                <a:cubicBezTo>
                  <a:pt x="1075925" y="878516"/>
                  <a:pt x="1046969" y="853980"/>
                  <a:pt x="1015880" y="832339"/>
                </a:cubicBezTo>
                <a:cubicBezTo>
                  <a:pt x="984790" y="810698"/>
                  <a:pt x="953701" y="792867"/>
                  <a:pt x="922611" y="778846"/>
                </a:cubicBezTo>
                <a:cubicBezTo>
                  <a:pt x="917125" y="776408"/>
                  <a:pt x="913467" y="773512"/>
                  <a:pt x="911638" y="770160"/>
                </a:cubicBezTo>
                <a:cubicBezTo>
                  <a:pt x="909809" y="766807"/>
                  <a:pt x="908895" y="759949"/>
                  <a:pt x="908895" y="749586"/>
                </a:cubicBezTo>
                <a:cubicBezTo>
                  <a:pt x="908895" y="739222"/>
                  <a:pt x="910571" y="732822"/>
                  <a:pt x="913924" y="730383"/>
                </a:cubicBezTo>
                <a:cubicBezTo>
                  <a:pt x="917277" y="727945"/>
                  <a:pt x="925354" y="726726"/>
                  <a:pt x="938156" y="726726"/>
                </a:cubicBezTo>
                <a:lnTo>
                  <a:pt x="1068915" y="726726"/>
                </a:lnTo>
                <a:cubicBezTo>
                  <a:pt x="1095128" y="726726"/>
                  <a:pt x="1113416" y="720782"/>
                  <a:pt x="1123779" y="708895"/>
                </a:cubicBezTo>
                <a:cubicBezTo>
                  <a:pt x="1134142" y="697008"/>
                  <a:pt x="1139324" y="677348"/>
                  <a:pt x="1139324" y="649916"/>
                </a:cubicBezTo>
                <a:cubicBezTo>
                  <a:pt x="1139324" y="597490"/>
                  <a:pt x="1115854" y="571278"/>
                  <a:pt x="1068915" y="571278"/>
                </a:cubicBezTo>
                <a:lnTo>
                  <a:pt x="929926" y="571278"/>
                </a:lnTo>
                <a:cubicBezTo>
                  <a:pt x="921392" y="571278"/>
                  <a:pt x="916058" y="570058"/>
                  <a:pt x="913924" y="567620"/>
                </a:cubicBezTo>
                <a:cubicBezTo>
                  <a:pt x="911791" y="565182"/>
                  <a:pt x="910724" y="559086"/>
                  <a:pt x="910724" y="549332"/>
                </a:cubicBezTo>
                <a:cubicBezTo>
                  <a:pt x="910724" y="539578"/>
                  <a:pt x="912095" y="533635"/>
                  <a:pt x="914839" y="531501"/>
                </a:cubicBezTo>
                <a:cubicBezTo>
                  <a:pt x="917582" y="529368"/>
                  <a:pt x="922611" y="528301"/>
                  <a:pt x="929926" y="528301"/>
                </a:cubicBezTo>
                <a:lnTo>
                  <a:pt x="1096347" y="528301"/>
                </a:lnTo>
                <a:cubicBezTo>
                  <a:pt x="1122560" y="528301"/>
                  <a:pt x="1140848" y="522662"/>
                  <a:pt x="1151211" y="511384"/>
                </a:cubicBezTo>
                <a:cubicBezTo>
                  <a:pt x="1161574" y="500107"/>
                  <a:pt x="1166756" y="481057"/>
                  <a:pt x="1166756" y="454234"/>
                </a:cubicBezTo>
                <a:cubicBezTo>
                  <a:pt x="1166756" y="404247"/>
                  <a:pt x="1143286" y="379254"/>
                  <a:pt x="1096347" y="379254"/>
                </a:cubicBezTo>
                <a:lnTo>
                  <a:pt x="927183" y="379254"/>
                </a:lnTo>
                <a:cubicBezTo>
                  <a:pt x="919868" y="379254"/>
                  <a:pt x="914839" y="378187"/>
                  <a:pt x="912095" y="376053"/>
                </a:cubicBezTo>
                <a:cubicBezTo>
                  <a:pt x="909352" y="373920"/>
                  <a:pt x="907371" y="368281"/>
                  <a:pt x="906152" y="359137"/>
                </a:cubicBezTo>
                <a:cubicBezTo>
                  <a:pt x="902494" y="333534"/>
                  <a:pt x="894112" y="315550"/>
                  <a:pt x="881006" y="305187"/>
                </a:cubicBezTo>
                <a:cubicBezTo>
                  <a:pt x="867899" y="294824"/>
                  <a:pt x="844887" y="289642"/>
                  <a:pt x="811969" y="289642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3" name="フリーフォーム: 図形 102">
            <a:extLst>
              <a:ext uri="{FF2B5EF4-FFF2-40B4-BE49-F238E27FC236}">
                <a16:creationId xmlns:a16="http://schemas.microsoft.com/office/drawing/2014/main" id="{67DAB9DE-CDA4-C1CB-F31D-B86105A8A0D8}"/>
              </a:ext>
            </a:extLst>
          </p:cNvPr>
          <p:cNvSpPr/>
          <p:nvPr/>
        </p:nvSpPr>
        <p:spPr>
          <a:xfrm>
            <a:off x="4215288" y="-1624302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1037825" y="404857"/>
                </a:moveTo>
                <a:cubicBezTo>
                  <a:pt x="1007955" y="404857"/>
                  <a:pt x="983266" y="410800"/>
                  <a:pt x="963759" y="422688"/>
                </a:cubicBezTo>
                <a:cubicBezTo>
                  <a:pt x="944252" y="434575"/>
                  <a:pt x="934498" y="453320"/>
                  <a:pt x="934498" y="478923"/>
                </a:cubicBezTo>
                <a:cubicBezTo>
                  <a:pt x="934498" y="488067"/>
                  <a:pt x="936022" y="497821"/>
                  <a:pt x="939070" y="508184"/>
                </a:cubicBezTo>
                <a:cubicBezTo>
                  <a:pt x="953701" y="563048"/>
                  <a:pt x="966807" y="632390"/>
                  <a:pt x="978389" y="716210"/>
                </a:cubicBezTo>
                <a:cubicBezTo>
                  <a:pt x="989972" y="800030"/>
                  <a:pt x="995763" y="863124"/>
                  <a:pt x="995763" y="905491"/>
                </a:cubicBezTo>
                <a:cubicBezTo>
                  <a:pt x="995763" y="947858"/>
                  <a:pt x="1003078" y="976204"/>
                  <a:pt x="1017709" y="990530"/>
                </a:cubicBezTo>
                <a:cubicBezTo>
                  <a:pt x="1032339" y="1004856"/>
                  <a:pt x="1057942" y="1012018"/>
                  <a:pt x="1094518" y="1012018"/>
                </a:cubicBezTo>
                <a:cubicBezTo>
                  <a:pt x="1131094" y="1012018"/>
                  <a:pt x="1155326" y="1002112"/>
                  <a:pt x="1167213" y="982300"/>
                </a:cubicBezTo>
                <a:cubicBezTo>
                  <a:pt x="1179100" y="962488"/>
                  <a:pt x="1185044" y="934904"/>
                  <a:pt x="1185044" y="899547"/>
                </a:cubicBezTo>
                <a:cubicBezTo>
                  <a:pt x="1185044" y="823957"/>
                  <a:pt x="1175290" y="732974"/>
                  <a:pt x="1155783" y="626599"/>
                </a:cubicBezTo>
                <a:cubicBezTo>
                  <a:pt x="1136276" y="520224"/>
                  <a:pt x="1119207" y="456673"/>
                  <a:pt x="1104577" y="435946"/>
                </a:cubicBezTo>
                <a:cubicBezTo>
                  <a:pt x="1089946" y="415220"/>
                  <a:pt x="1067696" y="404857"/>
                  <a:pt x="1037825" y="404857"/>
                </a:cubicBezTo>
                <a:close/>
                <a:moveTo>
                  <a:pt x="523018" y="351822"/>
                </a:moveTo>
                <a:cubicBezTo>
                  <a:pt x="502292" y="351822"/>
                  <a:pt x="485223" y="358527"/>
                  <a:pt x="471812" y="371938"/>
                </a:cubicBezTo>
                <a:cubicBezTo>
                  <a:pt x="458401" y="385350"/>
                  <a:pt x="448647" y="404400"/>
                  <a:pt x="442551" y="429088"/>
                </a:cubicBezTo>
                <a:cubicBezTo>
                  <a:pt x="436455" y="453777"/>
                  <a:pt x="429445" y="498888"/>
                  <a:pt x="421520" y="564420"/>
                </a:cubicBezTo>
                <a:cubicBezTo>
                  <a:pt x="413595" y="629952"/>
                  <a:pt x="409633" y="690454"/>
                  <a:pt x="409633" y="745928"/>
                </a:cubicBezTo>
                <a:cubicBezTo>
                  <a:pt x="409633" y="851998"/>
                  <a:pt x="425025" y="937190"/>
                  <a:pt x="455810" y="1001503"/>
                </a:cubicBezTo>
                <a:cubicBezTo>
                  <a:pt x="486595" y="1065816"/>
                  <a:pt x="527285" y="1097972"/>
                  <a:pt x="577882" y="1097972"/>
                </a:cubicBezTo>
                <a:cubicBezTo>
                  <a:pt x="613239" y="1097972"/>
                  <a:pt x="655759" y="1083494"/>
                  <a:pt x="705441" y="1054538"/>
                </a:cubicBezTo>
                <a:cubicBezTo>
                  <a:pt x="755123" y="1025582"/>
                  <a:pt x="788956" y="1003027"/>
                  <a:pt x="806939" y="986872"/>
                </a:cubicBezTo>
                <a:cubicBezTo>
                  <a:pt x="824923" y="970718"/>
                  <a:pt x="833914" y="951211"/>
                  <a:pt x="833914" y="928351"/>
                </a:cubicBezTo>
                <a:cubicBezTo>
                  <a:pt x="833914" y="905491"/>
                  <a:pt x="823094" y="883393"/>
                  <a:pt x="801453" y="862057"/>
                </a:cubicBezTo>
                <a:cubicBezTo>
                  <a:pt x="779812" y="840721"/>
                  <a:pt x="759848" y="830053"/>
                  <a:pt x="741560" y="830053"/>
                </a:cubicBezTo>
                <a:cubicBezTo>
                  <a:pt x="725101" y="830053"/>
                  <a:pt x="705136" y="839654"/>
                  <a:pt x="681667" y="858856"/>
                </a:cubicBezTo>
                <a:cubicBezTo>
                  <a:pt x="658197" y="878059"/>
                  <a:pt x="639452" y="887660"/>
                  <a:pt x="625431" y="887660"/>
                </a:cubicBezTo>
                <a:cubicBezTo>
                  <a:pt x="607753" y="887660"/>
                  <a:pt x="596627" y="870439"/>
                  <a:pt x="592055" y="835996"/>
                </a:cubicBezTo>
                <a:cubicBezTo>
                  <a:pt x="587483" y="801554"/>
                  <a:pt x="585197" y="765130"/>
                  <a:pt x="585197" y="726726"/>
                </a:cubicBezTo>
                <a:cubicBezTo>
                  <a:pt x="585197" y="643210"/>
                  <a:pt x="594341" y="557866"/>
                  <a:pt x="612629" y="470694"/>
                </a:cubicBezTo>
                <a:cubicBezTo>
                  <a:pt x="616897" y="451796"/>
                  <a:pt x="619030" y="435946"/>
                  <a:pt x="619030" y="423145"/>
                </a:cubicBezTo>
                <a:cubicBezTo>
                  <a:pt x="619030" y="394494"/>
                  <a:pt x="608210" y="375444"/>
                  <a:pt x="586569" y="365995"/>
                </a:cubicBezTo>
                <a:cubicBezTo>
                  <a:pt x="564928" y="356546"/>
                  <a:pt x="543745" y="351822"/>
                  <a:pt x="523018" y="351822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2" name="フリーフォーム: 図形 101">
            <a:extLst>
              <a:ext uri="{FF2B5EF4-FFF2-40B4-BE49-F238E27FC236}">
                <a16:creationId xmlns:a16="http://schemas.microsoft.com/office/drawing/2014/main" id="{1378BDE6-437B-1628-EF39-E7039EDA6279}"/>
              </a:ext>
            </a:extLst>
          </p:cNvPr>
          <p:cNvSpPr/>
          <p:nvPr/>
        </p:nvSpPr>
        <p:spPr>
          <a:xfrm>
            <a:off x="-4494254" y="-1624302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1126065" y="310673"/>
                </a:moveTo>
                <a:cubicBezTo>
                  <a:pt x="1112959" y="310673"/>
                  <a:pt x="1102443" y="313569"/>
                  <a:pt x="1094518" y="319360"/>
                </a:cubicBezTo>
                <a:cubicBezTo>
                  <a:pt x="1086593" y="325152"/>
                  <a:pt x="1082631" y="338715"/>
                  <a:pt x="1082631" y="360051"/>
                </a:cubicBezTo>
                <a:cubicBezTo>
                  <a:pt x="1082631" y="394798"/>
                  <a:pt x="1083241" y="419640"/>
                  <a:pt x="1084460" y="434575"/>
                </a:cubicBezTo>
                <a:cubicBezTo>
                  <a:pt x="1085679" y="449510"/>
                  <a:pt x="1090556" y="459416"/>
                  <a:pt x="1099090" y="464293"/>
                </a:cubicBezTo>
                <a:cubicBezTo>
                  <a:pt x="1107625" y="469170"/>
                  <a:pt x="1116921" y="471608"/>
                  <a:pt x="1126979" y="471608"/>
                </a:cubicBezTo>
                <a:cubicBezTo>
                  <a:pt x="1137038" y="471608"/>
                  <a:pt x="1145420" y="469474"/>
                  <a:pt x="1152125" y="465207"/>
                </a:cubicBezTo>
                <a:cubicBezTo>
                  <a:pt x="1158831" y="460940"/>
                  <a:pt x="1163251" y="455606"/>
                  <a:pt x="1165384" y="449205"/>
                </a:cubicBezTo>
                <a:cubicBezTo>
                  <a:pt x="1167518" y="442804"/>
                  <a:pt x="1168585" y="429850"/>
                  <a:pt x="1168585" y="410343"/>
                </a:cubicBezTo>
                <a:cubicBezTo>
                  <a:pt x="1168585" y="392665"/>
                  <a:pt x="1168127" y="375139"/>
                  <a:pt x="1167213" y="357765"/>
                </a:cubicBezTo>
                <a:cubicBezTo>
                  <a:pt x="1166299" y="340392"/>
                  <a:pt x="1162489" y="328200"/>
                  <a:pt x="1155783" y="321189"/>
                </a:cubicBezTo>
                <a:cubicBezTo>
                  <a:pt x="1149077" y="314179"/>
                  <a:pt x="1139171" y="310673"/>
                  <a:pt x="1126065" y="310673"/>
                </a:cubicBezTo>
                <a:close/>
                <a:moveTo>
                  <a:pt x="1013137" y="310673"/>
                </a:moveTo>
                <a:cubicBezTo>
                  <a:pt x="982657" y="310673"/>
                  <a:pt x="967417" y="322865"/>
                  <a:pt x="967417" y="347250"/>
                </a:cubicBezTo>
                <a:lnTo>
                  <a:pt x="967417" y="386569"/>
                </a:lnTo>
                <a:cubicBezTo>
                  <a:pt x="968026" y="422535"/>
                  <a:pt x="970007" y="444023"/>
                  <a:pt x="973360" y="451034"/>
                </a:cubicBezTo>
                <a:cubicBezTo>
                  <a:pt x="976713" y="458044"/>
                  <a:pt x="982047" y="463683"/>
                  <a:pt x="989362" y="467950"/>
                </a:cubicBezTo>
                <a:cubicBezTo>
                  <a:pt x="996677" y="472218"/>
                  <a:pt x="1005821" y="474351"/>
                  <a:pt x="1016794" y="474351"/>
                </a:cubicBezTo>
                <a:cubicBezTo>
                  <a:pt x="1027767" y="474351"/>
                  <a:pt x="1037063" y="471303"/>
                  <a:pt x="1044683" y="465207"/>
                </a:cubicBezTo>
                <a:cubicBezTo>
                  <a:pt x="1052303" y="459111"/>
                  <a:pt x="1056266" y="451034"/>
                  <a:pt x="1056571" y="440976"/>
                </a:cubicBezTo>
                <a:cubicBezTo>
                  <a:pt x="1056875" y="430917"/>
                  <a:pt x="1057028" y="417049"/>
                  <a:pt x="1057028" y="399370"/>
                </a:cubicBezTo>
                <a:cubicBezTo>
                  <a:pt x="1057028" y="376815"/>
                  <a:pt x="1056723" y="359899"/>
                  <a:pt x="1056113" y="348621"/>
                </a:cubicBezTo>
                <a:cubicBezTo>
                  <a:pt x="1055504" y="337344"/>
                  <a:pt x="1051389" y="328200"/>
                  <a:pt x="1043769" y="321189"/>
                </a:cubicBezTo>
                <a:cubicBezTo>
                  <a:pt x="1036149" y="314179"/>
                  <a:pt x="1025938" y="310673"/>
                  <a:pt x="1013137" y="310673"/>
                </a:cubicBezTo>
                <a:close/>
                <a:moveTo>
                  <a:pt x="812426" y="288728"/>
                </a:moveTo>
                <a:cubicBezTo>
                  <a:pt x="787737" y="288728"/>
                  <a:pt x="764267" y="294672"/>
                  <a:pt x="742017" y="306559"/>
                </a:cubicBezTo>
                <a:cubicBezTo>
                  <a:pt x="719767" y="318446"/>
                  <a:pt x="708641" y="337496"/>
                  <a:pt x="708641" y="363709"/>
                </a:cubicBezTo>
                <a:cubicBezTo>
                  <a:pt x="708641" y="376510"/>
                  <a:pt x="710318" y="387940"/>
                  <a:pt x="713671" y="397999"/>
                </a:cubicBezTo>
                <a:cubicBezTo>
                  <a:pt x="717023" y="408057"/>
                  <a:pt x="718700" y="414763"/>
                  <a:pt x="718700" y="418116"/>
                </a:cubicBezTo>
                <a:cubicBezTo>
                  <a:pt x="718700" y="421468"/>
                  <a:pt x="715042" y="423145"/>
                  <a:pt x="707727" y="423145"/>
                </a:cubicBezTo>
                <a:lnTo>
                  <a:pt x="448952" y="423145"/>
                </a:lnTo>
                <a:cubicBezTo>
                  <a:pt x="401403" y="423145"/>
                  <a:pt x="377629" y="453930"/>
                  <a:pt x="377629" y="515499"/>
                </a:cubicBezTo>
                <a:cubicBezTo>
                  <a:pt x="377629" y="545979"/>
                  <a:pt x="382658" y="568077"/>
                  <a:pt x="392716" y="581793"/>
                </a:cubicBezTo>
                <a:cubicBezTo>
                  <a:pt x="402775" y="595509"/>
                  <a:pt x="421520" y="602367"/>
                  <a:pt x="448952" y="602367"/>
                </a:cubicBezTo>
                <a:lnTo>
                  <a:pt x="768077" y="602367"/>
                </a:lnTo>
                <a:cubicBezTo>
                  <a:pt x="774173" y="602367"/>
                  <a:pt x="778441" y="603129"/>
                  <a:pt x="780879" y="604653"/>
                </a:cubicBezTo>
                <a:cubicBezTo>
                  <a:pt x="783317" y="606177"/>
                  <a:pt x="785451" y="610292"/>
                  <a:pt x="787280" y="616998"/>
                </a:cubicBezTo>
                <a:cubicBezTo>
                  <a:pt x="789109" y="623703"/>
                  <a:pt x="790023" y="630409"/>
                  <a:pt x="790023" y="637114"/>
                </a:cubicBezTo>
                <a:cubicBezTo>
                  <a:pt x="790023" y="643820"/>
                  <a:pt x="787737" y="648697"/>
                  <a:pt x="783165" y="651745"/>
                </a:cubicBezTo>
                <a:cubicBezTo>
                  <a:pt x="778593" y="654793"/>
                  <a:pt x="771125" y="656317"/>
                  <a:pt x="760762" y="656317"/>
                </a:cubicBezTo>
                <a:lnTo>
                  <a:pt x="691268" y="653574"/>
                </a:lnTo>
                <a:cubicBezTo>
                  <a:pt x="596780" y="653574"/>
                  <a:pt x="523018" y="674300"/>
                  <a:pt x="469983" y="715753"/>
                </a:cubicBezTo>
                <a:cubicBezTo>
                  <a:pt x="416948" y="757206"/>
                  <a:pt x="390430" y="812070"/>
                  <a:pt x="390430" y="880345"/>
                </a:cubicBezTo>
                <a:cubicBezTo>
                  <a:pt x="390430" y="940086"/>
                  <a:pt x="407804" y="991749"/>
                  <a:pt x="442551" y="1035336"/>
                </a:cubicBezTo>
                <a:cubicBezTo>
                  <a:pt x="477298" y="1078922"/>
                  <a:pt x="525304" y="1108183"/>
                  <a:pt x="586569" y="1123118"/>
                </a:cubicBezTo>
                <a:cubicBezTo>
                  <a:pt x="647834" y="1138053"/>
                  <a:pt x="711080" y="1145521"/>
                  <a:pt x="776307" y="1145521"/>
                </a:cubicBezTo>
                <a:cubicBezTo>
                  <a:pt x="812883" y="1145521"/>
                  <a:pt x="848545" y="1142778"/>
                  <a:pt x="883292" y="1137291"/>
                </a:cubicBezTo>
                <a:cubicBezTo>
                  <a:pt x="918039" y="1131805"/>
                  <a:pt x="953091" y="1123423"/>
                  <a:pt x="988448" y="1112145"/>
                </a:cubicBezTo>
                <a:cubicBezTo>
                  <a:pt x="1023805" y="1100868"/>
                  <a:pt x="1046360" y="1092333"/>
                  <a:pt x="1056113" y="1086542"/>
                </a:cubicBezTo>
                <a:cubicBezTo>
                  <a:pt x="1065867" y="1080751"/>
                  <a:pt x="1073792" y="1072064"/>
                  <a:pt x="1079888" y="1060482"/>
                </a:cubicBezTo>
                <a:cubicBezTo>
                  <a:pt x="1085984" y="1048899"/>
                  <a:pt x="1089032" y="1035488"/>
                  <a:pt x="1089032" y="1020248"/>
                </a:cubicBezTo>
                <a:cubicBezTo>
                  <a:pt x="1089032" y="990987"/>
                  <a:pt x="1080802" y="965994"/>
                  <a:pt x="1064343" y="945267"/>
                </a:cubicBezTo>
                <a:cubicBezTo>
                  <a:pt x="1047884" y="924541"/>
                  <a:pt x="1025024" y="914178"/>
                  <a:pt x="995763" y="914178"/>
                </a:cubicBezTo>
                <a:cubicBezTo>
                  <a:pt x="981742" y="914178"/>
                  <a:pt x="966807" y="916616"/>
                  <a:pt x="950957" y="921493"/>
                </a:cubicBezTo>
                <a:cubicBezTo>
                  <a:pt x="873538" y="947096"/>
                  <a:pt x="809987" y="959898"/>
                  <a:pt x="760305" y="959898"/>
                </a:cubicBezTo>
                <a:cubicBezTo>
                  <a:pt x="710623" y="959898"/>
                  <a:pt x="672065" y="952735"/>
                  <a:pt x="644633" y="938409"/>
                </a:cubicBezTo>
                <a:cubicBezTo>
                  <a:pt x="617201" y="924084"/>
                  <a:pt x="603485" y="904424"/>
                  <a:pt x="603485" y="879430"/>
                </a:cubicBezTo>
                <a:cubicBezTo>
                  <a:pt x="603485" y="861752"/>
                  <a:pt x="611715" y="845140"/>
                  <a:pt x="628174" y="829596"/>
                </a:cubicBezTo>
                <a:cubicBezTo>
                  <a:pt x="644633" y="814051"/>
                  <a:pt x="680295" y="806278"/>
                  <a:pt x="735159" y="806278"/>
                </a:cubicBezTo>
                <a:cubicBezTo>
                  <a:pt x="773564" y="806278"/>
                  <a:pt x="807701" y="810393"/>
                  <a:pt x="837572" y="818623"/>
                </a:cubicBezTo>
                <a:cubicBezTo>
                  <a:pt x="867442" y="826852"/>
                  <a:pt x="893655" y="830967"/>
                  <a:pt x="916210" y="830967"/>
                </a:cubicBezTo>
                <a:cubicBezTo>
                  <a:pt x="952177" y="830967"/>
                  <a:pt x="978847" y="821366"/>
                  <a:pt x="996220" y="802164"/>
                </a:cubicBezTo>
                <a:cubicBezTo>
                  <a:pt x="1013594" y="782961"/>
                  <a:pt x="1022281" y="764521"/>
                  <a:pt x="1022281" y="746842"/>
                </a:cubicBezTo>
                <a:cubicBezTo>
                  <a:pt x="1022281" y="735870"/>
                  <a:pt x="1016794" y="713314"/>
                  <a:pt x="1005821" y="679177"/>
                </a:cubicBezTo>
                <a:cubicBezTo>
                  <a:pt x="992410" y="638334"/>
                  <a:pt x="985705" y="615169"/>
                  <a:pt x="985705" y="609682"/>
                </a:cubicBezTo>
                <a:cubicBezTo>
                  <a:pt x="985705" y="604806"/>
                  <a:pt x="989972" y="602367"/>
                  <a:pt x="998506" y="602367"/>
                </a:cubicBezTo>
                <a:lnTo>
                  <a:pt x="1075316" y="602367"/>
                </a:lnTo>
                <a:cubicBezTo>
                  <a:pt x="1094823" y="602367"/>
                  <a:pt x="1111435" y="594900"/>
                  <a:pt x="1125151" y="579964"/>
                </a:cubicBezTo>
                <a:cubicBezTo>
                  <a:pt x="1138867" y="565029"/>
                  <a:pt x="1145725" y="546894"/>
                  <a:pt x="1145725" y="525558"/>
                </a:cubicBezTo>
                <a:cubicBezTo>
                  <a:pt x="1145725" y="518242"/>
                  <a:pt x="1144963" y="511994"/>
                  <a:pt x="1143439" y="506812"/>
                </a:cubicBezTo>
                <a:cubicBezTo>
                  <a:pt x="1141914" y="501631"/>
                  <a:pt x="1140543" y="498583"/>
                  <a:pt x="1139324" y="497668"/>
                </a:cubicBezTo>
                <a:cubicBezTo>
                  <a:pt x="1138105" y="496754"/>
                  <a:pt x="1135666" y="496297"/>
                  <a:pt x="1132009" y="496297"/>
                </a:cubicBezTo>
                <a:cubicBezTo>
                  <a:pt x="1106405" y="496297"/>
                  <a:pt x="1087508" y="490506"/>
                  <a:pt x="1075316" y="478923"/>
                </a:cubicBezTo>
                <a:cubicBezTo>
                  <a:pt x="1074706" y="478314"/>
                  <a:pt x="1073792" y="478009"/>
                  <a:pt x="1072573" y="478009"/>
                </a:cubicBezTo>
                <a:cubicBezTo>
                  <a:pt x="1071353" y="478009"/>
                  <a:pt x="1068915" y="479685"/>
                  <a:pt x="1065257" y="483038"/>
                </a:cubicBezTo>
                <a:cubicBezTo>
                  <a:pt x="1061600" y="486391"/>
                  <a:pt x="1054742" y="489896"/>
                  <a:pt x="1044683" y="493554"/>
                </a:cubicBezTo>
                <a:cubicBezTo>
                  <a:pt x="1034625" y="497211"/>
                  <a:pt x="1025329" y="499040"/>
                  <a:pt x="1016794" y="499040"/>
                </a:cubicBezTo>
                <a:cubicBezTo>
                  <a:pt x="1000335" y="499040"/>
                  <a:pt x="984943" y="494773"/>
                  <a:pt x="970617" y="486238"/>
                </a:cubicBezTo>
                <a:cubicBezTo>
                  <a:pt x="956291" y="477704"/>
                  <a:pt x="944557" y="461702"/>
                  <a:pt x="935413" y="438232"/>
                </a:cubicBezTo>
                <a:cubicBezTo>
                  <a:pt x="926269" y="414763"/>
                  <a:pt x="916820" y="386569"/>
                  <a:pt x="907066" y="353650"/>
                </a:cubicBezTo>
                <a:cubicBezTo>
                  <a:pt x="900970" y="332924"/>
                  <a:pt x="889845" y="316922"/>
                  <a:pt x="873691" y="305644"/>
                </a:cubicBezTo>
                <a:cubicBezTo>
                  <a:pt x="857536" y="294367"/>
                  <a:pt x="837115" y="288728"/>
                  <a:pt x="812426" y="288728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1" name="フリーフォーム: 図形 100">
            <a:extLst>
              <a:ext uri="{FF2B5EF4-FFF2-40B4-BE49-F238E27FC236}">
                <a16:creationId xmlns:a16="http://schemas.microsoft.com/office/drawing/2014/main" id="{1B580DA4-FE29-D6F0-B6C5-E178A28E932D}"/>
              </a:ext>
            </a:extLst>
          </p:cNvPr>
          <p:cNvSpPr/>
          <p:nvPr/>
        </p:nvSpPr>
        <p:spPr>
          <a:xfrm>
            <a:off x="-13136066" y="-1624295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30790" y="802621"/>
                </a:moveTo>
                <a:cubicBezTo>
                  <a:pt x="508540" y="802621"/>
                  <a:pt x="484766" y="812070"/>
                  <a:pt x="459467" y="830967"/>
                </a:cubicBezTo>
                <a:cubicBezTo>
                  <a:pt x="434169" y="849865"/>
                  <a:pt x="421520" y="871658"/>
                  <a:pt x="421520" y="896347"/>
                </a:cubicBezTo>
                <a:cubicBezTo>
                  <a:pt x="421520" y="921036"/>
                  <a:pt x="432645" y="948620"/>
                  <a:pt x="454895" y="979100"/>
                </a:cubicBezTo>
                <a:cubicBezTo>
                  <a:pt x="477146" y="1009580"/>
                  <a:pt x="505797" y="1034574"/>
                  <a:pt x="540849" y="1054081"/>
                </a:cubicBezTo>
                <a:cubicBezTo>
                  <a:pt x="575901" y="1073588"/>
                  <a:pt x="611715" y="1086542"/>
                  <a:pt x="648291" y="1092943"/>
                </a:cubicBezTo>
                <a:cubicBezTo>
                  <a:pt x="684867" y="1099344"/>
                  <a:pt x="754666" y="1102544"/>
                  <a:pt x="857688" y="1102544"/>
                </a:cubicBezTo>
                <a:cubicBezTo>
                  <a:pt x="993629" y="1102544"/>
                  <a:pt x="1074401" y="1095838"/>
                  <a:pt x="1100005" y="1082427"/>
                </a:cubicBezTo>
                <a:cubicBezTo>
                  <a:pt x="1125608" y="1069016"/>
                  <a:pt x="1138409" y="1044632"/>
                  <a:pt x="1138409" y="1009275"/>
                </a:cubicBezTo>
                <a:cubicBezTo>
                  <a:pt x="1138409" y="938562"/>
                  <a:pt x="1109149" y="903205"/>
                  <a:pt x="1050627" y="903205"/>
                </a:cubicBezTo>
                <a:lnTo>
                  <a:pt x="918953" y="915092"/>
                </a:lnTo>
                <a:cubicBezTo>
                  <a:pt x="868356" y="919359"/>
                  <a:pt x="828123" y="921493"/>
                  <a:pt x="798252" y="921493"/>
                </a:cubicBezTo>
                <a:cubicBezTo>
                  <a:pt x="748265" y="921493"/>
                  <a:pt x="709556" y="915702"/>
                  <a:pt x="682124" y="904119"/>
                </a:cubicBezTo>
                <a:cubicBezTo>
                  <a:pt x="654692" y="892537"/>
                  <a:pt x="624212" y="868153"/>
                  <a:pt x="590684" y="830967"/>
                </a:cubicBezTo>
                <a:cubicBezTo>
                  <a:pt x="573005" y="812070"/>
                  <a:pt x="553041" y="802621"/>
                  <a:pt x="530790" y="802621"/>
                </a:cubicBezTo>
                <a:close/>
                <a:moveTo>
                  <a:pt x="1094518" y="466122"/>
                </a:moveTo>
                <a:cubicBezTo>
                  <a:pt x="1065867" y="466122"/>
                  <a:pt x="1051541" y="476790"/>
                  <a:pt x="1051541" y="498126"/>
                </a:cubicBezTo>
                <a:cubicBezTo>
                  <a:pt x="1051541" y="545065"/>
                  <a:pt x="1051846" y="574021"/>
                  <a:pt x="1052456" y="584994"/>
                </a:cubicBezTo>
                <a:cubicBezTo>
                  <a:pt x="1053065" y="595966"/>
                  <a:pt x="1057333" y="604348"/>
                  <a:pt x="1065257" y="610140"/>
                </a:cubicBezTo>
                <a:cubicBezTo>
                  <a:pt x="1073182" y="615931"/>
                  <a:pt x="1082936" y="618826"/>
                  <a:pt x="1094518" y="618826"/>
                </a:cubicBezTo>
                <a:cubicBezTo>
                  <a:pt x="1106101" y="618826"/>
                  <a:pt x="1115397" y="616998"/>
                  <a:pt x="1122407" y="613340"/>
                </a:cubicBezTo>
                <a:cubicBezTo>
                  <a:pt x="1129418" y="609682"/>
                  <a:pt x="1134142" y="605110"/>
                  <a:pt x="1136581" y="599624"/>
                </a:cubicBezTo>
                <a:cubicBezTo>
                  <a:pt x="1139019" y="594138"/>
                  <a:pt x="1140238" y="582860"/>
                  <a:pt x="1140238" y="565791"/>
                </a:cubicBezTo>
                <a:cubicBezTo>
                  <a:pt x="1140238" y="528606"/>
                  <a:pt x="1139781" y="504831"/>
                  <a:pt x="1138867" y="494468"/>
                </a:cubicBezTo>
                <a:cubicBezTo>
                  <a:pt x="1137952" y="484105"/>
                  <a:pt x="1133837" y="476790"/>
                  <a:pt x="1126522" y="472522"/>
                </a:cubicBezTo>
                <a:cubicBezTo>
                  <a:pt x="1119207" y="468255"/>
                  <a:pt x="1108539" y="466122"/>
                  <a:pt x="1094518" y="466122"/>
                </a:cubicBezTo>
                <a:close/>
                <a:moveTo>
                  <a:pt x="981590" y="462464"/>
                </a:moveTo>
                <a:cubicBezTo>
                  <a:pt x="954462" y="462464"/>
                  <a:pt x="940899" y="473132"/>
                  <a:pt x="940899" y="494468"/>
                </a:cubicBezTo>
                <a:cubicBezTo>
                  <a:pt x="940899" y="546284"/>
                  <a:pt x="941204" y="577526"/>
                  <a:pt x="941813" y="588194"/>
                </a:cubicBezTo>
                <a:cubicBezTo>
                  <a:pt x="942423" y="598862"/>
                  <a:pt x="946690" y="607092"/>
                  <a:pt x="954615" y="612883"/>
                </a:cubicBezTo>
                <a:cubicBezTo>
                  <a:pt x="962540" y="618674"/>
                  <a:pt x="972446" y="621570"/>
                  <a:pt x="984333" y="621570"/>
                </a:cubicBezTo>
                <a:cubicBezTo>
                  <a:pt x="996220" y="621570"/>
                  <a:pt x="1005517" y="619893"/>
                  <a:pt x="1012222" y="616540"/>
                </a:cubicBezTo>
                <a:cubicBezTo>
                  <a:pt x="1018928" y="613188"/>
                  <a:pt x="1023347" y="608616"/>
                  <a:pt x="1025481" y="602824"/>
                </a:cubicBezTo>
                <a:cubicBezTo>
                  <a:pt x="1027614" y="597033"/>
                  <a:pt x="1028681" y="585298"/>
                  <a:pt x="1028681" y="567620"/>
                </a:cubicBezTo>
                <a:cubicBezTo>
                  <a:pt x="1028681" y="523119"/>
                  <a:pt x="1027614" y="494468"/>
                  <a:pt x="1025481" y="481666"/>
                </a:cubicBezTo>
                <a:cubicBezTo>
                  <a:pt x="1023347" y="468865"/>
                  <a:pt x="1008717" y="462464"/>
                  <a:pt x="981590" y="462464"/>
                </a:cubicBezTo>
                <a:close/>
                <a:moveTo>
                  <a:pt x="567824" y="324390"/>
                </a:moveTo>
                <a:cubicBezTo>
                  <a:pt x="536734" y="324390"/>
                  <a:pt x="513569" y="333381"/>
                  <a:pt x="498329" y="351364"/>
                </a:cubicBezTo>
                <a:cubicBezTo>
                  <a:pt x="483089" y="369348"/>
                  <a:pt x="475469" y="393274"/>
                  <a:pt x="475469" y="423145"/>
                </a:cubicBezTo>
                <a:cubicBezTo>
                  <a:pt x="475469" y="442652"/>
                  <a:pt x="479737" y="459264"/>
                  <a:pt x="488271" y="472980"/>
                </a:cubicBezTo>
                <a:cubicBezTo>
                  <a:pt x="496805" y="486696"/>
                  <a:pt x="509607" y="496906"/>
                  <a:pt x="526676" y="503612"/>
                </a:cubicBezTo>
                <a:cubicBezTo>
                  <a:pt x="543744" y="510318"/>
                  <a:pt x="585045" y="516261"/>
                  <a:pt x="650577" y="521443"/>
                </a:cubicBezTo>
                <a:cubicBezTo>
                  <a:pt x="716109" y="526624"/>
                  <a:pt x="783927" y="529215"/>
                  <a:pt x="854031" y="529215"/>
                </a:cubicBezTo>
                <a:cubicBezTo>
                  <a:pt x="866832" y="529215"/>
                  <a:pt x="879024" y="529063"/>
                  <a:pt x="890607" y="528758"/>
                </a:cubicBezTo>
                <a:cubicBezTo>
                  <a:pt x="902189" y="528453"/>
                  <a:pt x="908438" y="528148"/>
                  <a:pt x="909352" y="527844"/>
                </a:cubicBezTo>
                <a:cubicBezTo>
                  <a:pt x="910267" y="527539"/>
                  <a:pt x="910724" y="526777"/>
                  <a:pt x="910724" y="525558"/>
                </a:cubicBezTo>
                <a:lnTo>
                  <a:pt x="909809" y="506355"/>
                </a:lnTo>
                <a:cubicBezTo>
                  <a:pt x="909809" y="456978"/>
                  <a:pt x="938156" y="432289"/>
                  <a:pt x="994849" y="432289"/>
                </a:cubicBezTo>
                <a:cubicBezTo>
                  <a:pt x="1014356" y="432289"/>
                  <a:pt x="1029901" y="437470"/>
                  <a:pt x="1041483" y="447834"/>
                </a:cubicBezTo>
                <a:cubicBezTo>
                  <a:pt x="1043312" y="449662"/>
                  <a:pt x="1045445" y="449967"/>
                  <a:pt x="1047884" y="448748"/>
                </a:cubicBezTo>
                <a:cubicBezTo>
                  <a:pt x="1055809" y="442652"/>
                  <a:pt x="1065257" y="438994"/>
                  <a:pt x="1076230" y="437775"/>
                </a:cubicBezTo>
                <a:cubicBezTo>
                  <a:pt x="1079278" y="437166"/>
                  <a:pt x="1080802" y="434118"/>
                  <a:pt x="1080802" y="428631"/>
                </a:cubicBezTo>
                <a:cubicBezTo>
                  <a:pt x="1080802" y="402418"/>
                  <a:pt x="1073487" y="381235"/>
                  <a:pt x="1058857" y="365080"/>
                </a:cubicBezTo>
                <a:cubicBezTo>
                  <a:pt x="1044226" y="348926"/>
                  <a:pt x="1021671" y="340849"/>
                  <a:pt x="991191" y="340849"/>
                </a:cubicBezTo>
                <a:lnTo>
                  <a:pt x="886949" y="342677"/>
                </a:lnTo>
                <a:cubicBezTo>
                  <a:pt x="761372" y="342677"/>
                  <a:pt x="665055" y="337496"/>
                  <a:pt x="597999" y="327133"/>
                </a:cubicBezTo>
                <a:cubicBezTo>
                  <a:pt x="587636" y="325304"/>
                  <a:pt x="577577" y="324390"/>
                  <a:pt x="567824" y="324390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100" name="フリーフォーム: 図形 99">
            <a:extLst>
              <a:ext uri="{FF2B5EF4-FFF2-40B4-BE49-F238E27FC236}">
                <a16:creationId xmlns:a16="http://schemas.microsoft.com/office/drawing/2014/main" id="{DCBBB0C1-1C04-5B28-0AB0-0FBD6C6343C4}"/>
              </a:ext>
            </a:extLst>
          </p:cNvPr>
          <p:cNvSpPr/>
          <p:nvPr/>
        </p:nvSpPr>
        <p:spPr>
          <a:xfrm>
            <a:off x="17309357" y="-9630556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87610" y="540188"/>
                </a:moveTo>
                <a:cubicBezTo>
                  <a:pt x="682124" y="540188"/>
                  <a:pt x="646919" y="544455"/>
                  <a:pt x="581997" y="552990"/>
                </a:cubicBezTo>
                <a:cubicBezTo>
                  <a:pt x="517075" y="561524"/>
                  <a:pt x="476841" y="568077"/>
                  <a:pt x="461296" y="572649"/>
                </a:cubicBezTo>
                <a:cubicBezTo>
                  <a:pt x="445751" y="577221"/>
                  <a:pt x="433255" y="585451"/>
                  <a:pt x="423806" y="597338"/>
                </a:cubicBezTo>
                <a:cubicBezTo>
                  <a:pt x="414357" y="609225"/>
                  <a:pt x="409633" y="626904"/>
                  <a:pt x="409633" y="650373"/>
                </a:cubicBezTo>
                <a:cubicBezTo>
                  <a:pt x="409633" y="673843"/>
                  <a:pt x="414205" y="694417"/>
                  <a:pt x="423349" y="712095"/>
                </a:cubicBezTo>
                <a:cubicBezTo>
                  <a:pt x="432493" y="729774"/>
                  <a:pt x="451695" y="738613"/>
                  <a:pt x="480956" y="738613"/>
                </a:cubicBezTo>
                <a:cubicBezTo>
                  <a:pt x="495586" y="738613"/>
                  <a:pt x="514179" y="736174"/>
                  <a:pt x="536734" y="731298"/>
                </a:cubicBezTo>
                <a:cubicBezTo>
                  <a:pt x="666579" y="705085"/>
                  <a:pt x="762896" y="691978"/>
                  <a:pt x="825685" y="691978"/>
                </a:cubicBezTo>
                <a:cubicBezTo>
                  <a:pt x="865918" y="691978"/>
                  <a:pt x="895484" y="697465"/>
                  <a:pt x="914381" y="708438"/>
                </a:cubicBezTo>
                <a:cubicBezTo>
                  <a:pt x="933279" y="719410"/>
                  <a:pt x="942728" y="738308"/>
                  <a:pt x="942728" y="765130"/>
                </a:cubicBezTo>
                <a:cubicBezTo>
                  <a:pt x="942728" y="811460"/>
                  <a:pt x="912705" y="852303"/>
                  <a:pt x="852659" y="887660"/>
                </a:cubicBezTo>
                <a:cubicBezTo>
                  <a:pt x="792614" y="923017"/>
                  <a:pt x="708946" y="946486"/>
                  <a:pt x="601657" y="958069"/>
                </a:cubicBezTo>
                <a:cubicBezTo>
                  <a:pt x="572396" y="961117"/>
                  <a:pt x="552736" y="970413"/>
                  <a:pt x="542678" y="985958"/>
                </a:cubicBezTo>
                <a:cubicBezTo>
                  <a:pt x="532619" y="1001503"/>
                  <a:pt x="527590" y="1026344"/>
                  <a:pt x="527590" y="1060482"/>
                </a:cubicBezTo>
                <a:cubicBezTo>
                  <a:pt x="527590" y="1082427"/>
                  <a:pt x="535515" y="1099496"/>
                  <a:pt x="551365" y="1111688"/>
                </a:cubicBezTo>
                <a:cubicBezTo>
                  <a:pt x="567214" y="1123880"/>
                  <a:pt x="591598" y="1129976"/>
                  <a:pt x="624517" y="1129976"/>
                </a:cubicBezTo>
                <a:cubicBezTo>
                  <a:pt x="657435" y="1129976"/>
                  <a:pt x="704831" y="1122966"/>
                  <a:pt x="766706" y="1108945"/>
                </a:cubicBezTo>
                <a:cubicBezTo>
                  <a:pt x="828580" y="1094924"/>
                  <a:pt x="887864" y="1070540"/>
                  <a:pt x="944557" y="1035793"/>
                </a:cubicBezTo>
                <a:cubicBezTo>
                  <a:pt x="1001249" y="1001046"/>
                  <a:pt x="1045750" y="957764"/>
                  <a:pt x="1078059" y="905948"/>
                </a:cubicBezTo>
                <a:cubicBezTo>
                  <a:pt x="1110368" y="854132"/>
                  <a:pt x="1126522" y="801097"/>
                  <a:pt x="1126522" y="746842"/>
                </a:cubicBezTo>
                <a:cubicBezTo>
                  <a:pt x="1126522" y="712095"/>
                  <a:pt x="1119969" y="679939"/>
                  <a:pt x="1106863" y="650373"/>
                </a:cubicBezTo>
                <a:cubicBezTo>
                  <a:pt x="1093756" y="620808"/>
                  <a:pt x="1075925" y="597490"/>
                  <a:pt x="1053370" y="580422"/>
                </a:cubicBezTo>
                <a:cubicBezTo>
                  <a:pt x="1030815" y="563353"/>
                  <a:pt x="1010089" y="554818"/>
                  <a:pt x="991191" y="554818"/>
                </a:cubicBezTo>
                <a:cubicBezTo>
                  <a:pt x="984485" y="554818"/>
                  <a:pt x="974427" y="555885"/>
                  <a:pt x="961016" y="558019"/>
                </a:cubicBezTo>
                <a:cubicBezTo>
                  <a:pt x="947605" y="560152"/>
                  <a:pt x="928250" y="561219"/>
                  <a:pt x="902951" y="561219"/>
                </a:cubicBezTo>
                <a:cubicBezTo>
                  <a:pt x="877653" y="561219"/>
                  <a:pt x="837419" y="557714"/>
                  <a:pt x="782251" y="550704"/>
                </a:cubicBezTo>
                <a:cubicBezTo>
                  <a:pt x="727082" y="543693"/>
                  <a:pt x="695535" y="540188"/>
                  <a:pt x="687610" y="540188"/>
                </a:cubicBezTo>
                <a:close/>
                <a:moveTo>
                  <a:pt x="571481" y="305187"/>
                </a:moveTo>
                <a:cubicBezTo>
                  <a:pt x="544659" y="305187"/>
                  <a:pt x="524999" y="315093"/>
                  <a:pt x="512503" y="334905"/>
                </a:cubicBezTo>
                <a:cubicBezTo>
                  <a:pt x="500006" y="354717"/>
                  <a:pt x="493757" y="375444"/>
                  <a:pt x="493757" y="397084"/>
                </a:cubicBezTo>
                <a:cubicBezTo>
                  <a:pt x="493757" y="418725"/>
                  <a:pt x="504273" y="435946"/>
                  <a:pt x="525304" y="448748"/>
                </a:cubicBezTo>
                <a:cubicBezTo>
                  <a:pt x="546335" y="461550"/>
                  <a:pt x="604400" y="475723"/>
                  <a:pt x="699497" y="491268"/>
                </a:cubicBezTo>
                <a:cubicBezTo>
                  <a:pt x="794595" y="506812"/>
                  <a:pt x="867137" y="514585"/>
                  <a:pt x="917125" y="514585"/>
                </a:cubicBezTo>
                <a:cubicBezTo>
                  <a:pt x="951262" y="514585"/>
                  <a:pt x="974122" y="507270"/>
                  <a:pt x="985705" y="492639"/>
                </a:cubicBezTo>
                <a:cubicBezTo>
                  <a:pt x="997287" y="478009"/>
                  <a:pt x="1003078" y="456063"/>
                  <a:pt x="1003078" y="426802"/>
                </a:cubicBezTo>
                <a:cubicBezTo>
                  <a:pt x="1003078" y="382302"/>
                  <a:pt x="979304" y="359137"/>
                  <a:pt x="931755" y="357308"/>
                </a:cubicBezTo>
                <a:cubicBezTo>
                  <a:pt x="900056" y="356698"/>
                  <a:pt x="852355" y="351669"/>
                  <a:pt x="788651" y="342220"/>
                </a:cubicBezTo>
                <a:cubicBezTo>
                  <a:pt x="724948" y="332772"/>
                  <a:pt x="661397" y="321342"/>
                  <a:pt x="597999" y="307930"/>
                </a:cubicBezTo>
                <a:cubicBezTo>
                  <a:pt x="588245" y="306102"/>
                  <a:pt x="579406" y="305187"/>
                  <a:pt x="571481" y="305187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9" name="フリーフォーム: 図形 98">
            <a:extLst>
              <a:ext uri="{FF2B5EF4-FFF2-40B4-BE49-F238E27FC236}">
                <a16:creationId xmlns:a16="http://schemas.microsoft.com/office/drawing/2014/main" id="{665E337B-7BCD-2336-E503-F0F725BB3C32}"/>
              </a:ext>
            </a:extLst>
          </p:cNvPr>
          <p:cNvSpPr/>
          <p:nvPr/>
        </p:nvSpPr>
        <p:spPr>
          <a:xfrm>
            <a:off x="8698332" y="-9630556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42525" y="292386"/>
                </a:moveTo>
                <a:cubicBezTo>
                  <a:pt x="525457" y="292386"/>
                  <a:pt x="503816" y="303054"/>
                  <a:pt x="477603" y="324390"/>
                </a:cubicBezTo>
                <a:cubicBezTo>
                  <a:pt x="451390" y="345725"/>
                  <a:pt x="438284" y="367976"/>
                  <a:pt x="438284" y="391141"/>
                </a:cubicBezTo>
                <a:cubicBezTo>
                  <a:pt x="438284" y="407600"/>
                  <a:pt x="444989" y="425278"/>
                  <a:pt x="458401" y="444176"/>
                </a:cubicBezTo>
                <a:lnTo>
                  <a:pt x="569043" y="605110"/>
                </a:lnTo>
                <a:cubicBezTo>
                  <a:pt x="573310" y="613035"/>
                  <a:pt x="575444" y="619284"/>
                  <a:pt x="575444" y="623856"/>
                </a:cubicBezTo>
                <a:cubicBezTo>
                  <a:pt x="575444" y="628428"/>
                  <a:pt x="573005" y="632847"/>
                  <a:pt x="568129" y="637114"/>
                </a:cubicBezTo>
                <a:cubicBezTo>
                  <a:pt x="506559" y="688321"/>
                  <a:pt x="464649" y="727183"/>
                  <a:pt x="442399" y="753700"/>
                </a:cubicBezTo>
                <a:cubicBezTo>
                  <a:pt x="420148" y="780218"/>
                  <a:pt x="404146" y="806431"/>
                  <a:pt x="394393" y="832339"/>
                </a:cubicBezTo>
                <a:cubicBezTo>
                  <a:pt x="384639" y="858247"/>
                  <a:pt x="379762" y="885526"/>
                  <a:pt x="379762" y="914178"/>
                </a:cubicBezTo>
                <a:cubicBezTo>
                  <a:pt x="379762" y="942829"/>
                  <a:pt x="386315" y="970718"/>
                  <a:pt x="399422" y="997845"/>
                </a:cubicBezTo>
                <a:cubicBezTo>
                  <a:pt x="412528" y="1024972"/>
                  <a:pt x="430511" y="1046613"/>
                  <a:pt x="453371" y="1062768"/>
                </a:cubicBezTo>
                <a:cubicBezTo>
                  <a:pt x="476231" y="1078922"/>
                  <a:pt x="512045" y="1092638"/>
                  <a:pt x="560813" y="1103916"/>
                </a:cubicBezTo>
                <a:cubicBezTo>
                  <a:pt x="609581" y="1115193"/>
                  <a:pt x="662159" y="1120832"/>
                  <a:pt x="718547" y="1120832"/>
                </a:cubicBezTo>
                <a:cubicBezTo>
                  <a:pt x="774935" y="1120832"/>
                  <a:pt x="841839" y="1118394"/>
                  <a:pt x="919258" y="1113517"/>
                </a:cubicBezTo>
                <a:cubicBezTo>
                  <a:pt x="996677" y="1108640"/>
                  <a:pt x="1044683" y="1103916"/>
                  <a:pt x="1063276" y="1099344"/>
                </a:cubicBezTo>
                <a:cubicBezTo>
                  <a:pt x="1081869" y="1094772"/>
                  <a:pt x="1094823" y="1085780"/>
                  <a:pt x="1102138" y="1072369"/>
                </a:cubicBezTo>
                <a:cubicBezTo>
                  <a:pt x="1109453" y="1058958"/>
                  <a:pt x="1113111" y="1037012"/>
                  <a:pt x="1113111" y="1006532"/>
                </a:cubicBezTo>
                <a:cubicBezTo>
                  <a:pt x="1113111" y="955326"/>
                  <a:pt x="1088727" y="929722"/>
                  <a:pt x="1039959" y="929722"/>
                </a:cubicBezTo>
                <a:cubicBezTo>
                  <a:pt x="1032034" y="929722"/>
                  <a:pt x="1023195" y="930332"/>
                  <a:pt x="1013441" y="931551"/>
                </a:cubicBezTo>
                <a:cubicBezTo>
                  <a:pt x="915905" y="944962"/>
                  <a:pt x="821113" y="951668"/>
                  <a:pt x="729063" y="951668"/>
                </a:cubicBezTo>
                <a:cubicBezTo>
                  <a:pt x="696145" y="951668"/>
                  <a:pt x="671456" y="949687"/>
                  <a:pt x="654997" y="945724"/>
                </a:cubicBezTo>
                <a:cubicBezTo>
                  <a:pt x="638537" y="941762"/>
                  <a:pt x="625279" y="934294"/>
                  <a:pt x="615220" y="923322"/>
                </a:cubicBezTo>
                <a:cubicBezTo>
                  <a:pt x="605162" y="912349"/>
                  <a:pt x="600133" y="899547"/>
                  <a:pt x="600133" y="884917"/>
                </a:cubicBezTo>
                <a:cubicBezTo>
                  <a:pt x="600133" y="863581"/>
                  <a:pt x="610039" y="843159"/>
                  <a:pt x="629851" y="823652"/>
                </a:cubicBezTo>
                <a:cubicBezTo>
                  <a:pt x="649663" y="804145"/>
                  <a:pt x="700412" y="767569"/>
                  <a:pt x="782098" y="713924"/>
                </a:cubicBezTo>
                <a:cubicBezTo>
                  <a:pt x="863785" y="660279"/>
                  <a:pt x="950653" y="608768"/>
                  <a:pt x="1042702" y="559390"/>
                </a:cubicBezTo>
                <a:cubicBezTo>
                  <a:pt x="1071963" y="542931"/>
                  <a:pt x="1086593" y="522205"/>
                  <a:pt x="1086593" y="497211"/>
                </a:cubicBezTo>
                <a:cubicBezTo>
                  <a:pt x="1086593" y="478314"/>
                  <a:pt x="1076535" y="455454"/>
                  <a:pt x="1056418" y="428631"/>
                </a:cubicBezTo>
                <a:cubicBezTo>
                  <a:pt x="1036301" y="401809"/>
                  <a:pt x="1014965" y="388398"/>
                  <a:pt x="992410" y="388398"/>
                </a:cubicBezTo>
                <a:cubicBezTo>
                  <a:pt x="982657" y="388398"/>
                  <a:pt x="971836" y="390379"/>
                  <a:pt x="959949" y="394341"/>
                </a:cubicBezTo>
                <a:cubicBezTo>
                  <a:pt x="948062" y="398304"/>
                  <a:pt x="922001" y="411410"/>
                  <a:pt x="881768" y="433660"/>
                </a:cubicBezTo>
                <a:cubicBezTo>
                  <a:pt x="841534" y="455911"/>
                  <a:pt x="800386" y="480142"/>
                  <a:pt x="758324" y="506355"/>
                </a:cubicBezTo>
                <a:cubicBezTo>
                  <a:pt x="751618" y="510622"/>
                  <a:pt x="745979" y="512756"/>
                  <a:pt x="741407" y="512756"/>
                </a:cubicBezTo>
                <a:cubicBezTo>
                  <a:pt x="736835" y="512756"/>
                  <a:pt x="733025" y="509403"/>
                  <a:pt x="729977" y="502698"/>
                </a:cubicBezTo>
                <a:cubicBezTo>
                  <a:pt x="711080" y="467341"/>
                  <a:pt x="686239" y="428479"/>
                  <a:pt x="655454" y="386112"/>
                </a:cubicBezTo>
                <a:cubicBezTo>
                  <a:pt x="624669" y="343744"/>
                  <a:pt x="602419" y="317532"/>
                  <a:pt x="588703" y="307473"/>
                </a:cubicBezTo>
                <a:cubicBezTo>
                  <a:pt x="574987" y="297415"/>
                  <a:pt x="559594" y="292386"/>
                  <a:pt x="542525" y="292386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8" name="フリーフォーム: 図形 97">
            <a:extLst>
              <a:ext uri="{FF2B5EF4-FFF2-40B4-BE49-F238E27FC236}">
                <a16:creationId xmlns:a16="http://schemas.microsoft.com/office/drawing/2014/main" id="{AAED6BD3-9BA6-7A4C-2777-274CA66721AD}"/>
              </a:ext>
            </a:extLst>
          </p:cNvPr>
          <p:cNvSpPr/>
          <p:nvPr/>
        </p:nvSpPr>
        <p:spPr>
          <a:xfrm>
            <a:off x="-11210" y="-9630556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1027767" y="357308"/>
                </a:moveTo>
                <a:cubicBezTo>
                  <a:pt x="1011917" y="357308"/>
                  <a:pt x="1000487" y="359442"/>
                  <a:pt x="993477" y="363709"/>
                </a:cubicBezTo>
                <a:cubicBezTo>
                  <a:pt x="986467" y="367976"/>
                  <a:pt x="982961" y="376510"/>
                  <a:pt x="982961" y="389312"/>
                </a:cubicBezTo>
                <a:cubicBezTo>
                  <a:pt x="982961" y="439909"/>
                  <a:pt x="983266" y="470389"/>
                  <a:pt x="983876" y="480752"/>
                </a:cubicBezTo>
                <a:cubicBezTo>
                  <a:pt x="984485" y="491115"/>
                  <a:pt x="989057" y="499497"/>
                  <a:pt x="997592" y="505898"/>
                </a:cubicBezTo>
                <a:cubicBezTo>
                  <a:pt x="1006126" y="512299"/>
                  <a:pt x="1015270" y="515499"/>
                  <a:pt x="1025024" y="515499"/>
                </a:cubicBezTo>
                <a:cubicBezTo>
                  <a:pt x="1034777" y="515499"/>
                  <a:pt x="1043312" y="513366"/>
                  <a:pt x="1050627" y="509098"/>
                </a:cubicBezTo>
                <a:cubicBezTo>
                  <a:pt x="1057942" y="504831"/>
                  <a:pt x="1062971" y="499954"/>
                  <a:pt x="1065715" y="494468"/>
                </a:cubicBezTo>
                <a:cubicBezTo>
                  <a:pt x="1068458" y="488982"/>
                  <a:pt x="1069829" y="478009"/>
                  <a:pt x="1069829" y="461550"/>
                </a:cubicBezTo>
                <a:cubicBezTo>
                  <a:pt x="1069829" y="419487"/>
                  <a:pt x="1068763" y="391598"/>
                  <a:pt x="1066629" y="377882"/>
                </a:cubicBezTo>
                <a:cubicBezTo>
                  <a:pt x="1064495" y="364166"/>
                  <a:pt x="1051541" y="357308"/>
                  <a:pt x="1027767" y="357308"/>
                </a:cubicBezTo>
                <a:close/>
                <a:moveTo>
                  <a:pt x="1141610" y="355479"/>
                </a:moveTo>
                <a:cubicBezTo>
                  <a:pt x="1126065" y="355479"/>
                  <a:pt x="1114787" y="357765"/>
                  <a:pt x="1107777" y="362337"/>
                </a:cubicBezTo>
                <a:cubicBezTo>
                  <a:pt x="1100767" y="366909"/>
                  <a:pt x="1097261" y="375291"/>
                  <a:pt x="1097261" y="387483"/>
                </a:cubicBezTo>
                <a:cubicBezTo>
                  <a:pt x="1097261" y="438080"/>
                  <a:pt x="1097566" y="468712"/>
                  <a:pt x="1098176" y="479380"/>
                </a:cubicBezTo>
                <a:cubicBezTo>
                  <a:pt x="1098785" y="490048"/>
                  <a:pt x="1103357" y="498430"/>
                  <a:pt x="1111892" y="504526"/>
                </a:cubicBezTo>
                <a:cubicBezTo>
                  <a:pt x="1120426" y="510622"/>
                  <a:pt x="1129418" y="513670"/>
                  <a:pt x="1138867" y="513670"/>
                </a:cubicBezTo>
                <a:cubicBezTo>
                  <a:pt x="1148315" y="513670"/>
                  <a:pt x="1156697" y="511689"/>
                  <a:pt x="1164013" y="507727"/>
                </a:cubicBezTo>
                <a:cubicBezTo>
                  <a:pt x="1171328" y="503764"/>
                  <a:pt x="1176509" y="499192"/>
                  <a:pt x="1179557" y="494011"/>
                </a:cubicBezTo>
                <a:cubicBezTo>
                  <a:pt x="1182605" y="488829"/>
                  <a:pt x="1184129" y="480142"/>
                  <a:pt x="1184129" y="467950"/>
                </a:cubicBezTo>
                <a:lnTo>
                  <a:pt x="1183215" y="390226"/>
                </a:lnTo>
                <a:cubicBezTo>
                  <a:pt x="1183215" y="378034"/>
                  <a:pt x="1180167" y="369195"/>
                  <a:pt x="1174071" y="363709"/>
                </a:cubicBezTo>
                <a:cubicBezTo>
                  <a:pt x="1167975" y="358222"/>
                  <a:pt x="1157155" y="355479"/>
                  <a:pt x="1141610" y="355479"/>
                </a:cubicBezTo>
                <a:close/>
                <a:moveTo>
                  <a:pt x="944557" y="339020"/>
                </a:moveTo>
                <a:cubicBezTo>
                  <a:pt x="923221" y="339020"/>
                  <a:pt x="901580" y="348164"/>
                  <a:pt x="879634" y="366452"/>
                </a:cubicBezTo>
                <a:cubicBezTo>
                  <a:pt x="857689" y="384740"/>
                  <a:pt x="846716" y="406076"/>
                  <a:pt x="846716" y="430460"/>
                </a:cubicBezTo>
                <a:cubicBezTo>
                  <a:pt x="846716" y="445090"/>
                  <a:pt x="850678" y="458502"/>
                  <a:pt x="858603" y="470694"/>
                </a:cubicBezTo>
                <a:cubicBezTo>
                  <a:pt x="884816" y="507879"/>
                  <a:pt x="914839" y="554666"/>
                  <a:pt x="948671" y="611054"/>
                </a:cubicBezTo>
                <a:cubicBezTo>
                  <a:pt x="982504" y="667442"/>
                  <a:pt x="1008869" y="714534"/>
                  <a:pt x="1027767" y="752329"/>
                </a:cubicBezTo>
                <a:cubicBezTo>
                  <a:pt x="1046665" y="790124"/>
                  <a:pt x="1069829" y="809022"/>
                  <a:pt x="1097261" y="809022"/>
                </a:cubicBezTo>
                <a:cubicBezTo>
                  <a:pt x="1116159" y="809022"/>
                  <a:pt x="1138714" y="800944"/>
                  <a:pt x="1164927" y="784790"/>
                </a:cubicBezTo>
                <a:cubicBezTo>
                  <a:pt x="1191140" y="768636"/>
                  <a:pt x="1204246" y="744709"/>
                  <a:pt x="1204246" y="713010"/>
                </a:cubicBezTo>
                <a:cubicBezTo>
                  <a:pt x="1204246" y="698989"/>
                  <a:pt x="1201960" y="684816"/>
                  <a:pt x="1197388" y="670490"/>
                </a:cubicBezTo>
                <a:cubicBezTo>
                  <a:pt x="1192816" y="656164"/>
                  <a:pt x="1182148" y="634219"/>
                  <a:pt x="1165384" y="604653"/>
                </a:cubicBezTo>
                <a:cubicBezTo>
                  <a:pt x="1148620" y="575088"/>
                  <a:pt x="1137495" y="556952"/>
                  <a:pt x="1132009" y="550246"/>
                </a:cubicBezTo>
                <a:cubicBezTo>
                  <a:pt x="1126522" y="543541"/>
                  <a:pt x="1121036" y="539274"/>
                  <a:pt x="1115549" y="537445"/>
                </a:cubicBezTo>
                <a:cubicBezTo>
                  <a:pt x="1107625" y="534397"/>
                  <a:pt x="1100767" y="530587"/>
                  <a:pt x="1094975" y="526015"/>
                </a:cubicBezTo>
                <a:cubicBezTo>
                  <a:pt x="1089184" y="521443"/>
                  <a:pt x="1085069" y="519157"/>
                  <a:pt x="1082631" y="519157"/>
                </a:cubicBezTo>
                <a:cubicBezTo>
                  <a:pt x="1081412" y="519157"/>
                  <a:pt x="1080193" y="519766"/>
                  <a:pt x="1078973" y="520986"/>
                </a:cubicBezTo>
                <a:cubicBezTo>
                  <a:pt x="1064343" y="535616"/>
                  <a:pt x="1047122" y="542931"/>
                  <a:pt x="1027310" y="542931"/>
                </a:cubicBezTo>
                <a:cubicBezTo>
                  <a:pt x="1007498" y="542931"/>
                  <a:pt x="991343" y="537445"/>
                  <a:pt x="978847" y="526472"/>
                </a:cubicBezTo>
                <a:cubicBezTo>
                  <a:pt x="966350" y="515499"/>
                  <a:pt x="959187" y="502698"/>
                  <a:pt x="957358" y="488067"/>
                </a:cubicBezTo>
                <a:cubicBezTo>
                  <a:pt x="955529" y="473437"/>
                  <a:pt x="954615" y="449662"/>
                  <a:pt x="954615" y="416744"/>
                </a:cubicBezTo>
                <a:cubicBezTo>
                  <a:pt x="954615" y="383826"/>
                  <a:pt x="958882" y="363099"/>
                  <a:pt x="967417" y="354565"/>
                </a:cubicBezTo>
                <a:cubicBezTo>
                  <a:pt x="970465" y="351517"/>
                  <a:pt x="971836" y="349383"/>
                  <a:pt x="971531" y="348164"/>
                </a:cubicBezTo>
                <a:cubicBezTo>
                  <a:pt x="971227" y="346945"/>
                  <a:pt x="968636" y="345116"/>
                  <a:pt x="963759" y="342677"/>
                </a:cubicBezTo>
                <a:cubicBezTo>
                  <a:pt x="958882" y="340239"/>
                  <a:pt x="952481" y="339020"/>
                  <a:pt x="944557" y="339020"/>
                </a:cubicBezTo>
                <a:close/>
                <a:moveTo>
                  <a:pt x="648291" y="300615"/>
                </a:moveTo>
                <a:cubicBezTo>
                  <a:pt x="617201" y="300615"/>
                  <a:pt x="594799" y="305644"/>
                  <a:pt x="581083" y="315703"/>
                </a:cubicBezTo>
                <a:cubicBezTo>
                  <a:pt x="567367" y="325761"/>
                  <a:pt x="559594" y="342982"/>
                  <a:pt x="557765" y="367366"/>
                </a:cubicBezTo>
                <a:lnTo>
                  <a:pt x="552279" y="455149"/>
                </a:lnTo>
                <a:cubicBezTo>
                  <a:pt x="551669" y="466731"/>
                  <a:pt x="549841" y="473589"/>
                  <a:pt x="546793" y="475723"/>
                </a:cubicBezTo>
                <a:cubicBezTo>
                  <a:pt x="543745" y="477856"/>
                  <a:pt x="538868" y="478923"/>
                  <a:pt x="532162" y="478923"/>
                </a:cubicBezTo>
                <a:lnTo>
                  <a:pt x="411461" y="478923"/>
                </a:lnTo>
                <a:cubicBezTo>
                  <a:pt x="390735" y="478923"/>
                  <a:pt x="375952" y="485629"/>
                  <a:pt x="367113" y="499040"/>
                </a:cubicBezTo>
                <a:cubicBezTo>
                  <a:pt x="358274" y="512451"/>
                  <a:pt x="353854" y="533635"/>
                  <a:pt x="353854" y="562591"/>
                </a:cubicBezTo>
                <a:cubicBezTo>
                  <a:pt x="353854" y="591547"/>
                  <a:pt x="358426" y="612883"/>
                  <a:pt x="367570" y="626599"/>
                </a:cubicBezTo>
                <a:cubicBezTo>
                  <a:pt x="376714" y="640315"/>
                  <a:pt x="391345" y="647173"/>
                  <a:pt x="411461" y="647173"/>
                </a:cubicBezTo>
                <a:lnTo>
                  <a:pt x="515703" y="647173"/>
                </a:lnTo>
                <a:cubicBezTo>
                  <a:pt x="526066" y="647173"/>
                  <a:pt x="532315" y="648087"/>
                  <a:pt x="534448" y="649916"/>
                </a:cubicBezTo>
                <a:cubicBezTo>
                  <a:pt x="536582" y="651745"/>
                  <a:pt x="537649" y="655402"/>
                  <a:pt x="537649" y="660889"/>
                </a:cubicBezTo>
                <a:cubicBezTo>
                  <a:pt x="537649" y="666375"/>
                  <a:pt x="533534" y="685882"/>
                  <a:pt x="525304" y="719410"/>
                </a:cubicBezTo>
                <a:cubicBezTo>
                  <a:pt x="517075" y="752938"/>
                  <a:pt x="500920" y="791343"/>
                  <a:pt x="476841" y="834625"/>
                </a:cubicBezTo>
                <a:cubicBezTo>
                  <a:pt x="452762" y="877906"/>
                  <a:pt x="420910" y="920274"/>
                  <a:pt x="381286" y="961726"/>
                </a:cubicBezTo>
                <a:cubicBezTo>
                  <a:pt x="359341" y="984891"/>
                  <a:pt x="348368" y="1008666"/>
                  <a:pt x="348368" y="1033050"/>
                </a:cubicBezTo>
                <a:cubicBezTo>
                  <a:pt x="348368" y="1057434"/>
                  <a:pt x="357664" y="1079989"/>
                  <a:pt x="376257" y="1100715"/>
                </a:cubicBezTo>
                <a:cubicBezTo>
                  <a:pt x="394850" y="1121442"/>
                  <a:pt x="418777" y="1131805"/>
                  <a:pt x="448037" y="1131805"/>
                </a:cubicBezTo>
                <a:cubicBezTo>
                  <a:pt x="462668" y="1131805"/>
                  <a:pt x="476689" y="1128757"/>
                  <a:pt x="490100" y="1122661"/>
                </a:cubicBezTo>
                <a:cubicBezTo>
                  <a:pt x="503511" y="1116565"/>
                  <a:pt x="523171" y="1099496"/>
                  <a:pt x="549079" y="1071454"/>
                </a:cubicBezTo>
                <a:cubicBezTo>
                  <a:pt x="574987" y="1043413"/>
                  <a:pt x="599218" y="1009123"/>
                  <a:pt x="621773" y="968584"/>
                </a:cubicBezTo>
                <a:cubicBezTo>
                  <a:pt x="644329" y="928046"/>
                  <a:pt x="663836" y="882478"/>
                  <a:pt x="680295" y="831882"/>
                </a:cubicBezTo>
                <a:cubicBezTo>
                  <a:pt x="696754" y="781285"/>
                  <a:pt x="709861" y="726421"/>
                  <a:pt x="719614" y="667290"/>
                </a:cubicBezTo>
                <a:cubicBezTo>
                  <a:pt x="720833" y="658146"/>
                  <a:pt x="722815" y="652507"/>
                  <a:pt x="725558" y="650373"/>
                </a:cubicBezTo>
                <a:cubicBezTo>
                  <a:pt x="728301" y="648240"/>
                  <a:pt x="734245" y="647173"/>
                  <a:pt x="743389" y="647173"/>
                </a:cubicBezTo>
                <a:lnTo>
                  <a:pt x="834829" y="647173"/>
                </a:lnTo>
                <a:cubicBezTo>
                  <a:pt x="847021" y="647173"/>
                  <a:pt x="855403" y="649002"/>
                  <a:pt x="859975" y="652659"/>
                </a:cubicBezTo>
                <a:cubicBezTo>
                  <a:pt x="864547" y="656317"/>
                  <a:pt x="866833" y="664546"/>
                  <a:pt x="866833" y="677348"/>
                </a:cubicBezTo>
                <a:cubicBezTo>
                  <a:pt x="866833" y="708438"/>
                  <a:pt x="865004" y="752786"/>
                  <a:pt x="861346" y="810393"/>
                </a:cubicBezTo>
                <a:cubicBezTo>
                  <a:pt x="857689" y="868000"/>
                  <a:pt x="854793" y="903967"/>
                  <a:pt x="852659" y="918292"/>
                </a:cubicBezTo>
                <a:cubicBezTo>
                  <a:pt x="850526" y="932618"/>
                  <a:pt x="846563" y="942219"/>
                  <a:pt x="840772" y="947096"/>
                </a:cubicBezTo>
                <a:cubicBezTo>
                  <a:pt x="834981" y="951973"/>
                  <a:pt x="824618" y="954411"/>
                  <a:pt x="809683" y="954411"/>
                </a:cubicBezTo>
                <a:cubicBezTo>
                  <a:pt x="794747" y="954411"/>
                  <a:pt x="779965" y="953344"/>
                  <a:pt x="765334" y="951211"/>
                </a:cubicBezTo>
                <a:cubicBezTo>
                  <a:pt x="750704" y="949077"/>
                  <a:pt x="741255" y="948010"/>
                  <a:pt x="736988" y="948010"/>
                </a:cubicBezTo>
                <a:cubicBezTo>
                  <a:pt x="713213" y="948010"/>
                  <a:pt x="694621" y="957154"/>
                  <a:pt x="681209" y="975442"/>
                </a:cubicBezTo>
                <a:cubicBezTo>
                  <a:pt x="667798" y="993730"/>
                  <a:pt x="661093" y="1015524"/>
                  <a:pt x="661093" y="1040822"/>
                </a:cubicBezTo>
                <a:cubicBezTo>
                  <a:pt x="661093" y="1066120"/>
                  <a:pt x="667646" y="1085932"/>
                  <a:pt x="680752" y="1100258"/>
                </a:cubicBezTo>
                <a:cubicBezTo>
                  <a:pt x="693859" y="1114584"/>
                  <a:pt x="726320" y="1123423"/>
                  <a:pt x="778136" y="1126776"/>
                </a:cubicBezTo>
                <a:cubicBezTo>
                  <a:pt x="829952" y="1130128"/>
                  <a:pt x="866528" y="1131805"/>
                  <a:pt x="887864" y="1131805"/>
                </a:cubicBezTo>
                <a:cubicBezTo>
                  <a:pt x="938461" y="1131805"/>
                  <a:pt x="971989" y="1123118"/>
                  <a:pt x="988448" y="1105744"/>
                </a:cubicBezTo>
                <a:cubicBezTo>
                  <a:pt x="1004907" y="1088371"/>
                  <a:pt x="1017709" y="1051795"/>
                  <a:pt x="1026853" y="996016"/>
                </a:cubicBezTo>
                <a:cubicBezTo>
                  <a:pt x="1035997" y="940238"/>
                  <a:pt x="1040569" y="902900"/>
                  <a:pt x="1040569" y="884002"/>
                </a:cubicBezTo>
                <a:cubicBezTo>
                  <a:pt x="1040569" y="865105"/>
                  <a:pt x="1038740" y="850170"/>
                  <a:pt x="1035082" y="839197"/>
                </a:cubicBezTo>
                <a:cubicBezTo>
                  <a:pt x="1031425" y="828224"/>
                  <a:pt x="1026395" y="817556"/>
                  <a:pt x="1019995" y="807193"/>
                </a:cubicBezTo>
                <a:cubicBezTo>
                  <a:pt x="1013594" y="796830"/>
                  <a:pt x="1003383" y="778237"/>
                  <a:pt x="989362" y="751414"/>
                </a:cubicBezTo>
                <a:cubicBezTo>
                  <a:pt x="975341" y="724592"/>
                  <a:pt x="958425" y="694112"/>
                  <a:pt x="938613" y="659974"/>
                </a:cubicBezTo>
                <a:cubicBezTo>
                  <a:pt x="918801" y="625837"/>
                  <a:pt x="900056" y="595357"/>
                  <a:pt x="882377" y="568534"/>
                </a:cubicBezTo>
                <a:lnTo>
                  <a:pt x="832085" y="493554"/>
                </a:lnTo>
                <a:cubicBezTo>
                  <a:pt x="827818" y="487458"/>
                  <a:pt x="824465" y="483495"/>
                  <a:pt x="822027" y="481666"/>
                </a:cubicBezTo>
                <a:cubicBezTo>
                  <a:pt x="819589" y="479838"/>
                  <a:pt x="816236" y="478923"/>
                  <a:pt x="811969" y="478923"/>
                </a:cubicBezTo>
                <a:lnTo>
                  <a:pt x="756190" y="478923"/>
                </a:lnTo>
                <a:cubicBezTo>
                  <a:pt x="748265" y="478923"/>
                  <a:pt x="742931" y="477856"/>
                  <a:pt x="740188" y="475723"/>
                </a:cubicBezTo>
                <a:cubicBezTo>
                  <a:pt x="737445" y="473589"/>
                  <a:pt x="736073" y="469779"/>
                  <a:pt x="736073" y="464293"/>
                </a:cubicBezTo>
                <a:lnTo>
                  <a:pt x="741560" y="365538"/>
                </a:lnTo>
                <a:cubicBezTo>
                  <a:pt x="741560" y="341154"/>
                  <a:pt x="733787" y="324237"/>
                  <a:pt x="718243" y="314788"/>
                </a:cubicBezTo>
                <a:cubicBezTo>
                  <a:pt x="702698" y="305340"/>
                  <a:pt x="679381" y="300615"/>
                  <a:pt x="648291" y="300615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7" name="フリーフォーム: 図形 96">
            <a:extLst>
              <a:ext uri="{FF2B5EF4-FFF2-40B4-BE49-F238E27FC236}">
                <a16:creationId xmlns:a16="http://schemas.microsoft.com/office/drawing/2014/main" id="{9A8B150D-08C0-546D-9C61-E97AF026818A}"/>
              </a:ext>
            </a:extLst>
          </p:cNvPr>
          <p:cNvSpPr/>
          <p:nvPr/>
        </p:nvSpPr>
        <p:spPr>
          <a:xfrm>
            <a:off x="-8720753" y="-9630549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14429" y="311587"/>
                </a:moveTo>
                <a:cubicBezTo>
                  <a:pt x="490655" y="311587"/>
                  <a:pt x="469776" y="319969"/>
                  <a:pt x="451793" y="336733"/>
                </a:cubicBezTo>
                <a:cubicBezTo>
                  <a:pt x="433810" y="353497"/>
                  <a:pt x="423294" y="374376"/>
                  <a:pt x="420246" y="399369"/>
                </a:cubicBezTo>
                <a:cubicBezTo>
                  <a:pt x="408054" y="494467"/>
                  <a:pt x="401958" y="565028"/>
                  <a:pt x="401958" y="611053"/>
                </a:cubicBezTo>
                <a:cubicBezTo>
                  <a:pt x="401958" y="657078"/>
                  <a:pt x="405921" y="706455"/>
                  <a:pt x="413845" y="759186"/>
                </a:cubicBezTo>
                <a:cubicBezTo>
                  <a:pt x="421770" y="811916"/>
                  <a:pt x="438687" y="848492"/>
                  <a:pt x="464595" y="868914"/>
                </a:cubicBezTo>
                <a:cubicBezTo>
                  <a:pt x="490503" y="889335"/>
                  <a:pt x="519306" y="899546"/>
                  <a:pt x="551005" y="899546"/>
                </a:cubicBezTo>
                <a:cubicBezTo>
                  <a:pt x="566855" y="899546"/>
                  <a:pt x="583619" y="896498"/>
                  <a:pt x="601297" y="890402"/>
                </a:cubicBezTo>
                <a:cubicBezTo>
                  <a:pt x="618976" y="884306"/>
                  <a:pt x="636807" y="876686"/>
                  <a:pt x="654790" y="867542"/>
                </a:cubicBezTo>
                <a:cubicBezTo>
                  <a:pt x="672773" y="858398"/>
                  <a:pt x="689994" y="847730"/>
                  <a:pt x="706453" y="835538"/>
                </a:cubicBezTo>
                <a:cubicBezTo>
                  <a:pt x="722913" y="823346"/>
                  <a:pt x="739219" y="810087"/>
                  <a:pt x="755374" y="795762"/>
                </a:cubicBezTo>
                <a:cubicBezTo>
                  <a:pt x="771528" y="781436"/>
                  <a:pt x="781891" y="769701"/>
                  <a:pt x="786463" y="760557"/>
                </a:cubicBezTo>
                <a:cubicBezTo>
                  <a:pt x="791035" y="751413"/>
                  <a:pt x="793321" y="741355"/>
                  <a:pt x="793321" y="730382"/>
                </a:cubicBezTo>
                <a:cubicBezTo>
                  <a:pt x="793321" y="708437"/>
                  <a:pt x="784330" y="686034"/>
                  <a:pt x="766347" y="663174"/>
                </a:cubicBezTo>
                <a:cubicBezTo>
                  <a:pt x="748363" y="640314"/>
                  <a:pt x="727789" y="628884"/>
                  <a:pt x="704625" y="628884"/>
                </a:cubicBezTo>
                <a:cubicBezTo>
                  <a:pt x="688775" y="628884"/>
                  <a:pt x="674145" y="633456"/>
                  <a:pt x="660733" y="642600"/>
                </a:cubicBezTo>
                <a:cubicBezTo>
                  <a:pt x="647322" y="651744"/>
                  <a:pt x="636502" y="656316"/>
                  <a:pt x="628272" y="656316"/>
                </a:cubicBezTo>
                <a:cubicBezTo>
                  <a:pt x="620043" y="656316"/>
                  <a:pt x="613642" y="650982"/>
                  <a:pt x="609070" y="640314"/>
                </a:cubicBezTo>
                <a:cubicBezTo>
                  <a:pt x="604498" y="629646"/>
                  <a:pt x="602212" y="606938"/>
                  <a:pt x="602212" y="572191"/>
                </a:cubicBezTo>
                <a:cubicBezTo>
                  <a:pt x="602212" y="537444"/>
                  <a:pt x="607698" y="484409"/>
                  <a:pt x="618671" y="413085"/>
                </a:cubicBezTo>
                <a:cubicBezTo>
                  <a:pt x="620500" y="403332"/>
                  <a:pt x="621414" y="394493"/>
                  <a:pt x="621414" y="386568"/>
                </a:cubicBezTo>
                <a:cubicBezTo>
                  <a:pt x="621414" y="367670"/>
                  <a:pt x="616690" y="353192"/>
                  <a:pt x="607241" y="343134"/>
                </a:cubicBezTo>
                <a:cubicBezTo>
                  <a:pt x="597792" y="333075"/>
                  <a:pt x="582857" y="325303"/>
                  <a:pt x="562435" y="319817"/>
                </a:cubicBezTo>
                <a:cubicBezTo>
                  <a:pt x="542014" y="314330"/>
                  <a:pt x="526012" y="311587"/>
                  <a:pt x="514429" y="311587"/>
                </a:cubicBezTo>
                <a:close/>
                <a:moveTo>
                  <a:pt x="1017349" y="305186"/>
                </a:moveTo>
                <a:cubicBezTo>
                  <a:pt x="971629" y="305186"/>
                  <a:pt x="941911" y="312197"/>
                  <a:pt x="928195" y="326217"/>
                </a:cubicBezTo>
                <a:cubicBezTo>
                  <a:pt x="914479" y="340238"/>
                  <a:pt x="907621" y="364622"/>
                  <a:pt x="907621" y="399369"/>
                </a:cubicBezTo>
                <a:cubicBezTo>
                  <a:pt x="907621" y="403637"/>
                  <a:pt x="908841" y="426801"/>
                  <a:pt x="911279" y="468864"/>
                </a:cubicBezTo>
                <a:cubicBezTo>
                  <a:pt x="913717" y="510926"/>
                  <a:pt x="914937" y="550550"/>
                  <a:pt x="914937" y="587736"/>
                </a:cubicBezTo>
                <a:cubicBezTo>
                  <a:pt x="914937" y="684053"/>
                  <a:pt x="903964" y="757509"/>
                  <a:pt x="882018" y="808106"/>
                </a:cubicBezTo>
                <a:cubicBezTo>
                  <a:pt x="860073" y="858703"/>
                  <a:pt x="812219" y="904728"/>
                  <a:pt x="738457" y="946181"/>
                </a:cubicBezTo>
                <a:cubicBezTo>
                  <a:pt x="698224" y="969345"/>
                  <a:pt x="678107" y="997082"/>
                  <a:pt x="678107" y="1029391"/>
                </a:cubicBezTo>
                <a:cubicBezTo>
                  <a:pt x="678107" y="1051337"/>
                  <a:pt x="686337" y="1074806"/>
                  <a:pt x="702796" y="1099800"/>
                </a:cubicBezTo>
                <a:cubicBezTo>
                  <a:pt x="719255" y="1124793"/>
                  <a:pt x="743639" y="1137290"/>
                  <a:pt x="775948" y="1137290"/>
                </a:cubicBezTo>
                <a:cubicBezTo>
                  <a:pt x="817401" y="1137290"/>
                  <a:pt x="871350" y="1112144"/>
                  <a:pt x="937797" y="1061852"/>
                </a:cubicBezTo>
                <a:cubicBezTo>
                  <a:pt x="1004243" y="1011560"/>
                  <a:pt x="1051030" y="949991"/>
                  <a:pt x="1078157" y="877143"/>
                </a:cubicBezTo>
                <a:cubicBezTo>
                  <a:pt x="1105284" y="804296"/>
                  <a:pt x="1118848" y="710570"/>
                  <a:pt x="1118848" y="595965"/>
                </a:cubicBezTo>
                <a:cubicBezTo>
                  <a:pt x="1118848" y="559999"/>
                  <a:pt x="1117629" y="522204"/>
                  <a:pt x="1115190" y="482580"/>
                </a:cubicBezTo>
                <a:cubicBezTo>
                  <a:pt x="1112752" y="442956"/>
                  <a:pt x="1110466" y="413390"/>
                  <a:pt x="1108332" y="393883"/>
                </a:cubicBezTo>
                <a:cubicBezTo>
                  <a:pt x="1106199" y="374376"/>
                  <a:pt x="1101627" y="358069"/>
                  <a:pt x="1094616" y="344963"/>
                </a:cubicBezTo>
                <a:cubicBezTo>
                  <a:pt x="1087606" y="331856"/>
                  <a:pt x="1077700" y="321950"/>
                  <a:pt x="1064898" y="315245"/>
                </a:cubicBezTo>
                <a:cubicBezTo>
                  <a:pt x="1052097" y="308539"/>
                  <a:pt x="1036247" y="305186"/>
                  <a:pt x="1017349" y="305186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6" name="フリーフォーム: 図形 95">
            <a:extLst>
              <a:ext uri="{FF2B5EF4-FFF2-40B4-BE49-F238E27FC236}">
                <a16:creationId xmlns:a16="http://schemas.microsoft.com/office/drawing/2014/main" id="{453FEC47-BD14-D857-05C9-F51D3DE3A02B}"/>
              </a:ext>
            </a:extLst>
          </p:cNvPr>
          <p:cNvSpPr/>
          <p:nvPr/>
        </p:nvSpPr>
        <p:spPr>
          <a:xfrm>
            <a:off x="-17393351" y="-9630549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585197" y="785247"/>
                </a:moveTo>
                <a:cubicBezTo>
                  <a:pt x="587636" y="785247"/>
                  <a:pt x="589160" y="786924"/>
                  <a:pt x="589769" y="790276"/>
                </a:cubicBezTo>
                <a:cubicBezTo>
                  <a:pt x="590379" y="793629"/>
                  <a:pt x="591293" y="811765"/>
                  <a:pt x="592512" y="844683"/>
                </a:cubicBezTo>
                <a:lnTo>
                  <a:pt x="597084" y="944353"/>
                </a:lnTo>
                <a:cubicBezTo>
                  <a:pt x="597084" y="949839"/>
                  <a:pt x="596322" y="953954"/>
                  <a:pt x="594798" y="956697"/>
                </a:cubicBezTo>
                <a:cubicBezTo>
                  <a:pt x="593274" y="959440"/>
                  <a:pt x="588550" y="961879"/>
                  <a:pt x="580625" y="964012"/>
                </a:cubicBezTo>
                <a:cubicBezTo>
                  <a:pt x="572700" y="966146"/>
                  <a:pt x="565690" y="967213"/>
                  <a:pt x="559594" y="967213"/>
                </a:cubicBezTo>
                <a:cubicBezTo>
                  <a:pt x="544964" y="967213"/>
                  <a:pt x="533076" y="960660"/>
                  <a:pt x="523932" y="947553"/>
                </a:cubicBezTo>
                <a:cubicBezTo>
                  <a:pt x="514788" y="934447"/>
                  <a:pt x="510216" y="919512"/>
                  <a:pt x="510216" y="902748"/>
                </a:cubicBezTo>
                <a:cubicBezTo>
                  <a:pt x="510216" y="885984"/>
                  <a:pt x="514331" y="869067"/>
                  <a:pt x="522561" y="851998"/>
                </a:cubicBezTo>
                <a:cubicBezTo>
                  <a:pt x="530790" y="834930"/>
                  <a:pt x="542220" y="819537"/>
                  <a:pt x="556851" y="805821"/>
                </a:cubicBezTo>
                <a:cubicBezTo>
                  <a:pt x="571481" y="792105"/>
                  <a:pt x="580930" y="785247"/>
                  <a:pt x="585197" y="785247"/>
                </a:cubicBezTo>
                <a:close/>
                <a:moveTo>
                  <a:pt x="797338" y="722154"/>
                </a:moveTo>
                <a:cubicBezTo>
                  <a:pt x="809530" y="722154"/>
                  <a:pt x="822027" y="723982"/>
                  <a:pt x="834828" y="727640"/>
                </a:cubicBezTo>
                <a:cubicBezTo>
                  <a:pt x="847630" y="731298"/>
                  <a:pt x="854031" y="736936"/>
                  <a:pt x="854031" y="744556"/>
                </a:cubicBezTo>
                <a:cubicBezTo>
                  <a:pt x="854031" y="752176"/>
                  <a:pt x="842144" y="769093"/>
                  <a:pt x="818369" y="795306"/>
                </a:cubicBezTo>
                <a:cubicBezTo>
                  <a:pt x="794595" y="821518"/>
                  <a:pt x="779355" y="834625"/>
                  <a:pt x="772649" y="834625"/>
                </a:cubicBezTo>
                <a:cubicBezTo>
                  <a:pt x="769601" y="834625"/>
                  <a:pt x="767620" y="832644"/>
                  <a:pt x="766706" y="828681"/>
                </a:cubicBezTo>
                <a:cubicBezTo>
                  <a:pt x="765791" y="824719"/>
                  <a:pt x="765334" y="816489"/>
                  <a:pt x="765334" y="803992"/>
                </a:cubicBezTo>
                <a:cubicBezTo>
                  <a:pt x="765334" y="791496"/>
                  <a:pt x="765486" y="776408"/>
                  <a:pt x="765791" y="758730"/>
                </a:cubicBezTo>
                <a:cubicBezTo>
                  <a:pt x="766096" y="741051"/>
                  <a:pt x="766706" y="730993"/>
                  <a:pt x="767620" y="728554"/>
                </a:cubicBezTo>
                <a:cubicBezTo>
                  <a:pt x="768534" y="726116"/>
                  <a:pt x="770668" y="724440"/>
                  <a:pt x="774021" y="723525"/>
                </a:cubicBezTo>
                <a:cubicBezTo>
                  <a:pt x="777374" y="722611"/>
                  <a:pt x="785146" y="722154"/>
                  <a:pt x="797338" y="722154"/>
                </a:cubicBezTo>
                <a:close/>
                <a:moveTo>
                  <a:pt x="710927" y="288728"/>
                </a:moveTo>
                <a:cubicBezTo>
                  <a:pt x="678923" y="288728"/>
                  <a:pt x="656520" y="294672"/>
                  <a:pt x="643719" y="306559"/>
                </a:cubicBezTo>
                <a:cubicBezTo>
                  <a:pt x="630917" y="318446"/>
                  <a:pt x="621164" y="339630"/>
                  <a:pt x="614458" y="370110"/>
                </a:cubicBezTo>
                <a:cubicBezTo>
                  <a:pt x="612629" y="378644"/>
                  <a:pt x="610648" y="383978"/>
                  <a:pt x="608514" y="386112"/>
                </a:cubicBezTo>
                <a:cubicBezTo>
                  <a:pt x="606381" y="388245"/>
                  <a:pt x="601961" y="389312"/>
                  <a:pt x="595256" y="389312"/>
                </a:cubicBezTo>
                <a:lnTo>
                  <a:pt x="425177" y="389312"/>
                </a:lnTo>
                <a:cubicBezTo>
                  <a:pt x="378848" y="389312"/>
                  <a:pt x="355683" y="415830"/>
                  <a:pt x="355683" y="468865"/>
                </a:cubicBezTo>
                <a:cubicBezTo>
                  <a:pt x="355683" y="496906"/>
                  <a:pt x="361017" y="517176"/>
                  <a:pt x="371685" y="529672"/>
                </a:cubicBezTo>
                <a:cubicBezTo>
                  <a:pt x="382353" y="542169"/>
                  <a:pt x="400184" y="548418"/>
                  <a:pt x="425177" y="548418"/>
                </a:cubicBezTo>
                <a:lnTo>
                  <a:pt x="580625" y="548418"/>
                </a:lnTo>
                <a:cubicBezTo>
                  <a:pt x="586721" y="548418"/>
                  <a:pt x="590531" y="549789"/>
                  <a:pt x="592055" y="552532"/>
                </a:cubicBezTo>
                <a:cubicBezTo>
                  <a:pt x="593579" y="555276"/>
                  <a:pt x="594341" y="562286"/>
                  <a:pt x="594341" y="573564"/>
                </a:cubicBezTo>
                <a:cubicBezTo>
                  <a:pt x="594341" y="584841"/>
                  <a:pt x="593122" y="592918"/>
                  <a:pt x="590684" y="597795"/>
                </a:cubicBezTo>
                <a:cubicBezTo>
                  <a:pt x="588245" y="602672"/>
                  <a:pt x="581235" y="606939"/>
                  <a:pt x="569652" y="610597"/>
                </a:cubicBezTo>
                <a:cubicBezTo>
                  <a:pt x="506254" y="630714"/>
                  <a:pt x="453676" y="668966"/>
                  <a:pt x="411918" y="725354"/>
                </a:cubicBezTo>
                <a:cubicBezTo>
                  <a:pt x="370161" y="781742"/>
                  <a:pt x="349282" y="842702"/>
                  <a:pt x="349282" y="908234"/>
                </a:cubicBezTo>
                <a:cubicBezTo>
                  <a:pt x="349282" y="973766"/>
                  <a:pt x="366503" y="1027716"/>
                  <a:pt x="400946" y="1070083"/>
                </a:cubicBezTo>
                <a:cubicBezTo>
                  <a:pt x="435388" y="1112450"/>
                  <a:pt x="481108" y="1133634"/>
                  <a:pt x="538106" y="1133634"/>
                </a:cubicBezTo>
                <a:cubicBezTo>
                  <a:pt x="595103" y="1133634"/>
                  <a:pt x="661702" y="1107116"/>
                  <a:pt x="737902" y="1054081"/>
                </a:cubicBezTo>
                <a:cubicBezTo>
                  <a:pt x="814102" y="1001046"/>
                  <a:pt x="879024" y="938866"/>
                  <a:pt x="932669" y="867543"/>
                </a:cubicBezTo>
                <a:cubicBezTo>
                  <a:pt x="940594" y="857180"/>
                  <a:pt x="946690" y="851998"/>
                  <a:pt x="950957" y="851998"/>
                </a:cubicBezTo>
                <a:cubicBezTo>
                  <a:pt x="955224" y="851998"/>
                  <a:pt x="958882" y="857180"/>
                  <a:pt x="961930" y="867543"/>
                </a:cubicBezTo>
                <a:cubicBezTo>
                  <a:pt x="964978" y="877906"/>
                  <a:pt x="966502" y="888727"/>
                  <a:pt x="966502" y="900004"/>
                </a:cubicBezTo>
                <a:cubicBezTo>
                  <a:pt x="966502" y="911282"/>
                  <a:pt x="961473" y="924541"/>
                  <a:pt x="951414" y="939781"/>
                </a:cubicBezTo>
                <a:cubicBezTo>
                  <a:pt x="941356" y="955021"/>
                  <a:pt x="925202" y="972852"/>
                  <a:pt x="902951" y="993273"/>
                </a:cubicBezTo>
                <a:cubicBezTo>
                  <a:pt x="880701" y="1013695"/>
                  <a:pt x="869576" y="1035031"/>
                  <a:pt x="869576" y="1057281"/>
                </a:cubicBezTo>
                <a:cubicBezTo>
                  <a:pt x="869576" y="1079532"/>
                  <a:pt x="879634" y="1099496"/>
                  <a:pt x="899751" y="1117174"/>
                </a:cubicBezTo>
                <a:cubicBezTo>
                  <a:pt x="919868" y="1134853"/>
                  <a:pt x="942118" y="1143692"/>
                  <a:pt x="966502" y="1143692"/>
                </a:cubicBezTo>
                <a:cubicBezTo>
                  <a:pt x="1006736" y="1143692"/>
                  <a:pt x="1046817" y="1115955"/>
                  <a:pt x="1086746" y="1060482"/>
                </a:cubicBezTo>
                <a:cubicBezTo>
                  <a:pt x="1126674" y="1005008"/>
                  <a:pt x="1146639" y="945267"/>
                  <a:pt x="1146639" y="881259"/>
                </a:cubicBezTo>
                <a:cubicBezTo>
                  <a:pt x="1146639" y="851998"/>
                  <a:pt x="1142219" y="824109"/>
                  <a:pt x="1133380" y="797592"/>
                </a:cubicBezTo>
                <a:cubicBezTo>
                  <a:pt x="1124541" y="771074"/>
                  <a:pt x="1107472" y="742423"/>
                  <a:pt x="1082174" y="711638"/>
                </a:cubicBezTo>
                <a:cubicBezTo>
                  <a:pt x="1056875" y="680853"/>
                  <a:pt x="1030967" y="656926"/>
                  <a:pt x="1004450" y="639858"/>
                </a:cubicBezTo>
                <a:cubicBezTo>
                  <a:pt x="977932" y="622789"/>
                  <a:pt x="948519" y="610292"/>
                  <a:pt x="916210" y="602367"/>
                </a:cubicBezTo>
                <a:cubicBezTo>
                  <a:pt x="883901" y="594442"/>
                  <a:pt x="845192" y="590175"/>
                  <a:pt x="800081" y="589566"/>
                </a:cubicBezTo>
                <a:cubicBezTo>
                  <a:pt x="789718" y="589566"/>
                  <a:pt x="784536" y="585603"/>
                  <a:pt x="784536" y="577678"/>
                </a:cubicBezTo>
                <a:cubicBezTo>
                  <a:pt x="784536" y="566096"/>
                  <a:pt x="785908" y="558324"/>
                  <a:pt x="788651" y="554361"/>
                </a:cubicBezTo>
                <a:cubicBezTo>
                  <a:pt x="791394" y="550399"/>
                  <a:pt x="796728" y="548418"/>
                  <a:pt x="804653" y="548418"/>
                </a:cubicBezTo>
                <a:lnTo>
                  <a:pt x="1068915" y="548418"/>
                </a:lnTo>
                <a:cubicBezTo>
                  <a:pt x="1094518" y="548418"/>
                  <a:pt x="1112501" y="542322"/>
                  <a:pt x="1122864" y="530130"/>
                </a:cubicBezTo>
                <a:cubicBezTo>
                  <a:pt x="1133228" y="517938"/>
                  <a:pt x="1138409" y="497516"/>
                  <a:pt x="1138409" y="468865"/>
                </a:cubicBezTo>
                <a:cubicBezTo>
                  <a:pt x="1138409" y="415830"/>
                  <a:pt x="1115244" y="389312"/>
                  <a:pt x="1068915" y="389312"/>
                </a:cubicBezTo>
                <a:lnTo>
                  <a:pt x="831171" y="389312"/>
                </a:lnTo>
                <a:cubicBezTo>
                  <a:pt x="824465" y="389312"/>
                  <a:pt x="819893" y="388245"/>
                  <a:pt x="817455" y="386112"/>
                </a:cubicBezTo>
                <a:cubicBezTo>
                  <a:pt x="815016" y="383978"/>
                  <a:pt x="813797" y="378644"/>
                  <a:pt x="813797" y="370110"/>
                </a:cubicBezTo>
                <a:cubicBezTo>
                  <a:pt x="813188" y="339020"/>
                  <a:pt x="803891" y="317684"/>
                  <a:pt x="785908" y="306102"/>
                </a:cubicBezTo>
                <a:cubicBezTo>
                  <a:pt x="767925" y="294519"/>
                  <a:pt x="742931" y="288728"/>
                  <a:pt x="710927" y="288728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65" name="フリーフォーム: 図形 64">
            <a:extLst>
              <a:ext uri="{FF2B5EF4-FFF2-40B4-BE49-F238E27FC236}">
                <a16:creationId xmlns:a16="http://schemas.microsoft.com/office/drawing/2014/main" id="{D93F6287-B12E-D799-66BD-38880D71B795}"/>
              </a:ext>
            </a:extLst>
          </p:cNvPr>
          <p:cNvSpPr/>
          <p:nvPr/>
        </p:nvSpPr>
        <p:spPr>
          <a:xfrm>
            <a:off x="25054472" y="-22532058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87610" y="540188"/>
                </a:moveTo>
                <a:cubicBezTo>
                  <a:pt x="682124" y="540188"/>
                  <a:pt x="646919" y="544455"/>
                  <a:pt x="581997" y="552989"/>
                </a:cubicBezTo>
                <a:cubicBezTo>
                  <a:pt x="517074" y="561524"/>
                  <a:pt x="476841" y="568077"/>
                  <a:pt x="461296" y="572649"/>
                </a:cubicBezTo>
                <a:cubicBezTo>
                  <a:pt x="445751" y="577221"/>
                  <a:pt x="433254" y="585451"/>
                  <a:pt x="423806" y="597338"/>
                </a:cubicBezTo>
                <a:cubicBezTo>
                  <a:pt x="414357" y="609225"/>
                  <a:pt x="409632" y="626903"/>
                  <a:pt x="409632" y="650373"/>
                </a:cubicBezTo>
                <a:cubicBezTo>
                  <a:pt x="409632" y="673843"/>
                  <a:pt x="414204" y="694417"/>
                  <a:pt x="423348" y="712095"/>
                </a:cubicBezTo>
                <a:cubicBezTo>
                  <a:pt x="432492" y="729773"/>
                  <a:pt x="451695" y="738613"/>
                  <a:pt x="480956" y="738613"/>
                </a:cubicBezTo>
                <a:cubicBezTo>
                  <a:pt x="495586" y="738613"/>
                  <a:pt x="514179" y="736174"/>
                  <a:pt x="536734" y="731297"/>
                </a:cubicBezTo>
                <a:cubicBezTo>
                  <a:pt x="666579" y="705085"/>
                  <a:pt x="762896" y="691978"/>
                  <a:pt x="825684" y="691978"/>
                </a:cubicBezTo>
                <a:cubicBezTo>
                  <a:pt x="865918" y="691978"/>
                  <a:pt x="895484" y="697465"/>
                  <a:pt x="914381" y="708437"/>
                </a:cubicBezTo>
                <a:cubicBezTo>
                  <a:pt x="933279" y="719410"/>
                  <a:pt x="942728" y="738308"/>
                  <a:pt x="942728" y="765130"/>
                </a:cubicBezTo>
                <a:cubicBezTo>
                  <a:pt x="942728" y="811460"/>
                  <a:pt x="912705" y="852303"/>
                  <a:pt x="852659" y="887660"/>
                </a:cubicBezTo>
                <a:cubicBezTo>
                  <a:pt x="792614" y="923017"/>
                  <a:pt x="708946" y="946486"/>
                  <a:pt x="601656" y="958069"/>
                </a:cubicBezTo>
                <a:cubicBezTo>
                  <a:pt x="572396" y="961117"/>
                  <a:pt x="552736" y="970413"/>
                  <a:pt x="542678" y="985958"/>
                </a:cubicBezTo>
                <a:cubicBezTo>
                  <a:pt x="532619" y="1001503"/>
                  <a:pt x="527590" y="1026344"/>
                  <a:pt x="527590" y="1060482"/>
                </a:cubicBezTo>
                <a:cubicBezTo>
                  <a:pt x="527590" y="1082427"/>
                  <a:pt x="535515" y="1099496"/>
                  <a:pt x="551364" y="1111688"/>
                </a:cubicBezTo>
                <a:cubicBezTo>
                  <a:pt x="567214" y="1123880"/>
                  <a:pt x="591598" y="1129976"/>
                  <a:pt x="624516" y="1129976"/>
                </a:cubicBezTo>
                <a:cubicBezTo>
                  <a:pt x="657435" y="1129976"/>
                  <a:pt x="704831" y="1122965"/>
                  <a:pt x="766706" y="1108945"/>
                </a:cubicBezTo>
                <a:cubicBezTo>
                  <a:pt x="828580" y="1094924"/>
                  <a:pt x="887864" y="1070540"/>
                  <a:pt x="944556" y="1035793"/>
                </a:cubicBezTo>
                <a:cubicBezTo>
                  <a:pt x="1001249" y="1001046"/>
                  <a:pt x="1045750" y="957764"/>
                  <a:pt x="1078059" y="905948"/>
                </a:cubicBezTo>
                <a:cubicBezTo>
                  <a:pt x="1110368" y="854132"/>
                  <a:pt x="1126522" y="801097"/>
                  <a:pt x="1126522" y="746842"/>
                </a:cubicBezTo>
                <a:cubicBezTo>
                  <a:pt x="1126522" y="712095"/>
                  <a:pt x="1119969" y="679939"/>
                  <a:pt x="1106862" y="650373"/>
                </a:cubicBezTo>
                <a:cubicBezTo>
                  <a:pt x="1093756" y="620807"/>
                  <a:pt x="1075925" y="597490"/>
                  <a:pt x="1053370" y="580421"/>
                </a:cubicBezTo>
                <a:cubicBezTo>
                  <a:pt x="1030815" y="563353"/>
                  <a:pt x="1010088" y="554818"/>
                  <a:pt x="991191" y="554818"/>
                </a:cubicBezTo>
                <a:cubicBezTo>
                  <a:pt x="984485" y="554818"/>
                  <a:pt x="974427" y="555885"/>
                  <a:pt x="961016" y="558019"/>
                </a:cubicBezTo>
                <a:cubicBezTo>
                  <a:pt x="947604" y="560152"/>
                  <a:pt x="928250" y="561219"/>
                  <a:pt x="902951" y="561219"/>
                </a:cubicBezTo>
                <a:cubicBezTo>
                  <a:pt x="877653" y="561219"/>
                  <a:pt x="837419" y="557714"/>
                  <a:pt x="782250" y="550703"/>
                </a:cubicBezTo>
                <a:cubicBezTo>
                  <a:pt x="727082" y="543693"/>
                  <a:pt x="695535" y="540188"/>
                  <a:pt x="687610" y="540188"/>
                </a:cubicBezTo>
                <a:close/>
                <a:moveTo>
                  <a:pt x="571481" y="305187"/>
                </a:moveTo>
                <a:cubicBezTo>
                  <a:pt x="544659" y="305187"/>
                  <a:pt x="524999" y="315093"/>
                  <a:pt x="512502" y="334905"/>
                </a:cubicBezTo>
                <a:cubicBezTo>
                  <a:pt x="500006" y="354717"/>
                  <a:pt x="493757" y="375443"/>
                  <a:pt x="493757" y="397084"/>
                </a:cubicBezTo>
                <a:cubicBezTo>
                  <a:pt x="493757" y="418725"/>
                  <a:pt x="504273" y="435946"/>
                  <a:pt x="525304" y="448748"/>
                </a:cubicBezTo>
                <a:cubicBezTo>
                  <a:pt x="546335" y="461549"/>
                  <a:pt x="604400" y="475723"/>
                  <a:pt x="699497" y="491267"/>
                </a:cubicBezTo>
                <a:cubicBezTo>
                  <a:pt x="794595" y="506812"/>
                  <a:pt x="867137" y="514585"/>
                  <a:pt x="917124" y="514585"/>
                </a:cubicBezTo>
                <a:cubicBezTo>
                  <a:pt x="951262" y="514585"/>
                  <a:pt x="974122" y="507269"/>
                  <a:pt x="985704" y="492639"/>
                </a:cubicBezTo>
                <a:cubicBezTo>
                  <a:pt x="997287" y="478009"/>
                  <a:pt x="1003078" y="456063"/>
                  <a:pt x="1003078" y="426802"/>
                </a:cubicBezTo>
                <a:cubicBezTo>
                  <a:pt x="1003078" y="382301"/>
                  <a:pt x="979304" y="359137"/>
                  <a:pt x="931755" y="357308"/>
                </a:cubicBezTo>
                <a:cubicBezTo>
                  <a:pt x="900056" y="356698"/>
                  <a:pt x="852354" y="351669"/>
                  <a:pt x="788651" y="342220"/>
                </a:cubicBezTo>
                <a:cubicBezTo>
                  <a:pt x="724948" y="332771"/>
                  <a:pt x="661397" y="321341"/>
                  <a:pt x="597999" y="307930"/>
                </a:cubicBezTo>
                <a:cubicBezTo>
                  <a:pt x="588245" y="306101"/>
                  <a:pt x="579406" y="305187"/>
                  <a:pt x="571481" y="305187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64" name="フリーフォーム: 図形 63">
            <a:extLst>
              <a:ext uri="{FF2B5EF4-FFF2-40B4-BE49-F238E27FC236}">
                <a16:creationId xmlns:a16="http://schemas.microsoft.com/office/drawing/2014/main" id="{2F47D59D-9D1B-8C9E-9E4E-4D35B34CBB7E}"/>
              </a:ext>
            </a:extLst>
          </p:cNvPr>
          <p:cNvSpPr/>
          <p:nvPr/>
        </p:nvSpPr>
        <p:spPr>
          <a:xfrm>
            <a:off x="16381874" y="-22532058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61093" y="836453"/>
                </a:moveTo>
                <a:cubicBezTo>
                  <a:pt x="669627" y="836453"/>
                  <a:pt x="678923" y="837977"/>
                  <a:pt x="688982" y="841025"/>
                </a:cubicBezTo>
                <a:cubicBezTo>
                  <a:pt x="699040" y="844073"/>
                  <a:pt x="704679" y="849103"/>
                  <a:pt x="705898" y="856113"/>
                </a:cubicBezTo>
                <a:cubicBezTo>
                  <a:pt x="707117" y="863123"/>
                  <a:pt x="707727" y="870591"/>
                  <a:pt x="707727" y="878516"/>
                </a:cubicBezTo>
                <a:cubicBezTo>
                  <a:pt x="707727" y="889489"/>
                  <a:pt x="703003" y="898938"/>
                  <a:pt x="693554" y="906862"/>
                </a:cubicBezTo>
                <a:cubicBezTo>
                  <a:pt x="684105" y="914787"/>
                  <a:pt x="673894" y="918750"/>
                  <a:pt x="662921" y="918750"/>
                </a:cubicBezTo>
                <a:cubicBezTo>
                  <a:pt x="651949" y="918750"/>
                  <a:pt x="641281" y="915549"/>
                  <a:pt x="630917" y="909148"/>
                </a:cubicBezTo>
                <a:cubicBezTo>
                  <a:pt x="620554" y="902748"/>
                  <a:pt x="615373" y="891927"/>
                  <a:pt x="615373" y="876687"/>
                </a:cubicBezTo>
                <a:cubicBezTo>
                  <a:pt x="615373" y="849865"/>
                  <a:pt x="630613" y="836453"/>
                  <a:pt x="661093" y="836453"/>
                </a:cubicBezTo>
                <a:close/>
                <a:moveTo>
                  <a:pt x="770821" y="360051"/>
                </a:moveTo>
                <a:cubicBezTo>
                  <a:pt x="740950" y="360051"/>
                  <a:pt x="717633" y="366147"/>
                  <a:pt x="700869" y="378339"/>
                </a:cubicBezTo>
                <a:cubicBezTo>
                  <a:pt x="684105" y="390531"/>
                  <a:pt x="675723" y="406076"/>
                  <a:pt x="675723" y="424973"/>
                </a:cubicBezTo>
                <a:lnTo>
                  <a:pt x="696754" y="682834"/>
                </a:lnTo>
                <a:cubicBezTo>
                  <a:pt x="696754" y="687711"/>
                  <a:pt x="693706" y="690150"/>
                  <a:pt x="687610" y="690150"/>
                </a:cubicBezTo>
                <a:cubicBezTo>
                  <a:pt x="643719" y="690150"/>
                  <a:pt x="608057" y="693045"/>
                  <a:pt x="580625" y="698836"/>
                </a:cubicBezTo>
                <a:cubicBezTo>
                  <a:pt x="553193" y="704628"/>
                  <a:pt x="528505" y="715600"/>
                  <a:pt x="506559" y="731755"/>
                </a:cubicBezTo>
                <a:cubicBezTo>
                  <a:pt x="484613" y="747909"/>
                  <a:pt x="468002" y="768483"/>
                  <a:pt x="456724" y="793477"/>
                </a:cubicBezTo>
                <a:cubicBezTo>
                  <a:pt x="445447" y="818470"/>
                  <a:pt x="439808" y="847731"/>
                  <a:pt x="439808" y="881259"/>
                </a:cubicBezTo>
                <a:cubicBezTo>
                  <a:pt x="439808" y="942829"/>
                  <a:pt x="462211" y="989615"/>
                  <a:pt x="507016" y="1021619"/>
                </a:cubicBezTo>
                <a:cubicBezTo>
                  <a:pt x="551822" y="1053623"/>
                  <a:pt x="603485" y="1069625"/>
                  <a:pt x="662007" y="1069625"/>
                </a:cubicBezTo>
                <a:cubicBezTo>
                  <a:pt x="710165" y="1069625"/>
                  <a:pt x="754666" y="1059415"/>
                  <a:pt x="795509" y="1038993"/>
                </a:cubicBezTo>
                <a:cubicBezTo>
                  <a:pt x="836353" y="1018571"/>
                  <a:pt x="861651" y="979405"/>
                  <a:pt x="871405" y="921493"/>
                </a:cubicBezTo>
                <a:cubicBezTo>
                  <a:pt x="872014" y="916616"/>
                  <a:pt x="873691" y="914177"/>
                  <a:pt x="876434" y="914177"/>
                </a:cubicBezTo>
                <a:cubicBezTo>
                  <a:pt x="879177" y="914177"/>
                  <a:pt x="890150" y="920578"/>
                  <a:pt x="909352" y="933380"/>
                </a:cubicBezTo>
                <a:cubicBezTo>
                  <a:pt x="928555" y="946182"/>
                  <a:pt x="946843" y="962641"/>
                  <a:pt x="964216" y="982757"/>
                </a:cubicBezTo>
                <a:cubicBezTo>
                  <a:pt x="981590" y="1002874"/>
                  <a:pt x="999878" y="1012933"/>
                  <a:pt x="1019080" y="1012933"/>
                </a:cubicBezTo>
                <a:cubicBezTo>
                  <a:pt x="1038283" y="1012933"/>
                  <a:pt x="1058247" y="1003941"/>
                  <a:pt x="1078973" y="985958"/>
                </a:cubicBezTo>
                <a:cubicBezTo>
                  <a:pt x="1099700" y="967975"/>
                  <a:pt x="1110063" y="945572"/>
                  <a:pt x="1110063" y="918750"/>
                </a:cubicBezTo>
                <a:cubicBezTo>
                  <a:pt x="1110063" y="907777"/>
                  <a:pt x="1107777" y="895890"/>
                  <a:pt x="1103205" y="883088"/>
                </a:cubicBezTo>
                <a:cubicBezTo>
                  <a:pt x="1098633" y="870286"/>
                  <a:pt x="1082783" y="852303"/>
                  <a:pt x="1055656" y="829138"/>
                </a:cubicBezTo>
                <a:cubicBezTo>
                  <a:pt x="1028529" y="805973"/>
                  <a:pt x="999878" y="785857"/>
                  <a:pt x="969703" y="768788"/>
                </a:cubicBezTo>
                <a:cubicBezTo>
                  <a:pt x="939527" y="751719"/>
                  <a:pt x="908285" y="737089"/>
                  <a:pt x="875977" y="724897"/>
                </a:cubicBezTo>
                <a:cubicBezTo>
                  <a:pt x="872319" y="723068"/>
                  <a:pt x="870338" y="721392"/>
                  <a:pt x="870033" y="719867"/>
                </a:cubicBezTo>
                <a:cubicBezTo>
                  <a:pt x="869728" y="718344"/>
                  <a:pt x="869271" y="705085"/>
                  <a:pt x="868661" y="680091"/>
                </a:cubicBezTo>
                <a:lnTo>
                  <a:pt x="867747" y="646258"/>
                </a:lnTo>
                <a:cubicBezTo>
                  <a:pt x="867747" y="638334"/>
                  <a:pt x="870185" y="634371"/>
                  <a:pt x="875062" y="634371"/>
                </a:cubicBezTo>
                <a:lnTo>
                  <a:pt x="1025938" y="634371"/>
                </a:lnTo>
                <a:cubicBezTo>
                  <a:pt x="1057637" y="634371"/>
                  <a:pt x="1078364" y="629494"/>
                  <a:pt x="1088117" y="619741"/>
                </a:cubicBezTo>
                <a:cubicBezTo>
                  <a:pt x="1097871" y="609987"/>
                  <a:pt x="1102748" y="588499"/>
                  <a:pt x="1102748" y="555275"/>
                </a:cubicBezTo>
                <a:cubicBezTo>
                  <a:pt x="1102748" y="522052"/>
                  <a:pt x="1098023" y="500564"/>
                  <a:pt x="1088575" y="490810"/>
                </a:cubicBezTo>
                <a:cubicBezTo>
                  <a:pt x="1079126" y="481057"/>
                  <a:pt x="1058247" y="476180"/>
                  <a:pt x="1025938" y="476180"/>
                </a:cubicBezTo>
                <a:lnTo>
                  <a:pt x="867747" y="476180"/>
                </a:lnTo>
                <a:cubicBezTo>
                  <a:pt x="863480" y="476180"/>
                  <a:pt x="860737" y="475418"/>
                  <a:pt x="859517" y="473894"/>
                </a:cubicBezTo>
                <a:cubicBezTo>
                  <a:pt x="858298" y="472370"/>
                  <a:pt x="857384" y="469169"/>
                  <a:pt x="856774" y="464293"/>
                </a:cubicBezTo>
                <a:cubicBezTo>
                  <a:pt x="853726" y="423449"/>
                  <a:pt x="846106" y="395865"/>
                  <a:pt x="833914" y="381539"/>
                </a:cubicBezTo>
                <a:cubicBezTo>
                  <a:pt x="821722" y="367214"/>
                  <a:pt x="800691" y="360051"/>
                  <a:pt x="770821" y="360051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63" name="フリーフォーム: 図形 62">
            <a:extLst>
              <a:ext uri="{FF2B5EF4-FFF2-40B4-BE49-F238E27FC236}">
                <a16:creationId xmlns:a16="http://schemas.microsoft.com/office/drawing/2014/main" id="{F6F324B1-DA77-BB11-D3BF-F676925E0E6D}"/>
              </a:ext>
            </a:extLst>
          </p:cNvPr>
          <p:cNvSpPr/>
          <p:nvPr/>
        </p:nvSpPr>
        <p:spPr>
          <a:xfrm>
            <a:off x="7709275" y="-22532058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684867" y="297872"/>
                </a:moveTo>
                <a:cubicBezTo>
                  <a:pt x="659873" y="297872"/>
                  <a:pt x="640061" y="305644"/>
                  <a:pt x="625431" y="321189"/>
                </a:cubicBezTo>
                <a:cubicBezTo>
                  <a:pt x="610801" y="336734"/>
                  <a:pt x="597694" y="364928"/>
                  <a:pt x="586112" y="405771"/>
                </a:cubicBezTo>
                <a:cubicBezTo>
                  <a:pt x="582454" y="417963"/>
                  <a:pt x="579254" y="425583"/>
                  <a:pt x="576511" y="428631"/>
                </a:cubicBezTo>
                <a:cubicBezTo>
                  <a:pt x="573767" y="431679"/>
                  <a:pt x="569043" y="433203"/>
                  <a:pt x="562337" y="433203"/>
                </a:cubicBezTo>
                <a:lnTo>
                  <a:pt x="429749" y="433203"/>
                </a:lnTo>
                <a:cubicBezTo>
                  <a:pt x="404756" y="433203"/>
                  <a:pt x="386773" y="439909"/>
                  <a:pt x="375800" y="453320"/>
                </a:cubicBezTo>
                <a:cubicBezTo>
                  <a:pt x="364827" y="466731"/>
                  <a:pt x="359341" y="488829"/>
                  <a:pt x="359341" y="519614"/>
                </a:cubicBezTo>
                <a:cubicBezTo>
                  <a:pt x="359341" y="550399"/>
                  <a:pt x="364065" y="571735"/>
                  <a:pt x="373514" y="583622"/>
                </a:cubicBezTo>
                <a:cubicBezTo>
                  <a:pt x="382963" y="595509"/>
                  <a:pt x="401708" y="601453"/>
                  <a:pt x="429749" y="601453"/>
                </a:cubicBezTo>
                <a:lnTo>
                  <a:pt x="504730" y="601453"/>
                </a:lnTo>
                <a:cubicBezTo>
                  <a:pt x="513874" y="601453"/>
                  <a:pt x="518446" y="603434"/>
                  <a:pt x="518446" y="607396"/>
                </a:cubicBezTo>
                <a:cubicBezTo>
                  <a:pt x="518446" y="611359"/>
                  <a:pt x="517532" y="616083"/>
                  <a:pt x="515703" y="621569"/>
                </a:cubicBezTo>
                <a:cubicBezTo>
                  <a:pt x="488881" y="702646"/>
                  <a:pt x="475469" y="752634"/>
                  <a:pt x="475469" y="771531"/>
                </a:cubicBezTo>
                <a:cubicBezTo>
                  <a:pt x="475469" y="790429"/>
                  <a:pt x="486442" y="806278"/>
                  <a:pt x="508388" y="819080"/>
                </a:cubicBezTo>
                <a:cubicBezTo>
                  <a:pt x="530333" y="831882"/>
                  <a:pt x="557003" y="838282"/>
                  <a:pt x="588398" y="838282"/>
                </a:cubicBezTo>
                <a:cubicBezTo>
                  <a:pt x="619792" y="838282"/>
                  <a:pt x="647681" y="834625"/>
                  <a:pt x="672065" y="827309"/>
                </a:cubicBezTo>
                <a:cubicBezTo>
                  <a:pt x="736073" y="808412"/>
                  <a:pt x="789871" y="798963"/>
                  <a:pt x="833457" y="798963"/>
                </a:cubicBezTo>
                <a:cubicBezTo>
                  <a:pt x="877043" y="798963"/>
                  <a:pt x="907676" y="806583"/>
                  <a:pt x="925354" y="821823"/>
                </a:cubicBezTo>
                <a:cubicBezTo>
                  <a:pt x="943033" y="837063"/>
                  <a:pt x="951872" y="854132"/>
                  <a:pt x="951872" y="873029"/>
                </a:cubicBezTo>
                <a:cubicBezTo>
                  <a:pt x="951872" y="901071"/>
                  <a:pt x="936784" y="922407"/>
                  <a:pt x="906609" y="937038"/>
                </a:cubicBezTo>
                <a:cubicBezTo>
                  <a:pt x="876434" y="951668"/>
                  <a:pt x="836048" y="958983"/>
                  <a:pt x="785451" y="958983"/>
                </a:cubicBezTo>
                <a:cubicBezTo>
                  <a:pt x="734854" y="958983"/>
                  <a:pt x="665665" y="939781"/>
                  <a:pt x="577882" y="901376"/>
                </a:cubicBezTo>
                <a:cubicBezTo>
                  <a:pt x="565690" y="895890"/>
                  <a:pt x="554108" y="893146"/>
                  <a:pt x="543135" y="893146"/>
                </a:cubicBezTo>
                <a:cubicBezTo>
                  <a:pt x="517532" y="893146"/>
                  <a:pt x="497263" y="904424"/>
                  <a:pt x="482327" y="926979"/>
                </a:cubicBezTo>
                <a:cubicBezTo>
                  <a:pt x="467392" y="949534"/>
                  <a:pt x="459925" y="973613"/>
                  <a:pt x="459925" y="999217"/>
                </a:cubicBezTo>
                <a:cubicBezTo>
                  <a:pt x="459925" y="1024820"/>
                  <a:pt x="470135" y="1045699"/>
                  <a:pt x="490557" y="1061853"/>
                </a:cubicBezTo>
                <a:cubicBezTo>
                  <a:pt x="510979" y="1078007"/>
                  <a:pt x="549688" y="1094314"/>
                  <a:pt x="606686" y="1110773"/>
                </a:cubicBezTo>
                <a:cubicBezTo>
                  <a:pt x="663683" y="1127233"/>
                  <a:pt x="726625" y="1135462"/>
                  <a:pt x="795509" y="1135462"/>
                </a:cubicBezTo>
                <a:cubicBezTo>
                  <a:pt x="921697" y="1135462"/>
                  <a:pt x="1013594" y="1109402"/>
                  <a:pt x="1071201" y="1057281"/>
                </a:cubicBezTo>
                <a:cubicBezTo>
                  <a:pt x="1128808" y="1005160"/>
                  <a:pt x="1157612" y="940086"/>
                  <a:pt x="1157612" y="862057"/>
                </a:cubicBezTo>
                <a:cubicBezTo>
                  <a:pt x="1157612" y="794391"/>
                  <a:pt x="1133837" y="742575"/>
                  <a:pt x="1086289" y="706609"/>
                </a:cubicBezTo>
                <a:cubicBezTo>
                  <a:pt x="1038740" y="670642"/>
                  <a:pt x="971074" y="652659"/>
                  <a:pt x="883292" y="652659"/>
                </a:cubicBezTo>
                <a:cubicBezTo>
                  <a:pt x="846716" y="652659"/>
                  <a:pt x="808006" y="656012"/>
                  <a:pt x="767163" y="662717"/>
                </a:cubicBezTo>
                <a:cubicBezTo>
                  <a:pt x="759238" y="663937"/>
                  <a:pt x="752837" y="664546"/>
                  <a:pt x="747961" y="664546"/>
                </a:cubicBezTo>
                <a:cubicBezTo>
                  <a:pt x="734549" y="664546"/>
                  <a:pt x="727844" y="657536"/>
                  <a:pt x="727844" y="643515"/>
                </a:cubicBezTo>
                <a:cubicBezTo>
                  <a:pt x="727844" y="638029"/>
                  <a:pt x="728606" y="631018"/>
                  <a:pt x="730130" y="622484"/>
                </a:cubicBezTo>
                <a:cubicBezTo>
                  <a:pt x="731654" y="613949"/>
                  <a:pt x="733635" y="608311"/>
                  <a:pt x="736073" y="605567"/>
                </a:cubicBezTo>
                <a:cubicBezTo>
                  <a:pt x="738512" y="602824"/>
                  <a:pt x="743084" y="601453"/>
                  <a:pt x="749789" y="601453"/>
                </a:cubicBezTo>
                <a:lnTo>
                  <a:pt x="1078059" y="601453"/>
                </a:lnTo>
                <a:cubicBezTo>
                  <a:pt x="1106101" y="601453"/>
                  <a:pt x="1124846" y="594899"/>
                  <a:pt x="1134295" y="581793"/>
                </a:cubicBezTo>
                <a:cubicBezTo>
                  <a:pt x="1143743" y="568687"/>
                  <a:pt x="1148468" y="547046"/>
                  <a:pt x="1148468" y="516871"/>
                </a:cubicBezTo>
                <a:cubicBezTo>
                  <a:pt x="1148468" y="486695"/>
                  <a:pt x="1143134" y="465207"/>
                  <a:pt x="1132466" y="452405"/>
                </a:cubicBezTo>
                <a:cubicBezTo>
                  <a:pt x="1121798" y="439604"/>
                  <a:pt x="1103662" y="433203"/>
                  <a:pt x="1078059" y="433203"/>
                </a:cubicBezTo>
                <a:lnTo>
                  <a:pt x="808311" y="433203"/>
                </a:lnTo>
                <a:cubicBezTo>
                  <a:pt x="796119" y="433203"/>
                  <a:pt x="790023" y="430307"/>
                  <a:pt x="790023" y="424516"/>
                </a:cubicBezTo>
                <a:cubicBezTo>
                  <a:pt x="790023" y="418725"/>
                  <a:pt x="791852" y="409581"/>
                  <a:pt x="795509" y="397084"/>
                </a:cubicBezTo>
                <a:cubicBezTo>
                  <a:pt x="799167" y="384587"/>
                  <a:pt x="800996" y="372548"/>
                  <a:pt x="800996" y="360965"/>
                </a:cubicBezTo>
                <a:cubicBezTo>
                  <a:pt x="800996" y="334143"/>
                  <a:pt x="787889" y="316922"/>
                  <a:pt x="761677" y="309302"/>
                </a:cubicBezTo>
                <a:cubicBezTo>
                  <a:pt x="735464" y="301682"/>
                  <a:pt x="709861" y="297872"/>
                  <a:pt x="684867" y="297872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5" name="フリーフォーム: 図形 94">
            <a:extLst>
              <a:ext uri="{FF2B5EF4-FFF2-40B4-BE49-F238E27FC236}">
                <a16:creationId xmlns:a16="http://schemas.microsoft.com/office/drawing/2014/main" id="{06906C02-0FA6-6729-5598-0F76F8CD752F}"/>
              </a:ext>
            </a:extLst>
          </p:cNvPr>
          <p:cNvSpPr/>
          <p:nvPr/>
        </p:nvSpPr>
        <p:spPr>
          <a:xfrm>
            <a:off x="-1829332" y="-22532065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1037825" y="404857"/>
                </a:moveTo>
                <a:cubicBezTo>
                  <a:pt x="1007955" y="404857"/>
                  <a:pt x="983266" y="410800"/>
                  <a:pt x="963759" y="422687"/>
                </a:cubicBezTo>
                <a:cubicBezTo>
                  <a:pt x="944252" y="434575"/>
                  <a:pt x="934498" y="453320"/>
                  <a:pt x="934498" y="478923"/>
                </a:cubicBezTo>
                <a:cubicBezTo>
                  <a:pt x="934498" y="488067"/>
                  <a:pt x="936022" y="497821"/>
                  <a:pt x="939070" y="508184"/>
                </a:cubicBezTo>
                <a:cubicBezTo>
                  <a:pt x="953700" y="563048"/>
                  <a:pt x="966807" y="632390"/>
                  <a:pt x="978389" y="716210"/>
                </a:cubicBezTo>
                <a:cubicBezTo>
                  <a:pt x="989972" y="800030"/>
                  <a:pt x="995763" y="863123"/>
                  <a:pt x="995763" y="905491"/>
                </a:cubicBezTo>
                <a:cubicBezTo>
                  <a:pt x="995763" y="947858"/>
                  <a:pt x="1003078" y="976204"/>
                  <a:pt x="1017708" y="990530"/>
                </a:cubicBezTo>
                <a:cubicBezTo>
                  <a:pt x="1032339" y="1004855"/>
                  <a:pt x="1057942" y="1012018"/>
                  <a:pt x="1094518" y="1012018"/>
                </a:cubicBezTo>
                <a:cubicBezTo>
                  <a:pt x="1131094" y="1012018"/>
                  <a:pt x="1155326" y="1002112"/>
                  <a:pt x="1167213" y="982300"/>
                </a:cubicBezTo>
                <a:cubicBezTo>
                  <a:pt x="1179100" y="962488"/>
                  <a:pt x="1185044" y="934904"/>
                  <a:pt x="1185044" y="899547"/>
                </a:cubicBezTo>
                <a:cubicBezTo>
                  <a:pt x="1185044" y="823957"/>
                  <a:pt x="1175290" y="732974"/>
                  <a:pt x="1155783" y="626599"/>
                </a:cubicBezTo>
                <a:cubicBezTo>
                  <a:pt x="1136276" y="520223"/>
                  <a:pt x="1119207" y="456673"/>
                  <a:pt x="1104576" y="435946"/>
                </a:cubicBezTo>
                <a:cubicBezTo>
                  <a:pt x="1089946" y="415220"/>
                  <a:pt x="1067696" y="404857"/>
                  <a:pt x="1037825" y="404857"/>
                </a:cubicBezTo>
                <a:close/>
                <a:moveTo>
                  <a:pt x="523018" y="351821"/>
                </a:moveTo>
                <a:cubicBezTo>
                  <a:pt x="502292" y="351821"/>
                  <a:pt x="485223" y="358527"/>
                  <a:pt x="471812" y="371938"/>
                </a:cubicBezTo>
                <a:cubicBezTo>
                  <a:pt x="458400" y="385349"/>
                  <a:pt x="448647" y="404399"/>
                  <a:pt x="442551" y="429088"/>
                </a:cubicBezTo>
                <a:cubicBezTo>
                  <a:pt x="436455" y="453777"/>
                  <a:pt x="429444" y="498887"/>
                  <a:pt x="421520" y="564419"/>
                </a:cubicBezTo>
                <a:cubicBezTo>
                  <a:pt x="413595" y="629951"/>
                  <a:pt x="409632" y="690454"/>
                  <a:pt x="409632" y="745928"/>
                </a:cubicBezTo>
                <a:cubicBezTo>
                  <a:pt x="409632" y="851998"/>
                  <a:pt x="425025" y="937190"/>
                  <a:pt x="455810" y="1001503"/>
                </a:cubicBezTo>
                <a:cubicBezTo>
                  <a:pt x="486594" y="1065815"/>
                  <a:pt x="527285" y="1097972"/>
                  <a:pt x="577882" y="1097972"/>
                </a:cubicBezTo>
                <a:cubicBezTo>
                  <a:pt x="613239" y="1097972"/>
                  <a:pt x="655758" y="1083494"/>
                  <a:pt x="705441" y="1054538"/>
                </a:cubicBezTo>
                <a:cubicBezTo>
                  <a:pt x="755123" y="1025582"/>
                  <a:pt x="788956" y="1003027"/>
                  <a:pt x="806939" y="986872"/>
                </a:cubicBezTo>
                <a:cubicBezTo>
                  <a:pt x="824922" y="970718"/>
                  <a:pt x="833914" y="951211"/>
                  <a:pt x="833914" y="928351"/>
                </a:cubicBezTo>
                <a:cubicBezTo>
                  <a:pt x="833914" y="905491"/>
                  <a:pt x="823094" y="883393"/>
                  <a:pt x="801453" y="862057"/>
                </a:cubicBezTo>
                <a:cubicBezTo>
                  <a:pt x="779812" y="840721"/>
                  <a:pt x="759848" y="830053"/>
                  <a:pt x="741560" y="830053"/>
                </a:cubicBezTo>
                <a:cubicBezTo>
                  <a:pt x="725100" y="830053"/>
                  <a:pt x="705136" y="839654"/>
                  <a:pt x="681666" y="858856"/>
                </a:cubicBezTo>
                <a:cubicBezTo>
                  <a:pt x="658197" y="878059"/>
                  <a:pt x="639452" y="887660"/>
                  <a:pt x="625431" y="887660"/>
                </a:cubicBezTo>
                <a:cubicBezTo>
                  <a:pt x="607752" y="887660"/>
                  <a:pt x="596627" y="870439"/>
                  <a:pt x="592055" y="835996"/>
                </a:cubicBezTo>
                <a:cubicBezTo>
                  <a:pt x="587483" y="801554"/>
                  <a:pt x="585197" y="765130"/>
                  <a:pt x="585197" y="726725"/>
                </a:cubicBezTo>
                <a:cubicBezTo>
                  <a:pt x="585197" y="643210"/>
                  <a:pt x="594341" y="557866"/>
                  <a:pt x="612629" y="470693"/>
                </a:cubicBezTo>
                <a:cubicBezTo>
                  <a:pt x="616896" y="451796"/>
                  <a:pt x="619030" y="435946"/>
                  <a:pt x="619030" y="423145"/>
                </a:cubicBezTo>
                <a:cubicBezTo>
                  <a:pt x="619030" y="394493"/>
                  <a:pt x="608210" y="375443"/>
                  <a:pt x="586569" y="365995"/>
                </a:cubicBezTo>
                <a:cubicBezTo>
                  <a:pt x="564928" y="356546"/>
                  <a:pt x="543744" y="351821"/>
                  <a:pt x="523018" y="351821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94" name="フリーフォーム: 図形 93">
            <a:extLst>
              <a:ext uri="{FF2B5EF4-FFF2-40B4-BE49-F238E27FC236}">
                <a16:creationId xmlns:a16="http://schemas.microsoft.com/office/drawing/2014/main" id="{DEADD937-DE7A-584C-054A-DF9EF2F1C6D8}"/>
              </a:ext>
            </a:extLst>
          </p:cNvPr>
          <p:cNvSpPr/>
          <p:nvPr/>
        </p:nvSpPr>
        <p:spPr>
          <a:xfrm>
            <a:off x="-10527443" y="-22532065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1490664" h="1490664">
                <a:moveTo>
                  <a:pt x="955529" y="307930"/>
                </a:moveTo>
                <a:cubicBezTo>
                  <a:pt x="929316" y="307930"/>
                  <a:pt x="907218" y="315398"/>
                  <a:pt x="889235" y="330333"/>
                </a:cubicBezTo>
                <a:cubicBezTo>
                  <a:pt x="871252" y="345268"/>
                  <a:pt x="862260" y="364623"/>
                  <a:pt x="862260" y="388397"/>
                </a:cubicBezTo>
                <a:lnTo>
                  <a:pt x="864089" y="467036"/>
                </a:lnTo>
                <a:cubicBezTo>
                  <a:pt x="864089" y="476789"/>
                  <a:pt x="859822" y="481666"/>
                  <a:pt x="851288" y="481666"/>
                </a:cubicBezTo>
                <a:lnTo>
                  <a:pt x="681209" y="481666"/>
                </a:lnTo>
                <a:cubicBezTo>
                  <a:pt x="673284" y="481666"/>
                  <a:pt x="669322" y="477704"/>
                  <a:pt x="669322" y="469779"/>
                </a:cubicBezTo>
                <a:cubicBezTo>
                  <a:pt x="669322" y="460635"/>
                  <a:pt x="670846" y="439299"/>
                  <a:pt x="673894" y="405771"/>
                </a:cubicBezTo>
                <a:cubicBezTo>
                  <a:pt x="676942" y="372243"/>
                  <a:pt x="671456" y="347707"/>
                  <a:pt x="657435" y="332162"/>
                </a:cubicBezTo>
                <a:cubicBezTo>
                  <a:pt x="643414" y="316617"/>
                  <a:pt x="619944" y="308845"/>
                  <a:pt x="587026" y="308845"/>
                </a:cubicBezTo>
                <a:cubicBezTo>
                  <a:pt x="554108" y="308845"/>
                  <a:pt x="530486" y="313264"/>
                  <a:pt x="516160" y="322103"/>
                </a:cubicBezTo>
                <a:cubicBezTo>
                  <a:pt x="501834" y="330943"/>
                  <a:pt x="493300" y="343439"/>
                  <a:pt x="490557" y="359594"/>
                </a:cubicBezTo>
                <a:cubicBezTo>
                  <a:pt x="487814" y="375748"/>
                  <a:pt x="485528" y="411867"/>
                  <a:pt x="483699" y="467950"/>
                </a:cubicBezTo>
                <a:cubicBezTo>
                  <a:pt x="483699" y="474656"/>
                  <a:pt x="482480" y="478618"/>
                  <a:pt x="480041" y="479837"/>
                </a:cubicBezTo>
                <a:cubicBezTo>
                  <a:pt x="477603" y="481057"/>
                  <a:pt x="473640" y="481666"/>
                  <a:pt x="468154" y="481666"/>
                </a:cubicBezTo>
                <a:lnTo>
                  <a:pt x="421520" y="481666"/>
                </a:lnTo>
                <a:cubicBezTo>
                  <a:pt x="374581" y="481666"/>
                  <a:pt x="351111" y="508489"/>
                  <a:pt x="351111" y="562133"/>
                </a:cubicBezTo>
                <a:cubicBezTo>
                  <a:pt x="351111" y="591394"/>
                  <a:pt x="356445" y="612121"/>
                  <a:pt x="367113" y="624313"/>
                </a:cubicBezTo>
                <a:cubicBezTo>
                  <a:pt x="377781" y="636505"/>
                  <a:pt x="395917" y="642601"/>
                  <a:pt x="421520" y="642601"/>
                </a:cubicBezTo>
                <a:lnTo>
                  <a:pt x="463582" y="642601"/>
                </a:lnTo>
                <a:cubicBezTo>
                  <a:pt x="469678" y="642601"/>
                  <a:pt x="473945" y="643363"/>
                  <a:pt x="476384" y="644887"/>
                </a:cubicBezTo>
                <a:cubicBezTo>
                  <a:pt x="478822" y="646411"/>
                  <a:pt x="480041" y="651440"/>
                  <a:pt x="480041" y="659974"/>
                </a:cubicBezTo>
                <a:lnTo>
                  <a:pt x="480041" y="825481"/>
                </a:lnTo>
                <a:cubicBezTo>
                  <a:pt x="480041" y="879735"/>
                  <a:pt x="482327" y="926065"/>
                  <a:pt x="486899" y="964469"/>
                </a:cubicBezTo>
                <a:cubicBezTo>
                  <a:pt x="491471" y="1002874"/>
                  <a:pt x="499701" y="1033202"/>
                  <a:pt x="511588" y="1055452"/>
                </a:cubicBezTo>
                <a:cubicBezTo>
                  <a:pt x="523475" y="1077703"/>
                  <a:pt x="540696" y="1094162"/>
                  <a:pt x="563252" y="1104830"/>
                </a:cubicBezTo>
                <a:cubicBezTo>
                  <a:pt x="585807" y="1115498"/>
                  <a:pt x="621773" y="1123118"/>
                  <a:pt x="671151" y="1127690"/>
                </a:cubicBezTo>
                <a:cubicBezTo>
                  <a:pt x="720528" y="1132262"/>
                  <a:pt x="781488" y="1134548"/>
                  <a:pt x="854031" y="1134548"/>
                </a:cubicBezTo>
                <a:cubicBezTo>
                  <a:pt x="884511" y="1134548"/>
                  <a:pt x="928250" y="1133176"/>
                  <a:pt x="985247" y="1130433"/>
                </a:cubicBezTo>
                <a:cubicBezTo>
                  <a:pt x="1042245" y="1127690"/>
                  <a:pt x="1079583" y="1119765"/>
                  <a:pt x="1097261" y="1106659"/>
                </a:cubicBezTo>
                <a:cubicBezTo>
                  <a:pt x="1114940" y="1093552"/>
                  <a:pt x="1123779" y="1073131"/>
                  <a:pt x="1123779" y="1045394"/>
                </a:cubicBezTo>
                <a:cubicBezTo>
                  <a:pt x="1123779" y="1017657"/>
                  <a:pt x="1118445" y="993730"/>
                  <a:pt x="1107777" y="973613"/>
                </a:cubicBezTo>
                <a:cubicBezTo>
                  <a:pt x="1097109" y="953497"/>
                  <a:pt x="1077449" y="943438"/>
                  <a:pt x="1048798" y="943438"/>
                </a:cubicBezTo>
                <a:cubicBezTo>
                  <a:pt x="1043312" y="943438"/>
                  <a:pt x="1019385" y="945572"/>
                  <a:pt x="977018" y="949839"/>
                </a:cubicBezTo>
                <a:cubicBezTo>
                  <a:pt x="934650" y="954106"/>
                  <a:pt x="884816" y="956240"/>
                  <a:pt x="827513" y="956240"/>
                </a:cubicBezTo>
                <a:cubicBezTo>
                  <a:pt x="796424" y="956240"/>
                  <a:pt x="767925" y="955325"/>
                  <a:pt x="742017" y="953497"/>
                </a:cubicBezTo>
                <a:cubicBezTo>
                  <a:pt x="716109" y="951668"/>
                  <a:pt x="697973" y="946639"/>
                  <a:pt x="687610" y="938409"/>
                </a:cubicBezTo>
                <a:cubicBezTo>
                  <a:pt x="677247" y="930179"/>
                  <a:pt x="670084" y="913568"/>
                  <a:pt x="666122" y="888574"/>
                </a:cubicBezTo>
                <a:cubicBezTo>
                  <a:pt x="662159" y="863581"/>
                  <a:pt x="660178" y="827919"/>
                  <a:pt x="660178" y="781589"/>
                </a:cubicBezTo>
                <a:cubicBezTo>
                  <a:pt x="660178" y="735260"/>
                  <a:pt x="660330" y="701579"/>
                  <a:pt x="660635" y="680548"/>
                </a:cubicBezTo>
                <a:cubicBezTo>
                  <a:pt x="660940" y="659517"/>
                  <a:pt x="662007" y="647935"/>
                  <a:pt x="663836" y="645801"/>
                </a:cubicBezTo>
                <a:cubicBezTo>
                  <a:pt x="665664" y="643667"/>
                  <a:pt x="669322" y="642601"/>
                  <a:pt x="674808" y="642601"/>
                </a:cubicBezTo>
                <a:lnTo>
                  <a:pt x="847630" y="642601"/>
                </a:lnTo>
                <a:cubicBezTo>
                  <a:pt x="853726" y="642601"/>
                  <a:pt x="857993" y="643363"/>
                  <a:pt x="860432" y="644887"/>
                </a:cubicBezTo>
                <a:cubicBezTo>
                  <a:pt x="862870" y="646411"/>
                  <a:pt x="864089" y="649916"/>
                  <a:pt x="864089" y="655402"/>
                </a:cubicBezTo>
                <a:cubicBezTo>
                  <a:pt x="864089" y="678567"/>
                  <a:pt x="861651" y="694721"/>
                  <a:pt x="856774" y="703865"/>
                </a:cubicBezTo>
                <a:cubicBezTo>
                  <a:pt x="851897" y="713009"/>
                  <a:pt x="842144" y="717582"/>
                  <a:pt x="827513" y="717582"/>
                </a:cubicBezTo>
                <a:cubicBezTo>
                  <a:pt x="812883" y="717582"/>
                  <a:pt x="801605" y="718343"/>
                  <a:pt x="793680" y="719867"/>
                </a:cubicBezTo>
                <a:cubicBezTo>
                  <a:pt x="785756" y="721391"/>
                  <a:pt x="777983" y="725354"/>
                  <a:pt x="770363" y="731755"/>
                </a:cubicBezTo>
                <a:cubicBezTo>
                  <a:pt x="762743" y="738155"/>
                  <a:pt x="756952" y="746995"/>
                  <a:pt x="752990" y="758272"/>
                </a:cubicBezTo>
                <a:cubicBezTo>
                  <a:pt x="749027" y="769550"/>
                  <a:pt x="747046" y="783266"/>
                  <a:pt x="747046" y="799420"/>
                </a:cubicBezTo>
                <a:cubicBezTo>
                  <a:pt x="747046" y="815575"/>
                  <a:pt x="751313" y="829748"/>
                  <a:pt x="759848" y="841940"/>
                </a:cubicBezTo>
                <a:cubicBezTo>
                  <a:pt x="768382" y="854132"/>
                  <a:pt x="780269" y="862971"/>
                  <a:pt x="795509" y="868457"/>
                </a:cubicBezTo>
                <a:cubicBezTo>
                  <a:pt x="810749" y="873944"/>
                  <a:pt x="836505" y="876687"/>
                  <a:pt x="872776" y="876687"/>
                </a:cubicBezTo>
                <a:cubicBezTo>
                  <a:pt x="909047" y="876687"/>
                  <a:pt x="939832" y="874553"/>
                  <a:pt x="965130" y="870286"/>
                </a:cubicBezTo>
                <a:cubicBezTo>
                  <a:pt x="990429" y="866019"/>
                  <a:pt x="1008869" y="856723"/>
                  <a:pt x="1020452" y="842397"/>
                </a:cubicBezTo>
                <a:cubicBezTo>
                  <a:pt x="1032034" y="828071"/>
                  <a:pt x="1039197" y="809936"/>
                  <a:pt x="1041940" y="787990"/>
                </a:cubicBezTo>
                <a:cubicBezTo>
                  <a:pt x="1044683" y="766045"/>
                  <a:pt x="1046055" y="723982"/>
                  <a:pt x="1046055" y="661803"/>
                </a:cubicBezTo>
                <a:cubicBezTo>
                  <a:pt x="1046055" y="653269"/>
                  <a:pt x="1046969" y="647935"/>
                  <a:pt x="1048798" y="645801"/>
                </a:cubicBezTo>
                <a:cubicBezTo>
                  <a:pt x="1050627" y="643667"/>
                  <a:pt x="1054894" y="642601"/>
                  <a:pt x="1061600" y="642601"/>
                </a:cubicBezTo>
                <a:lnTo>
                  <a:pt x="1106405" y="642601"/>
                </a:lnTo>
                <a:cubicBezTo>
                  <a:pt x="1132008" y="642601"/>
                  <a:pt x="1150144" y="636657"/>
                  <a:pt x="1160812" y="624770"/>
                </a:cubicBezTo>
                <a:cubicBezTo>
                  <a:pt x="1171480" y="612883"/>
                  <a:pt x="1176814" y="592156"/>
                  <a:pt x="1176814" y="562591"/>
                </a:cubicBezTo>
                <a:cubicBezTo>
                  <a:pt x="1176814" y="533025"/>
                  <a:pt x="1171480" y="511994"/>
                  <a:pt x="1160812" y="499497"/>
                </a:cubicBezTo>
                <a:cubicBezTo>
                  <a:pt x="1150144" y="487000"/>
                  <a:pt x="1132008" y="480752"/>
                  <a:pt x="1106405" y="480752"/>
                </a:cubicBezTo>
                <a:lnTo>
                  <a:pt x="1061600" y="480752"/>
                </a:lnTo>
                <a:cubicBezTo>
                  <a:pt x="1053065" y="480752"/>
                  <a:pt x="1048493" y="478313"/>
                  <a:pt x="1047884" y="473437"/>
                </a:cubicBezTo>
                <a:cubicBezTo>
                  <a:pt x="1047274" y="468560"/>
                  <a:pt x="1046664" y="450577"/>
                  <a:pt x="1046055" y="419487"/>
                </a:cubicBezTo>
                <a:cubicBezTo>
                  <a:pt x="1045445" y="388397"/>
                  <a:pt x="1043159" y="365385"/>
                  <a:pt x="1039197" y="350450"/>
                </a:cubicBezTo>
                <a:cubicBezTo>
                  <a:pt x="1035234" y="335515"/>
                  <a:pt x="1026852" y="324694"/>
                  <a:pt x="1014051" y="317989"/>
                </a:cubicBezTo>
                <a:cubicBezTo>
                  <a:pt x="1001249" y="311283"/>
                  <a:pt x="981742" y="307930"/>
                  <a:pt x="955529" y="307930"/>
                </a:cubicBezTo>
                <a:close/>
                <a:moveTo>
                  <a:pt x="745332" y="0"/>
                </a:moveTo>
                <a:cubicBezTo>
                  <a:pt x="1156967" y="0"/>
                  <a:pt x="1490664" y="333697"/>
                  <a:pt x="1490664" y="745332"/>
                </a:cubicBezTo>
                <a:cubicBezTo>
                  <a:pt x="1490664" y="1156967"/>
                  <a:pt x="1156967" y="1490664"/>
                  <a:pt x="745332" y="1490664"/>
                </a:cubicBezTo>
                <a:cubicBezTo>
                  <a:pt x="333697" y="1490664"/>
                  <a:pt x="0" y="1156967"/>
                  <a:pt x="0" y="745332"/>
                </a:cubicBezTo>
                <a:cubicBezTo>
                  <a:pt x="0" y="333697"/>
                  <a:pt x="333697" y="0"/>
                  <a:pt x="745332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sz="3200"/>
          </a:p>
        </p:txBody>
      </p:sp>
      <p:sp>
        <p:nvSpPr>
          <p:cNvPr id="50" name="フリーフォーム: 図形 49">
            <a:extLst>
              <a:ext uri="{FF2B5EF4-FFF2-40B4-BE49-F238E27FC236}">
                <a16:creationId xmlns:a16="http://schemas.microsoft.com/office/drawing/2014/main" id="{2E5BD15C-7A8E-D3CC-8F78-26157395FD1D}"/>
              </a:ext>
            </a:extLst>
          </p:cNvPr>
          <p:cNvSpPr/>
          <p:nvPr/>
        </p:nvSpPr>
        <p:spPr>
          <a:xfrm>
            <a:off x="-19423571" y="-22532065"/>
            <a:ext cx="1345544" cy="1345544"/>
          </a:xfrm>
          <a:custGeom>
            <a:avLst/>
            <a:gdLst/>
            <a:ahLst/>
            <a:cxnLst/>
            <a:rect l="l" t="t" r="r" b="b"/>
            <a:pathLst>
              <a:path w="6802582" h="6802582">
                <a:moveTo>
                  <a:pt x="2222907" y="3845000"/>
                </a:moveTo>
                <a:cubicBezTo>
                  <a:pt x="2106777" y="3845000"/>
                  <a:pt x="1984749" y="3892784"/>
                  <a:pt x="1856823" y="3988353"/>
                </a:cubicBezTo>
                <a:cubicBezTo>
                  <a:pt x="1728897" y="4083921"/>
                  <a:pt x="1664934" y="4195156"/>
                  <a:pt x="1664934" y="4322058"/>
                </a:cubicBezTo>
                <a:cubicBezTo>
                  <a:pt x="1664934" y="4448958"/>
                  <a:pt x="1719447" y="4587086"/>
                  <a:pt x="1828473" y="4736439"/>
                </a:cubicBezTo>
                <a:cubicBezTo>
                  <a:pt x="1937499" y="4885792"/>
                  <a:pt x="2076879" y="5007695"/>
                  <a:pt x="2246612" y="5102148"/>
                </a:cubicBezTo>
                <a:cubicBezTo>
                  <a:pt x="2416345" y="5196600"/>
                  <a:pt x="2587922" y="5259004"/>
                  <a:pt x="2761343" y="5289357"/>
                </a:cubicBezTo>
                <a:cubicBezTo>
                  <a:pt x="2934765" y="5319710"/>
                  <a:pt x="3265806" y="5334887"/>
                  <a:pt x="3754465" y="5334887"/>
                </a:cubicBezTo>
                <a:cubicBezTo>
                  <a:pt x="4399240" y="5334887"/>
                  <a:pt x="4787173" y="5300549"/>
                  <a:pt x="4918264" y="5231872"/>
                </a:cubicBezTo>
                <a:cubicBezTo>
                  <a:pt x="5049355" y="5163196"/>
                  <a:pt x="5114900" y="5037137"/>
                  <a:pt x="5114900" y="4853696"/>
                </a:cubicBezTo>
                <a:cubicBezTo>
                  <a:pt x="5114900" y="4495786"/>
                  <a:pt x="4964090" y="4316831"/>
                  <a:pt x="4662469" y="4316831"/>
                </a:cubicBezTo>
                <a:lnTo>
                  <a:pt x="4037755" y="4373189"/>
                </a:lnTo>
                <a:cubicBezTo>
                  <a:pt x="3805312" y="4392772"/>
                  <a:pt x="3617954" y="4402563"/>
                  <a:pt x="3475683" y="4402563"/>
                </a:cubicBezTo>
                <a:cubicBezTo>
                  <a:pt x="3246291" y="4402563"/>
                  <a:pt x="3070558" y="4376798"/>
                  <a:pt x="2948484" y="4325268"/>
                </a:cubicBezTo>
                <a:cubicBezTo>
                  <a:pt x="2826411" y="4273738"/>
                  <a:pt x="2689548" y="4163858"/>
                  <a:pt x="2537895" y="3995628"/>
                </a:cubicBezTo>
                <a:cubicBezTo>
                  <a:pt x="2444034" y="3895209"/>
                  <a:pt x="2339038" y="3845000"/>
                  <a:pt x="2222907" y="3845000"/>
                </a:cubicBezTo>
                <a:close/>
                <a:moveTo>
                  <a:pt x="4865288" y="2266717"/>
                </a:moveTo>
                <a:cubicBezTo>
                  <a:pt x="4701749" y="2266717"/>
                  <a:pt x="4619979" y="2329860"/>
                  <a:pt x="4619979" y="2456146"/>
                </a:cubicBezTo>
                <a:cubicBezTo>
                  <a:pt x="4619979" y="2677979"/>
                  <a:pt x="4621607" y="2818110"/>
                  <a:pt x="4624863" y="2876539"/>
                </a:cubicBezTo>
                <a:cubicBezTo>
                  <a:pt x="4628120" y="2934969"/>
                  <a:pt x="4652963" y="2981159"/>
                  <a:pt x="4699392" y="3015111"/>
                </a:cubicBezTo>
                <a:cubicBezTo>
                  <a:pt x="4745822" y="3049061"/>
                  <a:pt x="4800426" y="3066037"/>
                  <a:pt x="4863204" y="3066037"/>
                </a:cubicBezTo>
                <a:cubicBezTo>
                  <a:pt x="4925983" y="3066037"/>
                  <a:pt x="4977605" y="3055494"/>
                  <a:pt x="5018068" y="3034408"/>
                </a:cubicBezTo>
                <a:cubicBezTo>
                  <a:pt x="5058531" y="3013323"/>
                  <a:pt x="5086209" y="2986009"/>
                  <a:pt x="5101101" y="2952468"/>
                </a:cubicBezTo>
                <a:cubicBezTo>
                  <a:pt x="5115993" y="2918927"/>
                  <a:pt x="5123439" y="2859279"/>
                  <a:pt x="5123439" y="2773524"/>
                </a:cubicBezTo>
                <a:cubicBezTo>
                  <a:pt x="5123439" y="2602243"/>
                  <a:pt x="5120901" y="2487775"/>
                  <a:pt x="5115823" y="2430119"/>
                </a:cubicBezTo>
                <a:cubicBezTo>
                  <a:pt x="5110745" y="2372464"/>
                  <a:pt x="5086221" y="2330816"/>
                  <a:pt x="5042250" y="2305177"/>
                </a:cubicBezTo>
                <a:cubicBezTo>
                  <a:pt x="4998280" y="2279537"/>
                  <a:pt x="4939293" y="2266717"/>
                  <a:pt x="4865288" y="2266717"/>
                </a:cubicBezTo>
                <a:close/>
                <a:moveTo>
                  <a:pt x="4332522" y="2249571"/>
                </a:moveTo>
                <a:cubicBezTo>
                  <a:pt x="4178228" y="2249571"/>
                  <a:pt x="4101081" y="2312714"/>
                  <a:pt x="4101081" y="2439000"/>
                </a:cubicBezTo>
                <a:cubicBezTo>
                  <a:pt x="4101081" y="2683649"/>
                  <a:pt x="4102697" y="2834493"/>
                  <a:pt x="4105931" y="2891533"/>
                </a:cubicBezTo>
                <a:cubicBezTo>
                  <a:pt x="4109164" y="2948574"/>
                  <a:pt x="4133995" y="2994059"/>
                  <a:pt x="4180425" y="3027987"/>
                </a:cubicBezTo>
                <a:cubicBezTo>
                  <a:pt x="4226855" y="3061916"/>
                  <a:pt x="4282233" y="3078879"/>
                  <a:pt x="4346560" y="3078879"/>
                </a:cubicBezTo>
                <a:cubicBezTo>
                  <a:pt x="4410887" y="3078879"/>
                  <a:pt x="4462804" y="3069009"/>
                  <a:pt x="4502312" y="3049266"/>
                </a:cubicBezTo>
                <a:cubicBezTo>
                  <a:pt x="4541819" y="3029524"/>
                  <a:pt x="4568016" y="3002188"/>
                  <a:pt x="4580905" y="2967258"/>
                </a:cubicBezTo>
                <a:cubicBezTo>
                  <a:pt x="4593793" y="2932327"/>
                  <a:pt x="4600237" y="2870619"/>
                  <a:pt x="4600237" y="2782132"/>
                </a:cubicBezTo>
                <a:cubicBezTo>
                  <a:pt x="4600237" y="2572049"/>
                  <a:pt x="4594191" y="2430769"/>
                  <a:pt x="4582100" y="2358289"/>
                </a:cubicBezTo>
                <a:cubicBezTo>
                  <a:pt x="4570009" y="2285810"/>
                  <a:pt x="4486816" y="2249571"/>
                  <a:pt x="4332522" y="2249571"/>
                </a:cubicBezTo>
                <a:close/>
                <a:moveTo>
                  <a:pt x="2394917" y="1601903"/>
                </a:moveTo>
                <a:cubicBezTo>
                  <a:pt x="2234748" y="1601903"/>
                  <a:pt x="2115213" y="1648458"/>
                  <a:pt x="2036313" y="1741568"/>
                </a:cubicBezTo>
                <a:cubicBezTo>
                  <a:pt x="1957412" y="1834677"/>
                  <a:pt x="1917962" y="1955646"/>
                  <a:pt x="1917962" y="2104476"/>
                </a:cubicBezTo>
                <a:cubicBezTo>
                  <a:pt x="1917962" y="2204895"/>
                  <a:pt x="1940300" y="2291002"/>
                  <a:pt x="1984976" y="2362798"/>
                </a:cubicBezTo>
                <a:cubicBezTo>
                  <a:pt x="2029652" y="2434594"/>
                  <a:pt x="2095198" y="2487468"/>
                  <a:pt x="2181613" y="2521419"/>
                </a:cubicBezTo>
                <a:cubicBezTo>
                  <a:pt x="2268028" y="2555370"/>
                  <a:pt x="2466030" y="2584573"/>
                  <a:pt x="2775621" y="2609029"/>
                </a:cubicBezTo>
                <a:cubicBezTo>
                  <a:pt x="3085211" y="2633485"/>
                  <a:pt x="3405777" y="2645713"/>
                  <a:pt x="3737318" y="2645713"/>
                </a:cubicBezTo>
                <a:cubicBezTo>
                  <a:pt x="3797387" y="2645713"/>
                  <a:pt x="3855783" y="2644961"/>
                  <a:pt x="3912505" y="2643458"/>
                </a:cubicBezTo>
                <a:cubicBezTo>
                  <a:pt x="3969227" y="2641955"/>
                  <a:pt x="4005819" y="2638506"/>
                  <a:pt x="4022282" y="2633109"/>
                </a:cubicBezTo>
                <a:cubicBezTo>
                  <a:pt x="4038746" y="2627712"/>
                  <a:pt x="4046863" y="2611329"/>
                  <a:pt x="4046636" y="2583958"/>
                </a:cubicBezTo>
                <a:lnTo>
                  <a:pt x="4042674" y="2507175"/>
                </a:lnTo>
                <a:cubicBezTo>
                  <a:pt x="4042674" y="2296455"/>
                  <a:pt x="4161059" y="2191095"/>
                  <a:pt x="4397828" y="2191095"/>
                </a:cubicBezTo>
                <a:cubicBezTo>
                  <a:pt x="4477844" y="2191095"/>
                  <a:pt x="4538915" y="2209904"/>
                  <a:pt x="4581041" y="2247521"/>
                </a:cubicBezTo>
                <a:cubicBezTo>
                  <a:pt x="4607182" y="2267104"/>
                  <a:pt x="4636670" y="2272023"/>
                  <a:pt x="4669505" y="2262276"/>
                </a:cubicBezTo>
                <a:cubicBezTo>
                  <a:pt x="4702569" y="2236819"/>
                  <a:pt x="4740846" y="2221677"/>
                  <a:pt x="4784338" y="2216849"/>
                </a:cubicBezTo>
                <a:cubicBezTo>
                  <a:pt x="4824551" y="2208743"/>
                  <a:pt x="4844658" y="2179870"/>
                  <a:pt x="4844658" y="2130229"/>
                </a:cubicBezTo>
                <a:cubicBezTo>
                  <a:pt x="4844658" y="1998615"/>
                  <a:pt x="4806380" y="1890533"/>
                  <a:pt x="4729825" y="1805986"/>
                </a:cubicBezTo>
                <a:cubicBezTo>
                  <a:pt x="4653270" y="1721438"/>
                  <a:pt x="4548593" y="1679164"/>
                  <a:pt x="4415794" y="1679164"/>
                </a:cubicBezTo>
                <a:lnTo>
                  <a:pt x="3925518" y="1687703"/>
                </a:lnTo>
                <a:cubicBezTo>
                  <a:pt x="3315446" y="1687703"/>
                  <a:pt x="2858529" y="1664250"/>
                  <a:pt x="2554768" y="1617342"/>
                </a:cubicBezTo>
                <a:cubicBezTo>
                  <a:pt x="2496611" y="1607050"/>
                  <a:pt x="2443328" y="1601903"/>
                  <a:pt x="2394917" y="1601903"/>
                </a:cubicBezTo>
                <a:close/>
                <a:moveTo>
                  <a:pt x="3401291" y="0"/>
                </a:moveTo>
                <a:cubicBezTo>
                  <a:pt x="5279772" y="0"/>
                  <a:pt x="6802582" y="1522810"/>
                  <a:pt x="6802582" y="3401291"/>
                </a:cubicBezTo>
                <a:cubicBezTo>
                  <a:pt x="6802582" y="5279772"/>
                  <a:pt x="5279772" y="6802582"/>
                  <a:pt x="3401291" y="6802582"/>
                </a:cubicBezTo>
                <a:cubicBezTo>
                  <a:pt x="1522810" y="6802582"/>
                  <a:pt x="0" y="5279772"/>
                  <a:pt x="0" y="3401291"/>
                </a:cubicBezTo>
                <a:cubicBezTo>
                  <a:pt x="0" y="1522810"/>
                  <a:pt x="1522810" y="0"/>
                  <a:pt x="3401291" y="0"/>
                </a:cubicBezTo>
                <a:close/>
              </a:path>
            </a:pathLst>
          </a:custGeom>
          <a:solidFill>
            <a:srgbClr val="83CBEB"/>
          </a:solidFill>
          <a:ln w="38100">
            <a:solidFill>
              <a:schemeClr val="accent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kumimoji="1" lang="ja-JP" altLang="en-US" dirty="0">
              <a:latin typeface="メイリオ" panose="020B0604030504040204" pitchFamily="50" charset="-128"/>
              <a:ea typeface="メイリオ" panose="020B0604030504040204" pitchFamily="50" charset="-128"/>
            </a:endParaRPr>
          </a:p>
        </p:txBody>
      </p:sp>
      <p:sp>
        <p:nvSpPr>
          <p:cNvPr id="4" name="正方形/長方形 3">
            <a:extLst>
              <a:ext uri="{FF2B5EF4-FFF2-40B4-BE49-F238E27FC236}">
                <a16:creationId xmlns:a16="http://schemas.microsoft.com/office/drawing/2014/main" id="{32C10A5E-52AF-6218-E8BF-084B16316631}"/>
              </a:ext>
            </a:extLst>
          </p:cNvPr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chemeClr val="tx1"/>
          </a:solidFill>
          <a:ln>
            <a:solidFill>
              <a:schemeClr val="tx1"/>
            </a:solidFill>
          </a:ln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kumimoji="1" lang="ja-JP" altLang="en-US"/>
          </a:p>
        </p:txBody>
      </p:sp>
    </p:spTree>
    <p:extLst>
      <p:ext uri="{BB962C8B-B14F-4D97-AF65-F5344CB8AC3E}">
        <p14:creationId xmlns:p14="http://schemas.microsoft.com/office/powerpoint/2010/main" val="859334699"/>
      </p:ext>
    </p:extLst>
  </p:cSld>
  <p:clrMapOvr>
    <a:masterClrMapping/>
  </p:clrMapOvr>
  <mc:AlternateContent xmlns:mc="http://schemas.openxmlformats.org/markup-compatibility/2006" xmlns:p159="http://schemas.microsoft.com/office/powerpoint/2015/09/main">
    <mc:Choice Requires="p159">
      <p:transition advClick="0">
        <p159:morph option="byObject"/>
      </p:transition>
    </mc:Choice>
    <mc:Fallback xmlns="">
      <p:transition advClick="0">
        <p:fade/>
      </p:transition>
    </mc:Fallback>
  </mc:AlternateContent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  <p:cond evt="onBegin" delay="0">
                          <p:tn val="2"/>
                        </p:cond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5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 animBg="1"/>
    </p:bldLst>
  </p:timing>
</p:sld>
</file>

<file path=ppt/theme/theme1.xml><?xml version="1.0" encoding="utf-8"?>
<a:theme xmlns:a="http://schemas.openxmlformats.org/drawingml/2006/main" name="Office テーマ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游ゴシック Light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游ゴシック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465</TotalTime>
  <Words>3302</Words>
  <Application>Microsoft Office PowerPoint</Application>
  <PresentationFormat>ワイド画面</PresentationFormat>
  <Paragraphs>412</Paragraphs>
  <Slides>53</Slides>
  <Notes>0</Notes>
  <HiddenSlides>0</HiddenSlides>
  <MMClips>0</MMClips>
  <ScaleCrop>false</ScaleCrop>
  <HeadingPairs>
    <vt:vector size="6" baseType="variant">
      <vt:variant>
        <vt:lpstr>使用されているフォント</vt:lpstr>
      </vt:variant>
      <vt:variant>
        <vt:i4>7</vt:i4>
      </vt:variant>
      <vt:variant>
        <vt:lpstr>テーマ</vt:lpstr>
      </vt:variant>
      <vt:variant>
        <vt:i4>1</vt:i4>
      </vt:variant>
      <vt:variant>
        <vt:lpstr>スライド タイトル</vt:lpstr>
      </vt:variant>
      <vt:variant>
        <vt:i4>53</vt:i4>
      </vt:variant>
    </vt:vector>
  </HeadingPairs>
  <TitlesOfParts>
    <vt:vector size="61" baseType="lpstr">
      <vt:lpstr>BIZ UDP明朝 Medium</vt:lpstr>
      <vt:lpstr>BIZ UD明朝 Medium</vt:lpstr>
      <vt:lpstr>HGPｺﾞｼｯｸE</vt:lpstr>
      <vt:lpstr>メイリオ</vt:lpstr>
      <vt:lpstr>游ゴシック</vt:lpstr>
      <vt:lpstr>游ゴシック Light</vt:lpstr>
      <vt:lpstr>Arial</vt:lpstr>
      <vt:lpstr>Office テーマ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  <vt:lpstr>PowerPoint プレゼンテーション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木村　湊</dc:creator>
  <cp:lastModifiedBy>木村　湊</cp:lastModifiedBy>
  <cp:revision>1</cp:revision>
  <dcterms:created xsi:type="dcterms:W3CDTF">2025-01-29T05:56:58Z</dcterms:created>
  <dcterms:modified xsi:type="dcterms:W3CDTF">2025-02-12T04:10:58Z</dcterms:modified>
</cp:coreProperties>
</file>