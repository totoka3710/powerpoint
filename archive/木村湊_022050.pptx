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66" autoAdjust="0"/>
    <p:restoredTop sz="96370" autoAdjust="0"/>
  </p:normalViewPr>
  <p:slideViewPr>
    <p:cSldViewPr snapToGrid="0">
      <p:cViewPr>
        <p:scale>
          <a:sx n="125" d="100"/>
          <a:sy n="125" d="100"/>
        </p:scale>
        <p:origin x="150" y="-1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7F6F08-F2ED-F252-4C48-7A8EF05DB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59632B8-3A3B-4122-1DE9-D2353377D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55029A-3264-B431-0971-1B1EABDD4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E82DD8-A1D0-F35D-2401-776F3312B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20EB54-5F5F-C002-12C3-CFAF04F23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079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5DDB8C-473C-AC23-9E73-AF0A4B2C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803484-6706-41F1-78E5-525ECDD44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F872AE-8C2C-58D7-ADBA-A0065C248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C1C64D-9F8E-A92F-9C11-E0F604CD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3D4790-3B27-EF90-6C8E-E0BC895C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95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76E6FC-8B64-9E5E-702A-B37A4992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7FDB8B-11F4-FCA9-3448-1D9996257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A7B55C-3246-BD6F-CB2F-26298493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4C505F-B3F5-C311-52A1-6CCFA130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4B4188-0504-0A1B-922F-54AC1DEC3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409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C9ECF7-EE04-B37E-4240-4BEBBEB04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E70627-F6C6-75F0-025B-1CCBD2C15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8D7819-9905-3535-7FD3-3629C7401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29CBA0-0A44-752C-F220-5614BA228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021167-1B90-E160-0481-F92636927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5112A9-FCDB-7AFA-964F-CE8620F4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209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63EC7E-0E19-59EE-0BA6-6EBD672D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1A0DEC-83D3-64CB-4B66-6E8E70383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143E10-AE74-B73C-D39C-557013FBE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3485EE2-DC8B-8F3E-4A7D-23CFCE314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C48C6CF-176F-5749-2AFF-045C7A86B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7A372BF-7227-D227-EA9B-C7030370B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3BF408-5DE6-FEBD-36C5-F91B3834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F016EC-D7D6-A3D7-094C-5D18BC5D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060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BD8718-78AF-8257-9928-E24F1D893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811509A-E837-1162-52BE-E2C03E8D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71A052F-F513-0E55-95CB-4C991692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D5807E-497F-DFE0-295E-A1CABE5C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881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C6F5BA-7832-113B-F057-A56A79C9C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30CB24-CB64-6BC6-C00A-9E8D67209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987090-3449-578D-88A8-09B9065A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4202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9D196-DBA9-9B68-EA13-42A104064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3434A4-E0AF-0BC9-D10E-736F0E91E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15309DF-00D9-C9E8-4811-217E8C492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08857E-16EC-F2C3-9CA2-56443744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C23802-7B3B-0DE8-C603-B7FF67B1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5C4B977-6F05-F4A1-9653-4BFC70D8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042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32503C-46A0-1473-1068-7AB28C02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6559D3-F44F-E912-AE83-8661D79261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5D80B4C-6A38-6152-D562-6C96018FD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C78F23-B53A-DF5C-1ABC-BAE2986D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6ACEED-AE5A-9A85-3A08-401970F52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12285FD-7727-8736-3A79-3F3CDC61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729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1A765B-6EB9-40C4-7BB5-EF18F934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044455-0783-2E31-DE0F-A77FD8590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81E2E2-9027-3C36-DBE8-790557BB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A4B1A3-E1E3-8BD7-FE03-0049B04A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2FBDB6-268D-127E-7181-35FF6D1D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736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C5C823B-FB0D-2F0C-FC76-29ABD0F59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AD7E2A-59BB-143D-75F7-2FCE4C279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AF9FD2-28D4-4907-48A8-4DCE85E5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78B0D0-8564-C22F-13F2-4571F13E7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FDB715-91E3-6CD3-EBB4-9479339D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968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EA3991-C1FD-E479-5AF9-FB96ABF6D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ADF08C4-CF29-10C6-D132-484EFE16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FA61F3-C90A-F59F-05AC-780C7FCB3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63772-174A-4B31-B936-57C7AE8A727E}" type="datetimeFigureOut">
              <a:rPr kumimoji="1" lang="ja-JP" altLang="en-US" smtClean="0"/>
              <a:t>2025/11/21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17FB25-BEFC-70F2-486D-8DAEDC4E7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7B8F98-936C-5A87-F93F-100670D4A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3C802-E4B6-47BA-AD4F-0F22382C5E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880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1C3275-3709-0439-DD7A-F3D5F101F19A}"/>
              </a:ext>
            </a:extLst>
          </p:cNvPr>
          <p:cNvSpPr txBox="1"/>
          <p:nvPr/>
        </p:nvSpPr>
        <p:spPr>
          <a:xfrm>
            <a:off x="0" y="1859340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600" b="1" dirty="0">
                <a:solidFill>
                  <a:schemeClr val="bg1"/>
                </a:solidFill>
              </a:rPr>
              <a:t>スライド作成の基本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07EA2D0-8B42-3639-9431-09B86568BCAC}"/>
              </a:ext>
            </a:extLst>
          </p:cNvPr>
          <p:cNvSpPr txBox="1"/>
          <p:nvPr/>
        </p:nvSpPr>
        <p:spPr>
          <a:xfrm>
            <a:off x="0" y="342900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chemeClr val="bg1"/>
                </a:solidFill>
              </a:rPr>
              <a:t>～</a:t>
            </a:r>
            <a:r>
              <a:rPr kumimoji="1" lang="en-US" altLang="ja-JP" sz="6000" b="1" dirty="0">
                <a:solidFill>
                  <a:schemeClr val="bg1"/>
                </a:solidFill>
              </a:rPr>
              <a:t>“</a:t>
            </a:r>
            <a:r>
              <a:rPr kumimoji="1" lang="ja-JP" altLang="en-US" sz="6000" b="1" dirty="0">
                <a:solidFill>
                  <a:schemeClr val="bg1"/>
                </a:solidFill>
              </a:rPr>
              <a:t>観て</a:t>
            </a:r>
            <a:r>
              <a:rPr kumimoji="1" lang="en-US" altLang="ja-JP" sz="6000" b="1" dirty="0">
                <a:solidFill>
                  <a:schemeClr val="bg1"/>
                </a:solidFill>
              </a:rPr>
              <a:t>”</a:t>
            </a:r>
            <a:r>
              <a:rPr kumimoji="1" lang="ja-JP" altLang="en-US" sz="6000" b="1" dirty="0">
                <a:solidFill>
                  <a:schemeClr val="bg1"/>
                </a:solidFill>
              </a:rPr>
              <a:t>もらうには～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09962B5-85C0-CF15-4966-B6DCFE4835D7}"/>
              </a:ext>
            </a:extLst>
          </p:cNvPr>
          <p:cNvSpPr/>
          <p:nvPr/>
        </p:nvSpPr>
        <p:spPr>
          <a:xfrm>
            <a:off x="-3784607" y="2069330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シンプル </a:t>
            </a:r>
            <a:r>
              <a:rPr kumimoji="1" lang="en-US" altLang="ja-JP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is </a:t>
            </a:r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ベスト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CC758D7-2AB3-5583-BC9E-7BE1BB783511}"/>
              </a:ext>
            </a:extLst>
          </p:cNvPr>
          <p:cNvSpPr/>
          <p:nvPr/>
        </p:nvSpPr>
        <p:spPr>
          <a:xfrm>
            <a:off x="-3784607" y="3411552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デザインを統一する</a:t>
            </a:r>
            <a:endParaRPr kumimoji="1" lang="ja-JP" altLang="en-US" sz="2400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BEF3499C-7B73-AB6F-C9BA-EEB63E64E25E}"/>
              </a:ext>
            </a:extLst>
          </p:cNvPr>
          <p:cNvSpPr/>
          <p:nvPr/>
        </p:nvSpPr>
        <p:spPr>
          <a:xfrm>
            <a:off x="-3784607" y="727108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気を付けること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1136E99-0FB6-BF7B-1252-18CC84769B7C}"/>
              </a:ext>
            </a:extLst>
          </p:cNvPr>
          <p:cNvSpPr/>
          <p:nvPr/>
        </p:nvSpPr>
        <p:spPr>
          <a:xfrm>
            <a:off x="-3784607" y="4753774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｢</a:t>
            </a:r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パワポっぽさ</a:t>
            </a:r>
            <a:r>
              <a:rPr kumimoji="1" lang="en-US" altLang="ja-JP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｣</a:t>
            </a:r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をなくす</a:t>
            </a:r>
          </a:p>
        </p:txBody>
      </p:sp>
    </p:spTree>
    <p:extLst>
      <p:ext uri="{BB962C8B-B14F-4D97-AF65-F5344CB8AC3E}">
        <p14:creationId xmlns:p14="http://schemas.microsoft.com/office/powerpoint/2010/main" val="175559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10605-DB48-3F69-434F-7A7257DB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1639F1-B882-D76E-65E6-2F4D76455D8C}"/>
              </a:ext>
            </a:extLst>
          </p:cNvPr>
          <p:cNvSpPr txBox="1"/>
          <p:nvPr/>
        </p:nvSpPr>
        <p:spPr>
          <a:xfrm>
            <a:off x="0" y="-1580548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600" b="1" dirty="0">
                <a:solidFill>
                  <a:schemeClr val="bg1"/>
                </a:solidFill>
              </a:rPr>
              <a:t>スライド作成の基本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1DC65F3-CA40-C124-6668-38CA54027593}"/>
              </a:ext>
            </a:extLst>
          </p:cNvPr>
          <p:cNvSpPr txBox="1"/>
          <p:nvPr/>
        </p:nvSpPr>
        <p:spPr>
          <a:xfrm>
            <a:off x="0" y="6883404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chemeClr val="bg1"/>
                </a:solidFill>
              </a:rPr>
              <a:t>～</a:t>
            </a:r>
            <a:r>
              <a:rPr kumimoji="1" lang="en-US" altLang="ja-JP" sz="6000" b="1" dirty="0">
                <a:solidFill>
                  <a:schemeClr val="bg1"/>
                </a:solidFill>
              </a:rPr>
              <a:t>“</a:t>
            </a:r>
            <a:r>
              <a:rPr kumimoji="1" lang="ja-JP" altLang="en-US" sz="6000" b="1" dirty="0">
                <a:solidFill>
                  <a:schemeClr val="bg1"/>
                </a:solidFill>
              </a:rPr>
              <a:t>観て</a:t>
            </a:r>
            <a:r>
              <a:rPr kumimoji="1" lang="en-US" altLang="ja-JP" sz="6000" b="1" dirty="0">
                <a:solidFill>
                  <a:schemeClr val="bg1"/>
                </a:solidFill>
              </a:rPr>
              <a:t>”</a:t>
            </a:r>
            <a:r>
              <a:rPr kumimoji="1" lang="ja-JP" altLang="en-US" sz="6000" b="1" dirty="0">
                <a:solidFill>
                  <a:schemeClr val="bg1"/>
                </a:solidFill>
              </a:rPr>
              <a:t>もらうには～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356ECA3-1224-3670-D77D-F714079C8077}"/>
              </a:ext>
            </a:extLst>
          </p:cNvPr>
          <p:cNvSpPr/>
          <p:nvPr/>
        </p:nvSpPr>
        <p:spPr>
          <a:xfrm>
            <a:off x="4241800" y="2069330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シンプル </a:t>
            </a:r>
            <a:r>
              <a:rPr kumimoji="1" lang="en-US" altLang="ja-JP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is </a:t>
            </a:r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ベスト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BBF3DBB-F1B4-6AAE-240D-A64E64E31668}"/>
              </a:ext>
            </a:extLst>
          </p:cNvPr>
          <p:cNvSpPr/>
          <p:nvPr/>
        </p:nvSpPr>
        <p:spPr>
          <a:xfrm>
            <a:off x="4241800" y="3411552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デザインを統一する</a:t>
            </a:r>
            <a:endParaRPr kumimoji="1" lang="ja-JP" altLang="en-US" sz="2400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E0D7C16-6B4A-B2F1-1DFE-D259B4955A1E}"/>
              </a:ext>
            </a:extLst>
          </p:cNvPr>
          <p:cNvSpPr/>
          <p:nvPr/>
        </p:nvSpPr>
        <p:spPr>
          <a:xfrm>
            <a:off x="4241800" y="727108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気を付けること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0B4618B0-E313-A478-65E1-A6A0C9150BCC}"/>
              </a:ext>
            </a:extLst>
          </p:cNvPr>
          <p:cNvSpPr/>
          <p:nvPr/>
        </p:nvSpPr>
        <p:spPr>
          <a:xfrm>
            <a:off x="4241800" y="4753774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｢</a:t>
            </a:r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パワポっぽさ</a:t>
            </a:r>
            <a:r>
              <a:rPr kumimoji="1" lang="en-US" altLang="ja-JP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｣</a:t>
            </a:r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をなくす</a:t>
            </a:r>
          </a:p>
        </p:txBody>
      </p:sp>
    </p:spTree>
    <p:extLst>
      <p:ext uri="{BB962C8B-B14F-4D97-AF65-F5344CB8AC3E}">
        <p14:creationId xmlns:p14="http://schemas.microsoft.com/office/powerpoint/2010/main" val="3769423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24FA4-D0BF-9856-3452-29750A428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A276AB-2086-4A29-87AD-D405B276D4A5}"/>
              </a:ext>
            </a:extLst>
          </p:cNvPr>
          <p:cNvSpPr txBox="1"/>
          <p:nvPr/>
        </p:nvSpPr>
        <p:spPr>
          <a:xfrm>
            <a:off x="0" y="-1580548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600" b="1" dirty="0">
                <a:solidFill>
                  <a:schemeClr val="bg1"/>
                </a:solidFill>
              </a:rPr>
              <a:t>スライド作成の基本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CE8E45D-4E74-501D-0255-488EAECE6466}"/>
              </a:ext>
            </a:extLst>
          </p:cNvPr>
          <p:cNvSpPr txBox="1"/>
          <p:nvPr/>
        </p:nvSpPr>
        <p:spPr>
          <a:xfrm>
            <a:off x="0" y="6883404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b="1" dirty="0">
                <a:solidFill>
                  <a:schemeClr val="bg1"/>
                </a:solidFill>
              </a:rPr>
              <a:t>～</a:t>
            </a:r>
            <a:r>
              <a:rPr kumimoji="1" lang="en-US" altLang="ja-JP" sz="6000" b="1" dirty="0">
                <a:solidFill>
                  <a:schemeClr val="bg1"/>
                </a:solidFill>
              </a:rPr>
              <a:t>“</a:t>
            </a:r>
            <a:r>
              <a:rPr kumimoji="1" lang="ja-JP" altLang="en-US" sz="6000" b="1" dirty="0">
                <a:solidFill>
                  <a:schemeClr val="bg1"/>
                </a:solidFill>
              </a:rPr>
              <a:t>観て</a:t>
            </a:r>
            <a:r>
              <a:rPr kumimoji="1" lang="en-US" altLang="ja-JP" sz="6000" b="1" dirty="0">
                <a:solidFill>
                  <a:schemeClr val="bg1"/>
                </a:solidFill>
              </a:rPr>
              <a:t>”</a:t>
            </a:r>
            <a:r>
              <a:rPr kumimoji="1" lang="ja-JP" altLang="en-US" sz="6000" b="1" dirty="0">
                <a:solidFill>
                  <a:schemeClr val="bg1"/>
                </a:solidFill>
              </a:rPr>
              <a:t>もらうには～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EC4719B-7A1F-DDD8-F06D-669800DE288F}"/>
              </a:ext>
            </a:extLst>
          </p:cNvPr>
          <p:cNvSpPr/>
          <p:nvPr/>
        </p:nvSpPr>
        <p:spPr>
          <a:xfrm>
            <a:off x="4241800" y="2404218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シンプル </a:t>
            </a:r>
            <a:r>
              <a:rPr kumimoji="1" lang="en-US" altLang="ja-JP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is </a:t>
            </a:r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ベスト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CB1F4CD-6104-17AE-7974-6F8EE6A4013E}"/>
              </a:ext>
            </a:extLst>
          </p:cNvPr>
          <p:cNvSpPr/>
          <p:nvPr/>
        </p:nvSpPr>
        <p:spPr>
          <a:xfrm>
            <a:off x="4241800" y="3746440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デザインを統一する</a:t>
            </a:r>
            <a:endParaRPr kumimoji="1" lang="ja-JP" altLang="en-US" sz="2400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5689587-6624-46B4-8C62-61FF7FB41F96}"/>
              </a:ext>
            </a:extLst>
          </p:cNvPr>
          <p:cNvSpPr/>
          <p:nvPr/>
        </p:nvSpPr>
        <p:spPr>
          <a:xfrm>
            <a:off x="3019054" y="392220"/>
            <a:ext cx="6153892" cy="1685440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気を付けること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2FC7C69-CE43-97E5-5FDE-A50DF31C869E}"/>
              </a:ext>
            </a:extLst>
          </p:cNvPr>
          <p:cNvSpPr/>
          <p:nvPr/>
        </p:nvSpPr>
        <p:spPr>
          <a:xfrm>
            <a:off x="4241800" y="5088662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｢</a:t>
            </a:r>
            <a:r>
              <a:rPr kumimoji="1" lang="ja-JP" altLang="en-US" sz="240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パワポっぽさ</a:t>
            </a:r>
            <a:r>
              <a:rPr kumimoji="1" lang="en-US" altLang="ja-JP" sz="240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｣</a:t>
            </a:r>
            <a:r>
              <a:rPr kumimoji="1" lang="ja-JP" altLang="en-US" sz="240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をなくす</a:t>
            </a:r>
            <a:endParaRPr kumimoji="1" lang="ja-JP" altLang="en-US" sz="2400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11156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E02B9-0F63-2BE5-9458-87DCB2B9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51942ABD-0A5B-936D-DBF0-C941DDEABEF9}"/>
              </a:ext>
            </a:extLst>
          </p:cNvPr>
          <p:cNvSpPr/>
          <p:nvPr/>
        </p:nvSpPr>
        <p:spPr>
          <a:xfrm>
            <a:off x="4241800" y="6912718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シンプル </a:t>
            </a:r>
            <a:r>
              <a:rPr kumimoji="1" lang="en-US" altLang="ja-JP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is </a:t>
            </a:r>
            <a:r>
              <a:rPr kumimoji="1"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ベスト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89ABF3B-34F4-D5CE-02B5-88FB5CA59267}"/>
              </a:ext>
            </a:extLst>
          </p:cNvPr>
          <p:cNvSpPr/>
          <p:nvPr/>
        </p:nvSpPr>
        <p:spPr>
          <a:xfrm>
            <a:off x="4241800" y="8254940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デザインを統一する</a:t>
            </a:r>
            <a:endParaRPr kumimoji="1" lang="ja-JP" altLang="en-US" sz="2400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A5CB75A-CC88-3A17-0C98-53D1E979E874}"/>
              </a:ext>
            </a:extLst>
          </p:cNvPr>
          <p:cNvSpPr/>
          <p:nvPr/>
        </p:nvSpPr>
        <p:spPr>
          <a:xfrm>
            <a:off x="-58056" y="-83459"/>
            <a:ext cx="1828717" cy="493151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気を付けること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9EFC54E-3A89-0D09-C99B-298185C90203}"/>
              </a:ext>
            </a:extLst>
          </p:cNvPr>
          <p:cNvSpPr/>
          <p:nvPr/>
        </p:nvSpPr>
        <p:spPr>
          <a:xfrm>
            <a:off x="4241800" y="9597162"/>
            <a:ext cx="3708400" cy="1015664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｢</a:t>
            </a:r>
            <a:r>
              <a:rPr kumimoji="1" lang="ja-JP" altLang="en-US" sz="240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パワポっぽさ</a:t>
            </a:r>
            <a:r>
              <a:rPr kumimoji="1" lang="en-US" altLang="ja-JP" sz="240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｣</a:t>
            </a:r>
            <a:r>
              <a:rPr kumimoji="1" lang="ja-JP" altLang="en-US" sz="240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をなくす</a:t>
            </a:r>
            <a:endParaRPr kumimoji="1" lang="ja-JP" altLang="en-US" sz="2400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9D4B7D3-3E18-C765-0555-0329FFC3AE58}"/>
              </a:ext>
            </a:extLst>
          </p:cNvPr>
          <p:cNvSpPr txBox="1"/>
          <p:nvPr/>
        </p:nvSpPr>
        <p:spPr>
          <a:xfrm>
            <a:off x="-3866254" y="325106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・聞こえないと意味がない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0445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F01C6-119D-1B56-5A7E-CD54D94E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5D225AD-532D-83E7-8B56-F16D0AD970B7}"/>
              </a:ext>
            </a:extLst>
          </p:cNvPr>
          <p:cNvSpPr/>
          <p:nvPr/>
        </p:nvSpPr>
        <p:spPr>
          <a:xfrm>
            <a:off x="-58056" y="-83459"/>
            <a:ext cx="1828717" cy="493151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気を付けること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CAB9E0-CA10-4300-6C75-B46982D9C0FD}"/>
              </a:ext>
            </a:extLst>
          </p:cNvPr>
          <p:cNvSpPr txBox="1"/>
          <p:nvPr/>
        </p:nvSpPr>
        <p:spPr>
          <a:xfrm>
            <a:off x="992077" y="324743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・聞こえないと意味がない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8D9F1B-318A-0D46-55AE-C43274E2CF06}"/>
              </a:ext>
            </a:extLst>
          </p:cNvPr>
          <p:cNvSpPr txBox="1"/>
          <p:nvPr/>
        </p:nvSpPr>
        <p:spPr>
          <a:xfrm>
            <a:off x="-3861863" y="3236658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・抑揚をつける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63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EBDAA-2AB0-786E-2FE1-0F7618794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5A358C9-3642-775B-6CB1-9F3B43A6FB24}"/>
              </a:ext>
            </a:extLst>
          </p:cNvPr>
          <p:cNvSpPr/>
          <p:nvPr/>
        </p:nvSpPr>
        <p:spPr>
          <a:xfrm>
            <a:off x="-58056" y="-83459"/>
            <a:ext cx="1828717" cy="493151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気を付けること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7DD366-3F0F-FCDA-3E3E-1FBB1E7A12FB}"/>
              </a:ext>
            </a:extLst>
          </p:cNvPr>
          <p:cNvSpPr txBox="1"/>
          <p:nvPr/>
        </p:nvSpPr>
        <p:spPr>
          <a:xfrm>
            <a:off x="992077" y="277499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・聞こえないと意味がない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8B2E9CD-630B-3BAF-541F-C6C2E40DAC66}"/>
              </a:ext>
            </a:extLst>
          </p:cNvPr>
          <p:cNvSpPr txBox="1"/>
          <p:nvPr/>
        </p:nvSpPr>
        <p:spPr>
          <a:xfrm>
            <a:off x="992077" y="3236658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・抑揚をつける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69A20EA-FE2F-8043-9D54-65979E0D4885}"/>
              </a:ext>
            </a:extLst>
          </p:cNvPr>
          <p:cNvSpPr txBox="1"/>
          <p:nvPr/>
        </p:nvSpPr>
        <p:spPr>
          <a:xfrm>
            <a:off x="-3861863" y="324112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・知らない前提で伝える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392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7EBF7-E63C-4734-BD62-F0CE07618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F487B5E4-AB9B-1BCC-A06D-183277C91CAE}"/>
              </a:ext>
            </a:extLst>
          </p:cNvPr>
          <p:cNvSpPr/>
          <p:nvPr/>
        </p:nvSpPr>
        <p:spPr>
          <a:xfrm>
            <a:off x="-58056" y="-83459"/>
            <a:ext cx="1828717" cy="493151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気を付けること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14CDEB-7294-8C3B-3DF8-043C7B8624AD}"/>
              </a:ext>
            </a:extLst>
          </p:cNvPr>
          <p:cNvSpPr txBox="1"/>
          <p:nvPr/>
        </p:nvSpPr>
        <p:spPr>
          <a:xfrm>
            <a:off x="992077" y="231570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・聞こえないと意味がない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90FEFBA-F1B8-E78F-71D8-D37E00D486DB}"/>
              </a:ext>
            </a:extLst>
          </p:cNvPr>
          <p:cNvSpPr txBox="1"/>
          <p:nvPr/>
        </p:nvSpPr>
        <p:spPr>
          <a:xfrm>
            <a:off x="992077" y="2777368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・抑揚をつける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812AD59-72BE-74C4-A910-521FB64F729B}"/>
              </a:ext>
            </a:extLst>
          </p:cNvPr>
          <p:cNvSpPr txBox="1"/>
          <p:nvPr/>
        </p:nvSpPr>
        <p:spPr>
          <a:xfrm>
            <a:off x="992077" y="323903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・知らない前提で伝える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305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273C2-1AEF-1AB0-2ED0-742042AE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09709F6-76D4-DA7C-5C67-466964A24E44}"/>
              </a:ext>
            </a:extLst>
          </p:cNvPr>
          <p:cNvSpPr/>
          <p:nvPr/>
        </p:nvSpPr>
        <p:spPr>
          <a:xfrm>
            <a:off x="-58056" y="-83459"/>
            <a:ext cx="1828717" cy="493151"/>
          </a:xfrm>
          <a:prstGeom prst="roundRect">
            <a:avLst>
              <a:gd name="adj" fmla="val 7693"/>
            </a:avLst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kumimoji="1" lang="ja-JP" altLang="en-US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気を付けること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EE2AE4B-38FD-B707-CF77-9333E16434F1}"/>
              </a:ext>
            </a:extLst>
          </p:cNvPr>
          <p:cNvSpPr txBox="1"/>
          <p:nvPr/>
        </p:nvSpPr>
        <p:spPr>
          <a:xfrm>
            <a:off x="992076" y="3193558"/>
            <a:ext cx="38556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・立ち振る舞いに気を付ける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64F254-160A-76B7-8B94-F277777D08BF}"/>
              </a:ext>
            </a:extLst>
          </p:cNvPr>
          <p:cNvSpPr txBox="1"/>
          <p:nvPr/>
        </p:nvSpPr>
        <p:spPr>
          <a:xfrm>
            <a:off x="992077" y="88523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・聞こえないと意味がない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21F1C9-56D1-97EC-3B36-FFCA5BD8142D}"/>
              </a:ext>
            </a:extLst>
          </p:cNvPr>
          <p:cNvSpPr txBox="1"/>
          <p:nvPr/>
        </p:nvSpPr>
        <p:spPr>
          <a:xfrm>
            <a:off x="992077" y="1346898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・抑揚をつける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BF49BB8-BDCB-4D6D-C959-BBF805AB8B7D}"/>
              </a:ext>
            </a:extLst>
          </p:cNvPr>
          <p:cNvSpPr txBox="1"/>
          <p:nvPr/>
        </p:nvSpPr>
        <p:spPr>
          <a:xfrm>
            <a:off x="992077" y="180856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・知らない前提で伝える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A7842E3-7346-2CFB-F527-AE5875F03C7A}"/>
              </a:ext>
            </a:extLst>
          </p:cNvPr>
          <p:cNvSpPr txBox="1"/>
          <p:nvPr/>
        </p:nvSpPr>
        <p:spPr>
          <a:xfrm>
            <a:off x="992077" y="2270228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solidFill>
                  <a:schemeClr val="bg1"/>
                </a:solidFill>
              </a:rPr>
              <a:t>・理解してもらう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E9C5EBC-8439-6F32-D4EA-4B4B1F0A4DCA}"/>
              </a:ext>
            </a:extLst>
          </p:cNvPr>
          <p:cNvSpPr txBox="1"/>
          <p:nvPr/>
        </p:nvSpPr>
        <p:spPr>
          <a:xfrm>
            <a:off x="992077" y="2731893"/>
            <a:ext cx="38556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・文字量を減らす</a:t>
            </a:r>
            <a:endParaRPr kumimoji="1" lang="en-US" altLang="ja-JP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8762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191</Words>
  <Application>Microsoft Office PowerPoint</Application>
  <PresentationFormat>ワイド画面</PresentationFormat>
  <Paragraphs>41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ＭＳ ゴシック</vt:lpstr>
      <vt:lpstr>Arial</vt:lpstr>
      <vt:lpstr>Arial Black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</cp:revision>
  <dcterms:created xsi:type="dcterms:W3CDTF">2025-11-21T04:37:34Z</dcterms:created>
  <dcterms:modified xsi:type="dcterms:W3CDTF">2025-11-21T05:19:13Z</dcterms:modified>
</cp:coreProperties>
</file>