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9"/>
  </p:notesMasterIdLst>
  <p:sldIdLst>
    <p:sldId id="278" r:id="rId2"/>
    <p:sldId id="280" r:id="rId3"/>
    <p:sldId id="281" r:id="rId4"/>
    <p:sldId id="282" r:id="rId5"/>
    <p:sldId id="283" r:id="rId6"/>
    <p:sldId id="284" r:id="rId7"/>
    <p:sldId id="28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3"/>
    <a:srgbClr val="000000"/>
    <a:srgbClr val="D5D4CF"/>
    <a:srgbClr val="9D9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00B69-31AF-45EC-91B9-1CE008607E24}" v="12" dt="2024-11-27T00:33:14.984"/>
    <p1510:client id="{F3714CDE-3C84-47B7-901B-5CCA5F4C8264}" v="90" dt="2024-11-26T14:50:18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9" autoAdjust="0"/>
    <p:restoredTop sz="85409" autoAdjust="0"/>
  </p:normalViewPr>
  <p:slideViewPr>
    <p:cSldViewPr snapToGrid="0">
      <p:cViewPr>
        <p:scale>
          <a:sx n="47" d="100"/>
          <a:sy n="47" d="100"/>
        </p:scale>
        <p:origin x="1212" y="2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4" d="100"/>
          <a:sy n="54" d="100"/>
        </p:scale>
        <p:origin x="2562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木村　湊" userId="18030a92-e387-4fb8-9fb3-56230bee2947" providerId="ADAL" clId="{0E500B69-31AF-45EC-91B9-1CE008607E24}"/>
    <pc:docChg chg="undo custSel addSld delSld modSld modMainMaster">
      <pc:chgData name="木村　湊" userId="18030a92-e387-4fb8-9fb3-56230bee2947" providerId="ADAL" clId="{0E500B69-31AF-45EC-91B9-1CE008607E24}" dt="2024-11-27T00:33:26.705" v="90" actId="1076"/>
      <pc:docMkLst>
        <pc:docMk/>
      </pc:docMkLst>
      <pc:sldChg chg="modSp mod modTransition setBg">
        <pc:chgData name="木村　湊" userId="18030a92-e387-4fb8-9fb3-56230bee2947" providerId="ADAL" clId="{0E500B69-31AF-45EC-91B9-1CE008607E24}" dt="2024-11-27T00:33:26.705" v="90" actId="1076"/>
        <pc:sldMkLst>
          <pc:docMk/>
          <pc:sldMk cId="4167884232" sldId="278"/>
        </pc:sldMkLst>
        <pc:spChg chg="ord">
          <ac:chgData name="木村　湊" userId="18030a92-e387-4fb8-9fb3-56230bee2947" providerId="ADAL" clId="{0E500B69-31AF-45EC-91B9-1CE008607E24}" dt="2024-11-27T00:32:06.721" v="85" actId="166"/>
          <ac:spMkLst>
            <pc:docMk/>
            <pc:sldMk cId="4167884232" sldId="278"/>
            <ac:spMk id="4" creationId="{FB6DD42D-6C02-2E41-8420-6C67D760F8C1}"/>
          </ac:spMkLst>
        </pc:spChg>
        <pc:spChg chg="mod">
          <ac:chgData name="木村　湊" userId="18030a92-e387-4fb8-9fb3-56230bee2947" providerId="ADAL" clId="{0E500B69-31AF-45EC-91B9-1CE008607E24}" dt="2024-11-27T00:29:59.767" v="52" actId="14100"/>
          <ac:spMkLst>
            <pc:docMk/>
            <pc:sldMk cId="4167884232" sldId="278"/>
            <ac:spMk id="11" creationId="{7D60AB11-4560-E6A8-7EE8-2CD0182CF459}"/>
          </ac:spMkLst>
        </pc:spChg>
        <pc:picChg chg="mod">
          <ac:chgData name="木村　湊" userId="18030a92-e387-4fb8-9fb3-56230bee2947" providerId="ADAL" clId="{0E500B69-31AF-45EC-91B9-1CE008607E24}" dt="2024-11-27T00:33:26.705" v="90" actId="1076"/>
          <ac:picMkLst>
            <pc:docMk/>
            <pc:sldMk cId="4167884232" sldId="278"/>
            <ac:picMk id="9" creationId="{D197B991-4358-3B23-E508-84B255794CAD}"/>
          </ac:picMkLst>
        </pc:picChg>
      </pc:sldChg>
      <pc:sldChg chg="modSp mod">
        <pc:chgData name="木村　湊" userId="18030a92-e387-4fb8-9fb3-56230bee2947" providerId="ADAL" clId="{0E500B69-31AF-45EC-91B9-1CE008607E24}" dt="2024-11-27T00:30:27.322" v="62" actId="14100"/>
        <pc:sldMkLst>
          <pc:docMk/>
          <pc:sldMk cId="401718919" sldId="280"/>
        </pc:sldMkLst>
        <pc:spChg chg="mod">
          <ac:chgData name="木村　湊" userId="18030a92-e387-4fb8-9fb3-56230bee2947" providerId="ADAL" clId="{0E500B69-31AF-45EC-91B9-1CE008607E24}" dt="2024-11-27T00:30:27.322" v="62" actId="14100"/>
          <ac:spMkLst>
            <pc:docMk/>
            <pc:sldMk cId="401718919" sldId="280"/>
            <ac:spMk id="21" creationId="{DD131DAD-0F19-50AF-832A-5EDF9F0928AD}"/>
          </ac:spMkLst>
        </pc:spChg>
      </pc:sldChg>
      <pc:sldChg chg="modSp mod">
        <pc:chgData name="木村　湊" userId="18030a92-e387-4fb8-9fb3-56230bee2947" providerId="ADAL" clId="{0E500B69-31AF-45EC-91B9-1CE008607E24}" dt="2024-11-27T00:30:38.115" v="72" actId="14100"/>
        <pc:sldMkLst>
          <pc:docMk/>
          <pc:sldMk cId="534459192" sldId="281"/>
        </pc:sldMkLst>
        <pc:spChg chg="mod">
          <ac:chgData name="木村　湊" userId="18030a92-e387-4fb8-9fb3-56230bee2947" providerId="ADAL" clId="{0E500B69-31AF-45EC-91B9-1CE008607E24}" dt="2024-11-27T00:30:38.115" v="72" actId="14100"/>
          <ac:spMkLst>
            <pc:docMk/>
            <pc:sldMk cId="534459192" sldId="281"/>
            <ac:spMk id="19" creationId="{F957D670-8C55-8FD4-9A69-CF8467045C35}"/>
          </ac:spMkLst>
        </pc:spChg>
      </pc:sldChg>
      <pc:sldChg chg="modSp mod modNotesTx">
        <pc:chgData name="木村　湊" userId="18030a92-e387-4fb8-9fb3-56230bee2947" providerId="ADAL" clId="{0E500B69-31AF-45EC-91B9-1CE008607E24}" dt="2024-11-27T00:30:50.017" v="82" actId="14100"/>
        <pc:sldMkLst>
          <pc:docMk/>
          <pc:sldMk cId="3925055900" sldId="282"/>
        </pc:sldMkLst>
        <pc:spChg chg="mod">
          <ac:chgData name="木村　湊" userId="18030a92-e387-4fb8-9fb3-56230bee2947" providerId="ADAL" clId="{0E500B69-31AF-45EC-91B9-1CE008607E24}" dt="2024-11-27T00:30:50.017" v="82" actId="14100"/>
          <ac:spMkLst>
            <pc:docMk/>
            <pc:sldMk cId="3925055900" sldId="282"/>
            <ac:spMk id="15" creationId="{001191B7-4662-448A-8A47-29246F3D5D6A}"/>
          </ac:spMkLst>
        </pc:spChg>
      </pc:sldChg>
      <pc:sldChg chg="modSp mod modNotesTx">
        <pc:chgData name="木村　湊" userId="18030a92-e387-4fb8-9fb3-56230bee2947" providerId="ADAL" clId="{0E500B69-31AF-45EC-91B9-1CE008607E24}" dt="2024-11-27T00:26:01.951" v="37" actId="20577"/>
        <pc:sldMkLst>
          <pc:docMk/>
          <pc:sldMk cId="1440082545" sldId="284"/>
        </pc:sldMkLst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5" creationId="{81C033AF-527B-9F56-0FF9-39C75C66C23C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6" creationId="{972D9D55-44EA-BF20-35D2-FBB6DEB7FD33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7" creationId="{28CFE4AA-7B03-CB97-6C3F-85FD16996631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8" creationId="{DFF2B4CB-7516-7002-686F-441565913E5F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9" creationId="{549FEECA-9524-9312-CB6D-67DC64C3EB5A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10" creationId="{CED48EA7-7E23-6408-6BAD-62DBD5EA9A57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11" creationId="{874AAC6D-28BA-0BBB-400B-F1C3921BECE5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13" creationId="{73BB5502-5701-6B79-88F1-246D49BEF394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14" creationId="{3C79D66F-4D46-E34A-A649-38CA21573831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15" creationId="{8020AD27-7902-CE54-8159-1DC2A2C08C7A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16" creationId="{23CB8A8E-A2D3-B988-70DF-7D42074A0A02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17" creationId="{C2C28A64-0983-62FE-F01D-75F3D7944333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18" creationId="{5C4033F9-A04C-D43E-D562-A4D577E07757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19" creationId="{A436AAE7-F007-886B-7197-6C5D389F8458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20" creationId="{3B9CFB5B-9E1A-385E-F72D-E81694BD56D7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21" creationId="{0C42C20E-B206-2D8C-32CC-0BA23D864B56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22" creationId="{EB5271AF-83F1-7531-5F63-621C7AE4FDB1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23" creationId="{D1F1C39F-7E7C-95EB-BC3F-83394D574D46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24" creationId="{D8C0F291-7C7F-EE2A-C2F0-78995709805A}"/>
          </ac:spMkLst>
        </pc:spChg>
        <pc:spChg chg="mod">
          <ac:chgData name="木村　湊" userId="18030a92-e387-4fb8-9fb3-56230bee2947" providerId="ADAL" clId="{0E500B69-31AF-45EC-91B9-1CE008607E24}" dt="2024-11-27T00:22:43.346" v="22" actId="1037"/>
          <ac:spMkLst>
            <pc:docMk/>
            <pc:sldMk cId="1440082545" sldId="284"/>
            <ac:spMk id="25" creationId="{6F4D2C75-8E13-8091-DC8C-B425819276AF}"/>
          </ac:spMkLst>
        </pc:spChg>
      </pc:sldChg>
      <pc:sldChg chg="new del">
        <pc:chgData name="木村　湊" userId="18030a92-e387-4fb8-9fb3-56230bee2947" providerId="ADAL" clId="{0E500B69-31AF-45EC-91B9-1CE008607E24}" dt="2024-11-27T00:32:33.514" v="87" actId="680"/>
        <pc:sldMkLst>
          <pc:docMk/>
          <pc:sldMk cId="685983287" sldId="286"/>
        </pc:sldMkLst>
      </pc:sldChg>
      <pc:sldMasterChg chg="modSp modSldLayout">
        <pc:chgData name="木村　湊" userId="18030a92-e387-4fb8-9fb3-56230bee2947" providerId="ADAL" clId="{0E500B69-31AF-45EC-91B9-1CE008607E24}" dt="2024-11-27T00:23:50.673" v="32" actId="735"/>
        <pc:sldMasterMkLst>
          <pc:docMk/>
          <pc:sldMasterMk cId="1619835411" sldId="2147483744"/>
        </pc:sldMasterMkLst>
        <pc:sldLayoutChg chg="modSp">
          <pc:chgData name="木村　湊" userId="18030a92-e387-4fb8-9fb3-56230bee2947" providerId="ADAL" clId="{0E500B69-31AF-45EC-91B9-1CE008607E24}" dt="2024-11-27T00:23:49.299" v="31" actId="735"/>
          <pc:sldLayoutMkLst>
            <pc:docMk/>
            <pc:sldMasterMk cId="1619835411" sldId="2147483744"/>
            <pc:sldLayoutMk cId="4263954804" sldId="2147483745"/>
          </pc:sldLayoutMkLst>
        </pc:sldLayoutChg>
        <pc:sldLayoutChg chg="modSp">
          <pc:chgData name="木村　湊" userId="18030a92-e387-4fb8-9fb3-56230bee2947" providerId="ADAL" clId="{0E500B69-31AF-45EC-91B9-1CE008607E24}" dt="2024-11-27T00:23:24.412" v="23" actId="735"/>
          <pc:sldLayoutMkLst>
            <pc:docMk/>
            <pc:sldMasterMk cId="1619835411" sldId="2147483744"/>
            <pc:sldLayoutMk cId="2593719285" sldId="2147483746"/>
          </pc:sldLayoutMkLst>
        </pc:sldLayoutChg>
        <pc:sldLayoutChg chg="modSp">
          <pc:chgData name="木村　湊" userId="18030a92-e387-4fb8-9fb3-56230bee2947" providerId="ADAL" clId="{0E500B69-31AF-45EC-91B9-1CE008607E24}" dt="2024-11-27T00:23:27.049" v="24" actId="735"/>
          <pc:sldLayoutMkLst>
            <pc:docMk/>
            <pc:sldMasterMk cId="1619835411" sldId="2147483744"/>
            <pc:sldLayoutMk cId="2534848378" sldId="2147483747"/>
          </pc:sldLayoutMkLst>
        </pc:sldLayoutChg>
        <pc:sldLayoutChg chg="modSp">
          <pc:chgData name="木村　湊" userId="18030a92-e387-4fb8-9fb3-56230bee2947" providerId="ADAL" clId="{0E500B69-31AF-45EC-91B9-1CE008607E24}" dt="2024-11-27T00:23:28.621" v="25" actId="735"/>
          <pc:sldLayoutMkLst>
            <pc:docMk/>
            <pc:sldMasterMk cId="1619835411" sldId="2147483744"/>
            <pc:sldLayoutMk cId="1553686983" sldId="2147483748"/>
          </pc:sldLayoutMkLst>
        </pc:sldLayoutChg>
        <pc:sldLayoutChg chg="modSp">
          <pc:chgData name="木村　湊" userId="18030a92-e387-4fb8-9fb3-56230bee2947" providerId="ADAL" clId="{0E500B69-31AF-45EC-91B9-1CE008607E24}" dt="2024-11-27T00:23:30.210" v="26" actId="735"/>
          <pc:sldLayoutMkLst>
            <pc:docMk/>
            <pc:sldMasterMk cId="1619835411" sldId="2147483744"/>
            <pc:sldLayoutMk cId="1782038534" sldId="2147483749"/>
          </pc:sldLayoutMkLst>
        </pc:sldLayoutChg>
        <pc:sldLayoutChg chg="modSp">
          <pc:chgData name="木村　湊" userId="18030a92-e387-4fb8-9fb3-56230bee2947" providerId="ADAL" clId="{0E500B69-31AF-45EC-91B9-1CE008607E24}" dt="2024-11-27T00:23:32.092" v="27" actId="735"/>
          <pc:sldLayoutMkLst>
            <pc:docMk/>
            <pc:sldMasterMk cId="1619835411" sldId="2147483744"/>
            <pc:sldLayoutMk cId="4124617205" sldId="2147483750"/>
          </pc:sldLayoutMkLst>
        </pc:sldLayoutChg>
        <pc:sldLayoutChg chg="modSp">
          <pc:chgData name="木村　湊" userId="18030a92-e387-4fb8-9fb3-56230bee2947" providerId="ADAL" clId="{0E500B69-31AF-45EC-91B9-1CE008607E24}" dt="2024-11-27T00:23:33.202" v="28" actId="735"/>
          <pc:sldLayoutMkLst>
            <pc:docMk/>
            <pc:sldMasterMk cId="1619835411" sldId="2147483744"/>
            <pc:sldLayoutMk cId="4179627294" sldId="2147483751"/>
          </pc:sldLayoutMkLst>
        </pc:sldLayoutChg>
        <pc:sldLayoutChg chg="modSp">
          <pc:chgData name="木村　湊" userId="18030a92-e387-4fb8-9fb3-56230bee2947" providerId="ADAL" clId="{0E500B69-31AF-45EC-91B9-1CE008607E24}" dt="2024-11-27T00:23:35.377" v="29" actId="735"/>
          <pc:sldLayoutMkLst>
            <pc:docMk/>
            <pc:sldMasterMk cId="1619835411" sldId="2147483744"/>
            <pc:sldLayoutMk cId="838633308" sldId="2147483754"/>
          </pc:sldLayoutMkLst>
        </pc:sldLayoutChg>
        <pc:sldLayoutChg chg="modSp">
          <pc:chgData name="木村　湊" userId="18030a92-e387-4fb8-9fb3-56230bee2947" providerId="ADAL" clId="{0E500B69-31AF-45EC-91B9-1CE008607E24}" dt="2024-11-27T00:23:39.706" v="30" actId="735"/>
          <pc:sldLayoutMkLst>
            <pc:docMk/>
            <pc:sldMasterMk cId="1619835411" sldId="2147483744"/>
            <pc:sldLayoutMk cId="1945924748" sldId="2147483755"/>
          </pc:sldLayoutMkLst>
        </pc:sldLayoutChg>
      </pc:sldMasterChg>
    </pc:docChg>
  </pc:docChgLst>
  <pc:docChgLst>
    <pc:chgData name="木村　湊" userId="18030a92-e387-4fb8-9fb3-56230bee2947" providerId="ADAL" clId="{F3714CDE-3C84-47B7-901B-5CCA5F4C8264}"/>
    <pc:docChg chg="undo redo custSel addSld modSld">
      <pc:chgData name="木村　湊" userId="18030a92-e387-4fb8-9fb3-56230bee2947" providerId="ADAL" clId="{F3714CDE-3C84-47B7-901B-5CCA5F4C8264}" dt="2024-11-26T14:50:18.876" v="2080"/>
      <pc:docMkLst>
        <pc:docMk/>
      </pc:docMkLst>
      <pc:sldChg chg="addSp delSp modSp mod modNotesTx">
        <pc:chgData name="木村　湊" userId="18030a92-e387-4fb8-9fb3-56230bee2947" providerId="ADAL" clId="{F3714CDE-3C84-47B7-901B-5CCA5F4C8264}" dt="2024-11-26T14:20:25.890" v="1750" actId="1076"/>
        <pc:sldMkLst>
          <pc:docMk/>
          <pc:sldMk cId="4167884232" sldId="278"/>
        </pc:sldMkLst>
        <pc:spChg chg="mod">
          <ac:chgData name="木村　湊" userId="18030a92-e387-4fb8-9fb3-56230bee2947" providerId="ADAL" clId="{F3714CDE-3C84-47B7-901B-5CCA5F4C8264}" dt="2024-11-26T13:14:38.908" v="133" actId="21"/>
          <ac:spMkLst>
            <pc:docMk/>
            <pc:sldMk cId="4167884232" sldId="278"/>
            <ac:spMk id="3" creationId="{C19C62F6-D395-7FE8-36C1-E4B1CFD1BB50}"/>
          </ac:spMkLst>
        </pc:spChg>
        <pc:spChg chg="mod">
          <ac:chgData name="木村　湊" userId="18030a92-e387-4fb8-9fb3-56230bee2947" providerId="ADAL" clId="{F3714CDE-3C84-47B7-901B-5CCA5F4C8264}" dt="2024-11-26T14:20:25.890" v="1750" actId="1076"/>
          <ac:spMkLst>
            <pc:docMk/>
            <pc:sldMk cId="4167884232" sldId="278"/>
            <ac:spMk id="4" creationId="{FB6DD42D-6C02-2E41-8420-6C67D760F8C1}"/>
          </ac:spMkLst>
        </pc:spChg>
        <pc:spChg chg="del mod">
          <ac:chgData name="木村　湊" userId="18030a92-e387-4fb8-9fb3-56230bee2947" providerId="ADAL" clId="{F3714CDE-3C84-47B7-901B-5CCA5F4C8264}" dt="2024-11-26T13:31:52.923" v="384" actId="478"/>
          <ac:spMkLst>
            <pc:docMk/>
            <pc:sldMk cId="4167884232" sldId="278"/>
            <ac:spMk id="6" creationId="{F5892F4D-0A60-47F6-CD41-BBAD4BE3B8C6}"/>
          </ac:spMkLst>
        </pc:spChg>
        <pc:spChg chg="mod">
          <ac:chgData name="木村　湊" userId="18030a92-e387-4fb8-9fb3-56230bee2947" providerId="ADAL" clId="{F3714CDE-3C84-47B7-901B-5CCA5F4C8264}" dt="2024-11-26T14:18:33.271" v="1732" actId="403"/>
          <ac:spMkLst>
            <pc:docMk/>
            <pc:sldMk cId="4167884232" sldId="278"/>
            <ac:spMk id="10" creationId="{E40B7699-83CC-8420-2E75-A07D64577FB4}"/>
          </ac:spMkLst>
        </pc:spChg>
        <pc:spChg chg="add mod">
          <ac:chgData name="木村　湊" userId="18030a92-e387-4fb8-9fb3-56230bee2947" providerId="ADAL" clId="{F3714CDE-3C84-47B7-901B-5CCA5F4C8264}" dt="2024-11-26T13:28:17.178" v="346" actId="20577"/>
          <ac:spMkLst>
            <pc:docMk/>
            <pc:sldMk cId="4167884232" sldId="278"/>
            <ac:spMk id="11" creationId="{7D60AB11-4560-E6A8-7EE8-2CD0182CF459}"/>
          </ac:spMkLst>
        </pc:spChg>
        <pc:spChg chg="add mod">
          <ac:chgData name="木村　湊" userId="18030a92-e387-4fb8-9fb3-56230bee2947" providerId="ADAL" clId="{F3714CDE-3C84-47B7-901B-5CCA5F4C8264}" dt="2024-11-26T13:33:20.754" v="409" actId="1076"/>
          <ac:spMkLst>
            <pc:docMk/>
            <pc:sldMk cId="4167884232" sldId="278"/>
            <ac:spMk id="12" creationId="{92D4674F-ED63-5BE1-3DC8-63A10AA79C71}"/>
          </ac:spMkLst>
        </pc:spChg>
        <pc:picChg chg="mod">
          <ac:chgData name="木村　湊" userId="18030a92-e387-4fb8-9fb3-56230bee2947" providerId="ADAL" clId="{F3714CDE-3C84-47B7-901B-5CCA5F4C8264}" dt="2024-11-26T14:18:56.988" v="1744" actId="1076"/>
          <ac:picMkLst>
            <pc:docMk/>
            <pc:sldMk cId="4167884232" sldId="278"/>
            <ac:picMk id="9" creationId="{D197B991-4358-3B23-E508-84B255794CAD}"/>
          </ac:picMkLst>
        </pc:picChg>
      </pc:sldChg>
      <pc:sldChg chg="addSp delSp modSp mod modNotesTx">
        <pc:chgData name="木村　湊" userId="18030a92-e387-4fb8-9fb3-56230bee2947" providerId="ADAL" clId="{F3714CDE-3C84-47B7-901B-5CCA5F4C8264}" dt="2024-11-26T13:40:49.422" v="638" actId="20577"/>
        <pc:sldMkLst>
          <pc:docMk/>
          <pc:sldMk cId="401718919" sldId="280"/>
        </pc:sldMkLst>
        <pc:spChg chg="add mod topLvl">
          <ac:chgData name="木村　湊" userId="18030a92-e387-4fb8-9fb3-56230bee2947" providerId="ADAL" clId="{F3714CDE-3C84-47B7-901B-5CCA5F4C8264}" dt="2024-11-26T13:34:35.146" v="425" actId="1076"/>
          <ac:spMkLst>
            <pc:docMk/>
            <pc:sldMk cId="401718919" sldId="280"/>
            <ac:spMk id="11" creationId="{383E965A-C7C0-EABB-B94B-A3E3D42CC738}"/>
          </ac:spMkLst>
        </pc:spChg>
        <pc:spChg chg="add del mod topLvl">
          <ac:chgData name="木村　湊" userId="18030a92-e387-4fb8-9fb3-56230bee2947" providerId="ADAL" clId="{F3714CDE-3C84-47B7-901B-5CCA5F4C8264}" dt="2024-11-26T13:29:36.089" v="367" actId="478"/>
          <ac:spMkLst>
            <pc:docMk/>
            <pc:sldMk cId="401718919" sldId="280"/>
            <ac:spMk id="12" creationId="{3BF74776-8CB8-82C1-0C1F-23F2DBB2AE5E}"/>
          </ac:spMkLst>
        </pc:spChg>
        <pc:spChg chg="add mod ord topLvl">
          <ac:chgData name="木村　湊" userId="18030a92-e387-4fb8-9fb3-56230bee2947" providerId="ADAL" clId="{F3714CDE-3C84-47B7-901B-5CCA5F4C8264}" dt="2024-11-26T13:34:26.790" v="424" actId="1076"/>
          <ac:spMkLst>
            <pc:docMk/>
            <pc:sldMk cId="401718919" sldId="280"/>
            <ac:spMk id="14" creationId="{60FA8850-954F-A670-8E27-6B19A9E5A109}"/>
          </ac:spMkLst>
        </pc:spChg>
        <pc:spChg chg="add mod">
          <ac:chgData name="木村　湊" userId="18030a92-e387-4fb8-9fb3-56230bee2947" providerId="ADAL" clId="{F3714CDE-3C84-47B7-901B-5CCA5F4C8264}" dt="2024-11-26T13:16:26.902" v="171"/>
          <ac:spMkLst>
            <pc:docMk/>
            <pc:sldMk cId="401718919" sldId="280"/>
            <ac:spMk id="15" creationId="{9D8FC7A5-1D8E-D339-212F-747C163C6A9D}"/>
          </ac:spMkLst>
        </pc:spChg>
        <pc:spChg chg="mod">
          <ac:chgData name="木村　湊" userId="18030a92-e387-4fb8-9fb3-56230bee2947" providerId="ADAL" clId="{F3714CDE-3C84-47B7-901B-5CCA5F4C8264}" dt="2024-11-26T13:16:26.902" v="171"/>
          <ac:spMkLst>
            <pc:docMk/>
            <pc:sldMk cId="401718919" sldId="280"/>
            <ac:spMk id="17" creationId="{7A62D29B-AB58-4046-5320-8DE69DE1FEB0}"/>
          </ac:spMkLst>
        </pc:spChg>
        <pc:spChg chg="mod">
          <ac:chgData name="木村　湊" userId="18030a92-e387-4fb8-9fb3-56230bee2947" providerId="ADAL" clId="{F3714CDE-3C84-47B7-901B-5CCA5F4C8264}" dt="2024-11-26T13:16:26.902" v="171"/>
          <ac:spMkLst>
            <pc:docMk/>
            <pc:sldMk cId="401718919" sldId="280"/>
            <ac:spMk id="18" creationId="{B930E9F0-0BAE-F453-0CD2-D162B86A54A6}"/>
          </ac:spMkLst>
        </pc:spChg>
        <pc:spChg chg="add del mod">
          <ac:chgData name="木村　湊" userId="18030a92-e387-4fb8-9fb3-56230bee2947" providerId="ADAL" clId="{F3714CDE-3C84-47B7-901B-5CCA5F4C8264}" dt="2024-11-26T13:27:52.639" v="340" actId="478"/>
          <ac:spMkLst>
            <pc:docMk/>
            <pc:sldMk cId="401718919" sldId="280"/>
            <ac:spMk id="20" creationId="{B83F9032-B498-C75E-8525-334BDAD8EB9A}"/>
          </ac:spMkLst>
        </pc:spChg>
        <pc:spChg chg="add mod">
          <ac:chgData name="木村　湊" userId="18030a92-e387-4fb8-9fb3-56230bee2947" providerId="ADAL" clId="{F3714CDE-3C84-47B7-901B-5CCA5F4C8264}" dt="2024-11-26T13:34:47.682" v="427" actId="1076"/>
          <ac:spMkLst>
            <pc:docMk/>
            <pc:sldMk cId="401718919" sldId="280"/>
            <ac:spMk id="21" creationId="{DD131DAD-0F19-50AF-832A-5EDF9F0928AD}"/>
          </ac:spMkLst>
        </pc:spChg>
        <pc:spChg chg="add del mod">
          <ac:chgData name="木村　湊" userId="18030a92-e387-4fb8-9fb3-56230bee2947" providerId="ADAL" clId="{F3714CDE-3C84-47B7-901B-5CCA5F4C8264}" dt="2024-11-26T13:32:39.419" v="400" actId="478"/>
          <ac:spMkLst>
            <pc:docMk/>
            <pc:sldMk cId="401718919" sldId="280"/>
            <ac:spMk id="22" creationId="{012F18D3-4FCC-3B53-363D-DF4835503510}"/>
          </ac:spMkLst>
        </pc:spChg>
        <pc:spChg chg="add mod">
          <ac:chgData name="木村　湊" userId="18030a92-e387-4fb8-9fb3-56230bee2947" providerId="ADAL" clId="{F3714CDE-3C84-47B7-901B-5CCA5F4C8264}" dt="2024-11-26T13:34:38.206" v="426" actId="1076"/>
          <ac:spMkLst>
            <pc:docMk/>
            <pc:sldMk cId="401718919" sldId="280"/>
            <ac:spMk id="23" creationId="{557E6469-6850-7D41-444C-08438504A9F0}"/>
          </ac:spMkLst>
        </pc:spChg>
        <pc:grpChg chg="add del mod">
          <ac:chgData name="木村　湊" userId="18030a92-e387-4fb8-9fb3-56230bee2947" providerId="ADAL" clId="{F3714CDE-3C84-47B7-901B-5CCA5F4C8264}" dt="2024-11-26T13:18:39.620" v="275" actId="165"/>
          <ac:grpSpMkLst>
            <pc:docMk/>
            <pc:sldMk cId="401718919" sldId="280"/>
            <ac:grpSpMk id="13" creationId="{08F8FF0E-A672-D97A-192D-94214B2AC207}"/>
          </ac:grpSpMkLst>
        </pc:grpChg>
        <pc:grpChg chg="add mod">
          <ac:chgData name="木村　湊" userId="18030a92-e387-4fb8-9fb3-56230bee2947" providerId="ADAL" clId="{F3714CDE-3C84-47B7-901B-5CCA5F4C8264}" dt="2024-11-26T13:16:26.902" v="171"/>
          <ac:grpSpMkLst>
            <pc:docMk/>
            <pc:sldMk cId="401718919" sldId="280"/>
            <ac:grpSpMk id="16" creationId="{69974627-FBE0-893F-3F7B-FA249C26DC62}"/>
          </ac:grpSpMkLst>
        </pc:grpChg>
        <pc:grpChg chg="add del mod">
          <ac:chgData name="木村　湊" userId="18030a92-e387-4fb8-9fb3-56230bee2947" providerId="ADAL" clId="{F3714CDE-3C84-47B7-901B-5CCA5F4C8264}" dt="2024-11-26T13:20:06.275" v="291" actId="165"/>
          <ac:grpSpMkLst>
            <pc:docMk/>
            <pc:sldMk cId="401718919" sldId="280"/>
            <ac:grpSpMk id="19" creationId="{6E0A7495-2C6D-C266-3AE7-0316AF34C2F1}"/>
          </ac:grpSpMkLst>
        </pc:grpChg>
      </pc:sldChg>
      <pc:sldChg chg="addSp delSp modSp mod modNotesTx">
        <pc:chgData name="木村　湊" userId="18030a92-e387-4fb8-9fb3-56230bee2947" providerId="ADAL" clId="{F3714CDE-3C84-47B7-901B-5CCA5F4C8264}" dt="2024-11-26T13:52:08.356" v="1084" actId="20577"/>
        <pc:sldMkLst>
          <pc:docMk/>
          <pc:sldMk cId="534459192" sldId="281"/>
        </pc:sldMkLst>
        <pc:spChg chg="ord">
          <ac:chgData name="木村　湊" userId="18030a92-e387-4fb8-9fb3-56230bee2947" providerId="ADAL" clId="{F3714CDE-3C84-47B7-901B-5CCA5F4C8264}" dt="2024-11-26T13:17:09.442" v="184" actId="171"/>
          <ac:spMkLst>
            <pc:docMk/>
            <pc:sldMk cId="534459192" sldId="281"/>
            <ac:spMk id="3" creationId="{0F2F93C1-C79A-C5D7-1249-0B05D4576EED}"/>
          </ac:spMkLst>
        </pc:spChg>
        <pc:spChg chg="mod">
          <ac:chgData name="木村　湊" userId="18030a92-e387-4fb8-9fb3-56230bee2947" providerId="ADAL" clId="{F3714CDE-3C84-47B7-901B-5CCA5F4C8264}" dt="2024-11-26T13:14:06.022" v="35"/>
          <ac:spMkLst>
            <pc:docMk/>
            <pc:sldMk cId="534459192" sldId="281"/>
            <ac:spMk id="6" creationId="{50537C8C-F03A-22DE-175A-B26F40A0C011}"/>
          </ac:spMkLst>
        </pc:spChg>
        <pc:spChg chg="mod">
          <ac:chgData name="木村　湊" userId="18030a92-e387-4fb8-9fb3-56230bee2947" providerId="ADAL" clId="{F3714CDE-3C84-47B7-901B-5CCA5F4C8264}" dt="2024-11-26T13:14:06.022" v="35"/>
          <ac:spMkLst>
            <pc:docMk/>
            <pc:sldMk cId="534459192" sldId="281"/>
            <ac:spMk id="7" creationId="{1712C5D4-E744-4383-70C5-5776A1D3D8CA}"/>
          </ac:spMkLst>
        </pc:spChg>
        <pc:spChg chg="add mod ord">
          <ac:chgData name="木村　湊" userId="18030a92-e387-4fb8-9fb3-56230bee2947" providerId="ADAL" clId="{F3714CDE-3C84-47B7-901B-5CCA5F4C8264}" dt="2024-11-26T13:17:14.936" v="186" actId="166"/>
          <ac:spMkLst>
            <pc:docMk/>
            <pc:sldMk cId="534459192" sldId="281"/>
            <ac:spMk id="9" creationId="{4B28D82E-FDC1-387B-3987-25501395B62B}"/>
          </ac:spMkLst>
        </pc:spChg>
        <pc:spChg chg="mod">
          <ac:chgData name="木村　湊" userId="18030a92-e387-4fb8-9fb3-56230bee2947" providerId="ADAL" clId="{F3714CDE-3C84-47B7-901B-5CCA5F4C8264}" dt="2024-11-26T13:16:37.267" v="174"/>
          <ac:spMkLst>
            <pc:docMk/>
            <pc:sldMk cId="534459192" sldId="281"/>
            <ac:spMk id="11" creationId="{8CDF4147-2020-FDFC-CD9C-C38566A7DE1E}"/>
          </ac:spMkLst>
        </pc:spChg>
        <pc:spChg chg="mod">
          <ac:chgData name="木村　湊" userId="18030a92-e387-4fb8-9fb3-56230bee2947" providerId="ADAL" clId="{F3714CDE-3C84-47B7-901B-5CCA5F4C8264}" dt="2024-11-26T13:16:37.267" v="174"/>
          <ac:spMkLst>
            <pc:docMk/>
            <pc:sldMk cId="534459192" sldId="281"/>
            <ac:spMk id="12" creationId="{1E8558A3-28F5-F397-F14C-A6C63178702E}"/>
          </ac:spMkLst>
        </pc:spChg>
        <pc:spChg chg="del mod topLvl">
          <ac:chgData name="木村　湊" userId="18030a92-e387-4fb8-9fb3-56230bee2947" providerId="ADAL" clId="{F3714CDE-3C84-47B7-901B-5CCA5F4C8264}" dt="2024-11-26T13:36:04.156" v="428" actId="478"/>
          <ac:spMkLst>
            <pc:docMk/>
            <pc:sldMk cId="534459192" sldId="281"/>
            <ac:spMk id="14" creationId="{674A86D6-5339-B9E4-C99F-3572519F1338}"/>
          </ac:spMkLst>
        </pc:spChg>
        <pc:spChg chg="del mod topLvl">
          <ac:chgData name="木村　湊" userId="18030a92-e387-4fb8-9fb3-56230bee2947" providerId="ADAL" clId="{F3714CDE-3C84-47B7-901B-5CCA5F4C8264}" dt="2024-11-26T13:36:04.156" v="428" actId="478"/>
          <ac:spMkLst>
            <pc:docMk/>
            <pc:sldMk cId="534459192" sldId="281"/>
            <ac:spMk id="15" creationId="{0CFD0042-E471-71B2-1F96-100C23FF2933}"/>
          </ac:spMkLst>
        </pc:spChg>
        <pc:spChg chg="del mod topLvl">
          <ac:chgData name="木村　湊" userId="18030a92-e387-4fb8-9fb3-56230bee2947" providerId="ADAL" clId="{F3714CDE-3C84-47B7-901B-5CCA5F4C8264}" dt="2024-11-26T13:32:46.572" v="401" actId="478"/>
          <ac:spMkLst>
            <pc:docMk/>
            <pc:sldMk cId="534459192" sldId="281"/>
            <ac:spMk id="16" creationId="{30C9F539-97E7-44D3-A00B-4F3B8C4DEF01}"/>
          </ac:spMkLst>
        </pc:spChg>
        <pc:spChg chg="add mod">
          <ac:chgData name="木村　湊" userId="18030a92-e387-4fb8-9fb3-56230bee2947" providerId="ADAL" clId="{F3714CDE-3C84-47B7-901B-5CCA5F4C8264}" dt="2024-11-26T13:36:52.114" v="433" actId="1076"/>
          <ac:spMkLst>
            <pc:docMk/>
            <pc:sldMk cId="534459192" sldId="281"/>
            <ac:spMk id="17" creationId="{2DE2DEE9-7676-9200-58A7-8760757107E1}"/>
          </ac:spMkLst>
        </pc:spChg>
        <pc:spChg chg="add mod">
          <ac:chgData name="木村　湊" userId="18030a92-e387-4fb8-9fb3-56230bee2947" providerId="ADAL" clId="{F3714CDE-3C84-47B7-901B-5CCA5F4C8264}" dt="2024-11-26T13:36:52.114" v="433" actId="1076"/>
          <ac:spMkLst>
            <pc:docMk/>
            <pc:sldMk cId="534459192" sldId="281"/>
            <ac:spMk id="18" creationId="{24E8CF27-A401-84F9-6C7E-920673FD02D1}"/>
          </ac:spMkLst>
        </pc:spChg>
        <pc:spChg chg="add mod">
          <ac:chgData name="木村　湊" userId="18030a92-e387-4fb8-9fb3-56230bee2947" providerId="ADAL" clId="{F3714CDE-3C84-47B7-901B-5CCA5F4C8264}" dt="2024-11-26T13:36:52.114" v="433" actId="1076"/>
          <ac:spMkLst>
            <pc:docMk/>
            <pc:sldMk cId="534459192" sldId="281"/>
            <ac:spMk id="19" creationId="{F957D670-8C55-8FD4-9A69-CF8467045C35}"/>
          </ac:spMkLst>
        </pc:spChg>
        <pc:spChg chg="add mod">
          <ac:chgData name="木村　湊" userId="18030a92-e387-4fb8-9fb3-56230bee2947" providerId="ADAL" clId="{F3714CDE-3C84-47B7-901B-5CCA5F4C8264}" dt="2024-11-26T13:36:52.114" v="433" actId="1076"/>
          <ac:spMkLst>
            <pc:docMk/>
            <pc:sldMk cId="534459192" sldId="281"/>
            <ac:spMk id="20" creationId="{0150EEE9-02FB-AA15-B1B0-CEB96944B3B5}"/>
          </ac:spMkLst>
        </pc:spChg>
        <pc:grpChg chg="add del mod">
          <ac:chgData name="木村　湊" userId="18030a92-e387-4fb8-9fb3-56230bee2947" providerId="ADAL" clId="{F3714CDE-3C84-47B7-901B-5CCA5F4C8264}" dt="2024-11-26T13:19:08.237" v="278" actId="478"/>
          <ac:grpSpMkLst>
            <pc:docMk/>
            <pc:sldMk cId="534459192" sldId="281"/>
            <ac:grpSpMk id="4" creationId="{FA1A7395-1775-597C-AA89-B8DC885CDD07}"/>
          </ac:grpSpMkLst>
        </pc:grpChg>
        <pc:grpChg chg="add mod ord">
          <ac:chgData name="木村　湊" userId="18030a92-e387-4fb8-9fb3-56230bee2947" providerId="ADAL" clId="{F3714CDE-3C84-47B7-901B-5CCA5F4C8264}" dt="2024-11-26T13:17:45.111" v="194" actId="166"/>
          <ac:grpSpMkLst>
            <pc:docMk/>
            <pc:sldMk cId="534459192" sldId="281"/>
            <ac:grpSpMk id="10" creationId="{C95DE7B7-0352-61F4-EDCB-06C8B9020891}"/>
          </ac:grpSpMkLst>
        </pc:grpChg>
        <pc:grpChg chg="add del mod">
          <ac:chgData name="木村　湊" userId="18030a92-e387-4fb8-9fb3-56230bee2947" providerId="ADAL" clId="{F3714CDE-3C84-47B7-901B-5CCA5F4C8264}" dt="2024-11-26T13:20:24.391" v="292" actId="165"/>
          <ac:grpSpMkLst>
            <pc:docMk/>
            <pc:sldMk cId="534459192" sldId="281"/>
            <ac:grpSpMk id="13" creationId="{7082BBB9-4825-31E7-4A96-7A102FDB1B20}"/>
          </ac:grpSpMkLst>
        </pc:grpChg>
        <pc:picChg chg="mod">
          <ac:chgData name="木村　湊" userId="18030a92-e387-4fb8-9fb3-56230bee2947" providerId="ADAL" clId="{F3714CDE-3C84-47B7-901B-5CCA5F4C8264}" dt="2024-11-26T13:17:22.865" v="189" actId="1076"/>
          <ac:picMkLst>
            <pc:docMk/>
            <pc:sldMk cId="534459192" sldId="281"/>
            <ac:picMk id="8" creationId="{A3A6539D-C6EA-4B3E-492C-AB64A4CE3CDF}"/>
          </ac:picMkLst>
        </pc:picChg>
      </pc:sldChg>
      <pc:sldChg chg="addSp delSp modSp mod modNotesTx">
        <pc:chgData name="木村　湊" userId="18030a92-e387-4fb8-9fb3-56230bee2947" providerId="ADAL" clId="{F3714CDE-3C84-47B7-901B-5CCA5F4C8264}" dt="2024-11-26T14:13:52.198" v="1719" actId="27107"/>
        <pc:sldMkLst>
          <pc:docMk/>
          <pc:sldMk cId="3925055900" sldId="282"/>
        </pc:sldMkLst>
        <pc:spChg chg="mod">
          <ac:chgData name="木村　湊" userId="18030a92-e387-4fb8-9fb3-56230bee2947" providerId="ADAL" clId="{F3714CDE-3C84-47B7-901B-5CCA5F4C8264}" dt="2024-11-26T13:55:03.827" v="1088" actId="20577"/>
          <ac:spMkLst>
            <pc:docMk/>
            <pc:sldMk cId="3925055900" sldId="282"/>
            <ac:spMk id="3" creationId="{A21DBB93-BF24-AFE7-9B64-C7D75C8F2E4D}"/>
          </ac:spMkLst>
        </pc:spChg>
        <pc:spChg chg="mod">
          <ac:chgData name="木村　湊" userId="18030a92-e387-4fb8-9fb3-56230bee2947" providerId="ADAL" clId="{F3714CDE-3C84-47B7-901B-5CCA5F4C8264}" dt="2024-11-26T13:18:16.193" v="269" actId="368"/>
          <ac:spMkLst>
            <pc:docMk/>
            <pc:sldMk cId="3925055900" sldId="282"/>
            <ac:spMk id="6" creationId="{67137B2B-879D-69CA-36EA-E4A1D0C3F66B}"/>
          </ac:spMkLst>
        </pc:spChg>
        <pc:spChg chg="mod">
          <ac:chgData name="木村　湊" userId="18030a92-e387-4fb8-9fb3-56230bee2947" providerId="ADAL" clId="{F3714CDE-3C84-47B7-901B-5CCA5F4C8264}" dt="2024-11-26T13:18:16.193" v="269" actId="368"/>
          <ac:spMkLst>
            <pc:docMk/>
            <pc:sldMk cId="3925055900" sldId="282"/>
            <ac:spMk id="7" creationId="{D979F02A-E00C-AE1D-FE18-8F61BD700759}"/>
          </ac:spMkLst>
        </pc:spChg>
        <pc:spChg chg="del mod topLvl">
          <ac:chgData name="木村　湊" userId="18030a92-e387-4fb8-9fb3-56230bee2947" providerId="ADAL" clId="{F3714CDE-3C84-47B7-901B-5CCA5F4C8264}" dt="2024-11-26T13:36:17.954" v="431" actId="478"/>
          <ac:spMkLst>
            <pc:docMk/>
            <pc:sldMk cId="3925055900" sldId="282"/>
            <ac:spMk id="10" creationId="{118DEF59-5F7D-664A-2936-7314622D4245}"/>
          </ac:spMkLst>
        </pc:spChg>
        <pc:spChg chg="del mod topLvl">
          <ac:chgData name="木村　湊" userId="18030a92-e387-4fb8-9fb3-56230bee2947" providerId="ADAL" clId="{F3714CDE-3C84-47B7-901B-5CCA5F4C8264}" dt="2024-11-26T13:36:17.954" v="431" actId="478"/>
          <ac:spMkLst>
            <pc:docMk/>
            <pc:sldMk cId="3925055900" sldId="282"/>
            <ac:spMk id="11" creationId="{DEE998A7-9DC9-BFC7-3F8D-5CAC18316DF8}"/>
          </ac:spMkLst>
        </pc:spChg>
        <pc:spChg chg="del mod topLvl">
          <ac:chgData name="木村　湊" userId="18030a92-e387-4fb8-9fb3-56230bee2947" providerId="ADAL" clId="{F3714CDE-3C84-47B7-901B-5CCA5F4C8264}" dt="2024-11-26T13:32:49.640" v="402" actId="478"/>
          <ac:spMkLst>
            <pc:docMk/>
            <pc:sldMk cId="3925055900" sldId="282"/>
            <ac:spMk id="12" creationId="{E038957D-BC0B-0F84-4C8D-55E1971E3CE4}"/>
          </ac:spMkLst>
        </pc:spChg>
        <pc:spChg chg="add mod">
          <ac:chgData name="木村　湊" userId="18030a92-e387-4fb8-9fb3-56230bee2947" providerId="ADAL" clId="{F3714CDE-3C84-47B7-901B-5CCA5F4C8264}" dt="2024-11-26T13:36:18.678" v="432"/>
          <ac:spMkLst>
            <pc:docMk/>
            <pc:sldMk cId="3925055900" sldId="282"/>
            <ac:spMk id="13" creationId="{020C17BD-26D0-573B-2A38-1817A0D9D5EA}"/>
          </ac:spMkLst>
        </pc:spChg>
        <pc:spChg chg="add mod">
          <ac:chgData name="木村　湊" userId="18030a92-e387-4fb8-9fb3-56230bee2947" providerId="ADAL" clId="{F3714CDE-3C84-47B7-901B-5CCA5F4C8264}" dt="2024-11-26T13:36:18.678" v="432"/>
          <ac:spMkLst>
            <pc:docMk/>
            <pc:sldMk cId="3925055900" sldId="282"/>
            <ac:spMk id="14" creationId="{6CB11291-1D49-B66C-6935-E58573B49092}"/>
          </ac:spMkLst>
        </pc:spChg>
        <pc:spChg chg="add mod">
          <ac:chgData name="木村　湊" userId="18030a92-e387-4fb8-9fb3-56230bee2947" providerId="ADAL" clId="{F3714CDE-3C84-47B7-901B-5CCA5F4C8264}" dt="2024-11-26T13:36:18.678" v="432"/>
          <ac:spMkLst>
            <pc:docMk/>
            <pc:sldMk cId="3925055900" sldId="282"/>
            <ac:spMk id="15" creationId="{001191B7-4662-448A-8A47-29246F3D5D6A}"/>
          </ac:spMkLst>
        </pc:spChg>
        <pc:spChg chg="add mod">
          <ac:chgData name="木村　湊" userId="18030a92-e387-4fb8-9fb3-56230bee2947" providerId="ADAL" clId="{F3714CDE-3C84-47B7-901B-5CCA5F4C8264}" dt="2024-11-26T13:36:18.678" v="432"/>
          <ac:spMkLst>
            <pc:docMk/>
            <pc:sldMk cId="3925055900" sldId="282"/>
            <ac:spMk id="16" creationId="{F694592E-F722-9567-6AB2-09AABFDB4D8F}"/>
          </ac:spMkLst>
        </pc:spChg>
        <pc:grpChg chg="add del mod">
          <ac:chgData name="木村　湊" userId="18030a92-e387-4fb8-9fb3-56230bee2947" providerId="ADAL" clId="{F3714CDE-3C84-47B7-901B-5CCA5F4C8264}" dt="2024-11-26T13:19:19.664" v="281" actId="478"/>
          <ac:grpSpMkLst>
            <pc:docMk/>
            <pc:sldMk cId="3925055900" sldId="282"/>
            <ac:grpSpMk id="5" creationId="{DC3B9E6B-14EB-BBA0-2452-CB6D0016A658}"/>
          </ac:grpSpMkLst>
        </pc:grpChg>
        <pc:grpChg chg="add del mod">
          <ac:chgData name="木村　湊" userId="18030a92-e387-4fb8-9fb3-56230bee2947" providerId="ADAL" clId="{F3714CDE-3C84-47B7-901B-5CCA5F4C8264}" dt="2024-11-26T13:20:29.583" v="293" actId="165"/>
          <ac:grpSpMkLst>
            <pc:docMk/>
            <pc:sldMk cId="3925055900" sldId="282"/>
            <ac:grpSpMk id="9" creationId="{A9DBA43E-297B-4DA9-0D35-D632247D7026}"/>
          </ac:grpSpMkLst>
        </pc:grpChg>
      </pc:sldChg>
      <pc:sldChg chg="addSp delSp modSp new mod modTransition">
        <pc:chgData name="木村　湊" userId="18030a92-e387-4fb8-9fb3-56230bee2947" providerId="ADAL" clId="{F3714CDE-3C84-47B7-901B-5CCA5F4C8264}" dt="2024-11-26T14:50:18.876" v="2080"/>
        <pc:sldMkLst>
          <pc:docMk/>
          <pc:sldMk cId="1567113442" sldId="283"/>
        </pc:sldMkLst>
        <pc:spChg chg="del">
          <ac:chgData name="木村　湊" userId="18030a92-e387-4fb8-9fb3-56230bee2947" providerId="ADAL" clId="{F3714CDE-3C84-47B7-901B-5CCA5F4C8264}" dt="2024-11-26T14:29:01.701" v="1752" actId="478"/>
          <ac:spMkLst>
            <pc:docMk/>
            <pc:sldMk cId="1567113442" sldId="283"/>
            <ac:spMk id="2" creationId="{B5051AF9-C90E-D669-8052-608E6AE625CB}"/>
          </ac:spMkLst>
        </pc:spChg>
        <pc:spChg chg="del">
          <ac:chgData name="木村　湊" userId="18030a92-e387-4fb8-9fb3-56230bee2947" providerId="ADAL" clId="{F3714CDE-3C84-47B7-901B-5CCA5F4C8264}" dt="2024-11-26T14:29:04.494" v="1753" actId="478"/>
          <ac:spMkLst>
            <pc:docMk/>
            <pc:sldMk cId="1567113442" sldId="283"/>
            <ac:spMk id="3" creationId="{64F7BD24-73B4-6073-1850-5C43AB9B4EE9}"/>
          </ac:spMkLst>
        </pc:spChg>
        <pc:spChg chg="add del mod">
          <ac:chgData name="木村　湊" userId="18030a92-e387-4fb8-9fb3-56230bee2947" providerId="ADAL" clId="{F3714CDE-3C84-47B7-901B-5CCA5F4C8264}" dt="2024-11-26T14:29:27.932" v="1758"/>
          <ac:spMkLst>
            <pc:docMk/>
            <pc:sldMk cId="1567113442" sldId="283"/>
            <ac:spMk id="4" creationId="{5CE2CA0F-2007-48ED-87D4-387514DC1B97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5" creationId="{22FEE95D-6300-7FB4-9B91-71D549EFA01C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6" creationId="{5777BB5D-951C-783E-D9DA-809E2945278F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7" creationId="{431CEDF3-7C67-5580-52FF-C6A333B5435E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8" creationId="{2DE8127C-5911-6450-B405-6B3A478D5E13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9" creationId="{2264E506-90BB-6301-130E-85B22E4EDBE3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10" creationId="{E734BBF5-27EB-496B-D2B3-41FC37719849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11" creationId="{ABE6E059-893A-20AC-11B4-77C2705D0665}"/>
          </ac:spMkLst>
        </pc:spChg>
        <pc:spChg chg="add del mod">
          <ac:chgData name="木村　湊" userId="18030a92-e387-4fb8-9fb3-56230bee2947" providerId="ADAL" clId="{F3714CDE-3C84-47B7-901B-5CCA5F4C8264}" dt="2024-11-26T14:31:36.332" v="1799" actId="478"/>
          <ac:spMkLst>
            <pc:docMk/>
            <pc:sldMk cId="1567113442" sldId="283"/>
            <ac:spMk id="12" creationId="{B9EA2749-9E9B-AADB-F277-58CAC3302D25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13" creationId="{DDF45243-C1DC-DC24-5A2D-B3C24A2C1D67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14" creationId="{13EFB5A4-0FC5-E21D-5D79-9E57B62E3282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15" creationId="{096152E8-9E5E-3688-6856-4D24DBEB6BC2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16" creationId="{98FDE215-C0C8-1FED-0C49-28A88DD1223A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17" creationId="{42315222-E86B-3350-8669-D470DFFB467F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18" creationId="{2897222E-D936-6D35-6D61-19916001D884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19" creationId="{E2899B22-6028-76AA-89E0-5CAF61C9E2D9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20" creationId="{893563D8-D64A-27A0-6C40-F16373874A9F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21" creationId="{2E3A13C3-0F72-E338-CE13-43E9314267AE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22" creationId="{B96F8BAB-9BC6-4759-C5CF-A5C8FCD23962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23" creationId="{D849CF54-326E-B033-6065-3314D2D7D8A0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24" creationId="{C18D1E9D-1889-4FB1-9D18-A51B8503E5F2}"/>
          </ac:spMkLst>
        </pc:spChg>
        <pc:spChg chg="add mod">
          <ac:chgData name="木村　湊" userId="18030a92-e387-4fb8-9fb3-56230bee2947" providerId="ADAL" clId="{F3714CDE-3C84-47B7-901B-5CCA5F4C8264}" dt="2024-11-26T14:49:39.698" v="2070" actId="207"/>
          <ac:spMkLst>
            <pc:docMk/>
            <pc:sldMk cId="1567113442" sldId="283"/>
            <ac:spMk id="25" creationId="{F741E78C-7581-B95C-AE4A-17648169C274}"/>
          </ac:spMkLst>
        </pc:spChg>
      </pc:sldChg>
      <pc:sldChg chg="modSp add mod modTransition">
        <pc:chgData name="木村　湊" userId="18030a92-e387-4fb8-9fb3-56230bee2947" providerId="ADAL" clId="{F3714CDE-3C84-47B7-901B-5CCA5F4C8264}" dt="2024-11-26T14:46:12.267" v="2044"/>
        <pc:sldMkLst>
          <pc:docMk/>
          <pc:sldMk cId="1440082545" sldId="284"/>
        </pc:sldMkLst>
        <pc:spChg chg="mod">
          <ac:chgData name="木村　湊" userId="18030a92-e387-4fb8-9fb3-56230bee2947" providerId="ADAL" clId="{F3714CDE-3C84-47B7-901B-5CCA5F4C8264}" dt="2024-11-26T14:42:29.756" v="2007" actId="1076"/>
          <ac:spMkLst>
            <pc:docMk/>
            <pc:sldMk cId="1440082545" sldId="284"/>
            <ac:spMk id="5" creationId="{81C033AF-527B-9F56-0FF9-39C75C66C23C}"/>
          </ac:spMkLst>
        </pc:spChg>
        <pc:spChg chg="mod">
          <ac:chgData name="木村　湊" userId="18030a92-e387-4fb8-9fb3-56230bee2947" providerId="ADAL" clId="{F3714CDE-3C84-47B7-901B-5CCA5F4C8264}" dt="2024-11-26T14:42:23.533" v="2006" actId="1076"/>
          <ac:spMkLst>
            <pc:docMk/>
            <pc:sldMk cId="1440082545" sldId="284"/>
            <ac:spMk id="6" creationId="{972D9D55-44EA-BF20-35D2-FBB6DEB7FD33}"/>
          </ac:spMkLst>
        </pc:spChg>
        <pc:spChg chg="mod">
          <ac:chgData name="木村　湊" userId="18030a92-e387-4fb8-9fb3-56230bee2947" providerId="ADAL" clId="{F3714CDE-3C84-47B7-901B-5CCA5F4C8264}" dt="2024-11-26T14:42:15.762" v="2005" actId="1076"/>
          <ac:spMkLst>
            <pc:docMk/>
            <pc:sldMk cId="1440082545" sldId="284"/>
            <ac:spMk id="7" creationId="{28CFE4AA-7B03-CB97-6C3F-85FD16996631}"/>
          </ac:spMkLst>
        </pc:spChg>
        <pc:spChg chg="mod">
          <ac:chgData name="木村　湊" userId="18030a92-e387-4fb8-9fb3-56230bee2947" providerId="ADAL" clId="{F3714CDE-3C84-47B7-901B-5CCA5F4C8264}" dt="2024-11-26T14:41:55.319" v="2003" actId="1076"/>
          <ac:spMkLst>
            <pc:docMk/>
            <pc:sldMk cId="1440082545" sldId="284"/>
            <ac:spMk id="8" creationId="{DFF2B4CB-7516-7002-686F-441565913E5F}"/>
          </ac:spMkLst>
        </pc:spChg>
        <pc:spChg chg="mod">
          <ac:chgData name="木村　湊" userId="18030a92-e387-4fb8-9fb3-56230bee2947" providerId="ADAL" clId="{F3714CDE-3C84-47B7-901B-5CCA5F4C8264}" dt="2024-11-26T14:41:40.771" v="2001" actId="1035"/>
          <ac:spMkLst>
            <pc:docMk/>
            <pc:sldMk cId="1440082545" sldId="284"/>
            <ac:spMk id="9" creationId="{549FEECA-9524-9312-CB6D-67DC64C3EB5A}"/>
          </ac:spMkLst>
        </pc:spChg>
        <pc:spChg chg="mod">
          <ac:chgData name="木村　湊" userId="18030a92-e387-4fb8-9fb3-56230bee2947" providerId="ADAL" clId="{F3714CDE-3C84-47B7-901B-5CCA5F4C8264}" dt="2024-11-26T14:42:38.976" v="2008" actId="1076"/>
          <ac:spMkLst>
            <pc:docMk/>
            <pc:sldMk cId="1440082545" sldId="284"/>
            <ac:spMk id="10" creationId="{CED48EA7-7E23-6408-6BAD-62DBD5EA9A57}"/>
          </ac:spMkLst>
        </pc:spChg>
        <pc:spChg chg="mod">
          <ac:chgData name="木村　湊" userId="18030a92-e387-4fb8-9fb3-56230bee2947" providerId="ADAL" clId="{F3714CDE-3C84-47B7-901B-5CCA5F4C8264}" dt="2024-11-26T14:42:45.730" v="2009" actId="1076"/>
          <ac:spMkLst>
            <pc:docMk/>
            <pc:sldMk cId="1440082545" sldId="284"/>
            <ac:spMk id="11" creationId="{874AAC6D-28BA-0BBB-400B-F1C3921BECE5}"/>
          </ac:spMkLst>
        </pc:spChg>
        <pc:spChg chg="mod">
          <ac:chgData name="木村　湊" userId="18030a92-e387-4fb8-9fb3-56230bee2947" providerId="ADAL" clId="{F3714CDE-3C84-47B7-901B-5CCA5F4C8264}" dt="2024-11-26T14:43:00.830" v="2010" actId="1076"/>
          <ac:spMkLst>
            <pc:docMk/>
            <pc:sldMk cId="1440082545" sldId="284"/>
            <ac:spMk id="13" creationId="{73BB5502-5701-6B79-88F1-246D49BEF394}"/>
          </ac:spMkLst>
        </pc:spChg>
        <pc:spChg chg="mod">
          <ac:chgData name="木村　湊" userId="18030a92-e387-4fb8-9fb3-56230bee2947" providerId="ADAL" clId="{F3714CDE-3C84-47B7-901B-5CCA5F4C8264}" dt="2024-11-26T14:40:48.476" v="1992" actId="1076"/>
          <ac:spMkLst>
            <pc:docMk/>
            <pc:sldMk cId="1440082545" sldId="284"/>
            <ac:spMk id="14" creationId="{3C79D66F-4D46-E34A-A649-38CA21573831}"/>
          </ac:spMkLst>
        </pc:spChg>
        <pc:spChg chg="mod">
          <ac:chgData name="木村　湊" userId="18030a92-e387-4fb8-9fb3-56230bee2947" providerId="ADAL" clId="{F3714CDE-3C84-47B7-901B-5CCA5F4C8264}" dt="2024-11-26T14:40:59.853" v="1993" actId="1076"/>
          <ac:spMkLst>
            <pc:docMk/>
            <pc:sldMk cId="1440082545" sldId="284"/>
            <ac:spMk id="15" creationId="{8020AD27-7902-CE54-8159-1DC2A2C08C7A}"/>
          </ac:spMkLst>
        </pc:spChg>
        <pc:spChg chg="mod">
          <ac:chgData name="木村　湊" userId="18030a92-e387-4fb8-9fb3-56230bee2947" providerId="ADAL" clId="{F3714CDE-3C84-47B7-901B-5CCA5F4C8264}" dt="2024-11-26T14:41:05.452" v="1994" actId="1076"/>
          <ac:spMkLst>
            <pc:docMk/>
            <pc:sldMk cId="1440082545" sldId="284"/>
            <ac:spMk id="16" creationId="{23CB8A8E-A2D3-B988-70DF-7D42074A0A02}"/>
          </ac:spMkLst>
        </pc:spChg>
        <pc:spChg chg="mod">
          <ac:chgData name="木村　湊" userId="18030a92-e387-4fb8-9fb3-56230bee2947" providerId="ADAL" clId="{F3714CDE-3C84-47B7-901B-5CCA5F4C8264}" dt="2024-11-26T14:40:31.262" v="1991" actId="1076"/>
          <ac:spMkLst>
            <pc:docMk/>
            <pc:sldMk cId="1440082545" sldId="284"/>
            <ac:spMk id="17" creationId="{C2C28A64-0983-62FE-F01D-75F3D7944333}"/>
          </ac:spMkLst>
        </pc:spChg>
        <pc:spChg chg="mod">
          <ac:chgData name="木村　湊" userId="18030a92-e387-4fb8-9fb3-56230bee2947" providerId="ADAL" clId="{F3714CDE-3C84-47B7-901B-5CCA5F4C8264}" dt="2024-11-26T14:40:24.221" v="1990" actId="1076"/>
          <ac:spMkLst>
            <pc:docMk/>
            <pc:sldMk cId="1440082545" sldId="284"/>
            <ac:spMk id="18" creationId="{5C4033F9-A04C-D43E-D562-A4D577E07757}"/>
          </ac:spMkLst>
        </pc:spChg>
        <pc:spChg chg="mod">
          <ac:chgData name="木村　湊" userId="18030a92-e387-4fb8-9fb3-56230bee2947" providerId="ADAL" clId="{F3714CDE-3C84-47B7-901B-5CCA5F4C8264}" dt="2024-11-26T14:39:53.005" v="1944" actId="1076"/>
          <ac:spMkLst>
            <pc:docMk/>
            <pc:sldMk cId="1440082545" sldId="284"/>
            <ac:spMk id="19" creationId="{A436AAE7-F007-886B-7197-6C5D389F8458}"/>
          </ac:spMkLst>
        </pc:spChg>
        <pc:spChg chg="mod">
          <ac:chgData name="木村　湊" userId="18030a92-e387-4fb8-9fb3-56230bee2947" providerId="ADAL" clId="{F3714CDE-3C84-47B7-901B-5CCA5F4C8264}" dt="2024-11-26T14:37:34.887" v="1886" actId="1076"/>
          <ac:spMkLst>
            <pc:docMk/>
            <pc:sldMk cId="1440082545" sldId="284"/>
            <ac:spMk id="20" creationId="{3B9CFB5B-9E1A-385E-F72D-E81694BD56D7}"/>
          </ac:spMkLst>
        </pc:spChg>
        <pc:spChg chg="mod">
          <ac:chgData name="木村　湊" userId="18030a92-e387-4fb8-9fb3-56230bee2947" providerId="ADAL" clId="{F3714CDE-3C84-47B7-901B-5CCA5F4C8264}" dt="2024-11-26T14:37:20.257" v="1885" actId="1076"/>
          <ac:spMkLst>
            <pc:docMk/>
            <pc:sldMk cId="1440082545" sldId="284"/>
            <ac:spMk id="21" creationId="{0C42C20E-B206-2D8C-32CC-0BA23D864B56}"/>
          </ac:spMkLst>
        </pc:spChg>
        <pc:spChg chg="mod">
          <ac:chgData name="木村　湊" userId="18030a92-e387-4fb8-9fb3-56230bee2947" providerId="ADAL" clId="{F3714CDE-3C84-47B7-901B-5CCA5F4C8264}" dt="2024-11-26T14:37:45.229" v="1887" actId="1076"/>
          <ac:spMkLst>
            <pc:docMk/>
            <pc:sldMk cId="1440082545" sldId="284"/>
            <ac:spMk id="22" creationId="{EB5271AF-83F1-7531-5F63-621C7AE4FDB1}"/>
          </ac:spMkLst>
        </pc:spChg>
        <pc:spChg chg="mod">
          <ac:chgData name="木村　湊" userId="18030a92-e387-4fb8-9fb3-56230bee2947" providerId="ADAL" clId="{F3714CDE-3C84-47B7-901B-5CCA5F4C8264}" dt="2024-11-26T14:39:59.249" v="1948" actId="1037"/>
          <ac:spMkLst>
            <pc:docMk/>
            <pc:sldMk cId="1440082545" sldId="284"/>
            <ac:spMk id="23" creationId="{D1F1C39F-7E7C-95EB-BC3F-83394D574D46}"/>
          </ac:spMkLst>
        </pc:spChg>
        <pc:spChg chg="mod">
          <ac:chgData name="木村　湊" userId="18030a92-e387-4fb8-9fb3-56230bee2947" providerId="ADAL" clId="{F3714CDE-3C84-47B7-901B-5CCA5F4C8264}" dt="2024-11-26T14:40:02.490" v="1956" actId="1037"/>
          <ac:spMkLst>
            <pc:docMk/>
            <pc:sldMk cId="1440082545" sldId="284"/>
            <ac:spMk id="24" creationId="{D8C0F291-7C7F-EE2A-C2F0-78995709805A}"/>
          </ac:spMkLst>
        </pc:spChg>
        <pc:spChg chg="mod">
          <ac:chgData name="木村　湊" userId="18030a92-e387-4fb8-9fb3-56230bee2947" providerId="ADAL" clId="{F3714CDE-3C84-47B7-901B-5CCA5F4C8264}" dt="2024-11-26T14:40:10.769" v="1988" actId="1037"/>
          <ac:spMkLst>
            <pc:docMk/>
            <pc:sldMk cId="1440082545" sldId="284"/>
            <ac:spMk id="25" creationId="{6F4D2C75-8E13-8091-DC8C-B425819276AF}"/>
          </ac:spMkLst>
        </pc:spChg>
      </pc:sldChg>
      <pc:sldChg chg="addSp delSp modSp add mod modTransition">
        <pc:chgData name="木村　湊" userId="18030a92-e387-4fb8-9fb3-56230bee2947" providerId="ADAL" clId="{F3714CDE-3C84-47B7-901B-5CCA5F4C8264}" dt="2024-11-26T14:47:19.160" v="2068"/>
        <pc:sldMkLst>
          <pc:docMk/>
          <pc:sldMk cId="3537053176" sldId="285"/>
        </pc:sldMkLst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5" creationId="{5BD8A9C7-C8FE-87F1-8C87-77FCBD34498D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6" creationId="{A493DE1E-8F5B-71BD-2260-E8BEA327F607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7" creationId="{F62A386C-EAB9-FD1C-F62F-96CA34752B53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8" creationId="{F69A3640-CBF5-15C9-95C9-19F07338F45B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9" creationId="{79209E26-78DB-A73E-A048-D3BEF355CC76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10" creationId="{86682BD8-D7E2-6AA5-5108-E425D16F9432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11" creationId="{2B4070FD-DC30-C047-5262-12E99A3B4F4B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13" creationId="{8204E4C1-5A28-CB51-A3F8-D2F8B4011F57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14" creationId="{9C8D761C-B74F-BFB5-D5B2-D63C2F436F3E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15" creationId="{0D25D61F-10A2-D52C-D779-C04DA068C163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16" creationId="{D6063746-2994-0371-9CFC-553FDA52AA90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17" creationId="{180BE362-C32B-A123-5AA7-F3EE92D0B06E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18" creationId="{9A1B5D8D-D1CF-DCDC-9D71-0FF2F0EA0C25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19" creationId="{C72240A0-1C06-48CE-7661-59A4697CA83A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20" creationId="{E85D4B85-4947-0FBF-9862-3F9BC4581790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21" creationId="{A79F5FB1-FD21-34EB-A606-030275480AC6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22" creationId="{D98D1378-A19D-CB7C-20D4-CD275CAAA8C4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23" creationId="{E19195E9-CFDB-A399-5F3C-9B8D724F05C1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24" creationId="{5516A3F4-9694-98F9-AED3-591CBD49CBCC}"/>
          </ac:spMkLst>
        </pc:spChg>
        <pc:spChg chg="mod topLvl">
          <ac:chgData name="木村　湊" userId="18030a92-e387-4fb8-9fb3-56230bee2947" providerId="ADAL" clId="{F3714CDE-3C84-47B7-901B-5CCA5F4C8264}" dt="2024-11-26T14:45:54.670" v="2042" actId="165"/>
          <ac:spMkLst>
            <pc:docMk/>
            <pc:sldMk cId="3537053176" sldId="285"/>
            <ac:spMk id="25" creationId="{32F38545-023C-0EC8-A277-EEB48EF2746E}"/>
          </ac:spMkLst>
        </pc:spChg>
        <pc:grpChg chg="add del mod">
          <ac:chgData name="木村　湊" userId="18030a92-e387-4fb8-9fb3-56230bee2947" providerId="ADAL" clId="{F3714CDE-3C84-47B7-901B-5CCA5F4C8264}" dt="2024-11-26T14:45:54.670" v="2042" actId="165"/>
          <ac:grpSpMkLst>
            <pc:docMk/>
            <pc:sldMk cId="3537053176" sldId="285"/>
            <ac:grpSpMk id="2" creationId="{C94F0CFE-2C2E-7F8A-321B-97A8A2146202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63A6D-0198-47CC-9B45-13266EFCF353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FAAB-BC15-49E0-A68A-E0958B41D3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4950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自己紹介</a:t>
            </a:r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・メンバー紹介</a:t>
            </a:r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・軽く流れを紹介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5998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A6AE5-2456-D9EB-3AA7-B706B72E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F9EE7BC-DB1B-28E6-E629-812BEDDF5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2B3F8B7-08D9-56F3-0FF9-EC53ED25E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ナゼ立候補したか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・最先端の</a:t>
            </a:r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を上手に使える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・強いメンタルを持っていて、どんな意見も受け入れる</a:t>
            </a:r>
            <a:endParaRPr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FC18955-EF93-6F99-02C5-5A35100E1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altLang="ja-JP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ja-JP" altLang="en-US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3563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ECF1-C31E-C622-9E43-B0DA029D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1932D68-F8E4-B133-2D6E-9348F9327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65C99DD-3446-A454-8494-01466EF30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We think this school should use PC more. </a:t>
            </a: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I know other school students can’t take a class without PC or tablet.</a:t>
            </a:r>
          </a:p>
          <a:p>
            <a:pPr rtl="0"/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But our BYOD is too low specs to use in class. You think so too, right?</a:t>
            </a: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So, We want improve quality of it.</a:t>
            </a:r>
          </a:p>
          <a:p>
            <a:pPr rtl="0"/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If we use it more, it’s necessary for us to take literacy class.</a:t>
            </a:r>
          </a:p>
          <a:p>
            <a:pPr rtl="0"/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I hope you all will be able to create slides like this.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CF2945-E1D9-42B8-72FB-121DB36D6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altLang="ja-JP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ja-JP" altLang="en-US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2503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175CD-5AD6-E872-3981-25421F8B6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72F8851-4541-B170-10D1-AC70DD277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123C135-94E0-E131-BFF8-FFA35CEE9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Using BYODs in class is lots of merit.</a:t>
            </a: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Give the best merit,</a:t>
            </a: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We can lean skills you’ll need in the near future by using it.</a:t>
            </a:r>
          </a:p>
          <a:p>
            <a:pPr rtl="0"/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But there are some demerit .</a:t>
            </a:r>
          </a:p>
          <a:p>
            <a:pPr rtl="0"/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For example,</a:t>
            </a:r>
          </a:p>
          <a:p>
            <a:pPr rtl="0"/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It cost more money.</a:t>
            </a: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Our eyesight maybe de worse.</a:t>
            </a:r>
          </a:p>
          <a:p>
            <a:pPr rtl="0"/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BUT!!</a:t>
            </a: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We often use smartphone. </a:t>
            </a:r>
          </a:p>
          <a:p>
            <a:pPr rtl="0"/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Smartphone are worse for your eyesight than BYODs.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A4B55B-E333-1F3F-4036-678192794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altLang="ja-JP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ja-JP" altLang="en-US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6138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Thank you for listening.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FAAB-BC15-49E0-A68A-E0958B41D36E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5416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9DCF-C60E-42C4-B45E-D891A2C1065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78E9-FE03-4E04-9625-E1B4F768A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3954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9DCF-C60E-42C4-B45E-D891A2C1065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78E9-FE03-4E04-9625-E1B4F768A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3719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9DCF-C60E-42C4-B45E-D891A2C1065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78E9-FE03-4E04-9625-E1B4F768A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4848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9DCF-C60E-42C4-B45E-D891A2C1065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78E9-FE03-4E04-9625-E1B4F768A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3686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9DCF-C60E-42C4-B45E-D891A2C1065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78E9-FE03-4E04-9625-E1B4F768A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038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9DCF-C60E-42C4-B45E-D891A2C1065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78E9-FE03-4E04-9625-E1B4F768A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4617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9DCF-C60E-42C4-B45E-D891A2C1065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78E9-FE03-4E04-9625-E1B4F768A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9627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9DCF-C60E-42C4-B45E-D891A2C1065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78E9-FE03-4E04-9625-E1B4F768A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2975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9DCF-C60E-42C4-B45E-D891A2C1065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78E9-FE03-4E04-9625-E1B4F768A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2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9DCF-C60E-42C4-B45E-D891A2C1065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78E9-FE03-4E04-9625-E1B4F768A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8633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79DCF-C60E-42C4-B45E-D891A2C1065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78E9-FE03-4E04-9625-E1B4F768A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5924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5979DCF-C60E-42C4-B45E-D891A2C1065A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84978E9-FE03-4E04-9625-E1B4F768A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98354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D197B991-4358-3B23-E508-84B255794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 trans="0" smoothness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523999"/>
            <a:ext cx="12192000" cy="10686553"/>
          </a:xfrm>
          <a:prstGeom prst="rect">
            <a:avLst/>
          </a:prstGeom>
          <a:ln>
            <a:noFill/>
          </a:ln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19C62F6-D395-7FE8-36C1-E4B1CFD1BB50}"/>
              </a:ext>
            </a:extLst>
          </p:cNvPr>
          <p:cNvSpPr/>
          <p:nvPr/>
        </p:nvSpPr>
        <p:spPr>
          <a:xfrm>
            <a:off x="7156175" y="1534602"/>
            <a:ext cx="3999506" cy="3792772"/>
          </a:xfrm>
          <a:prstGeom prst="roundRect">
            <a:avLst>
              <a:gd name="adj" fmla="val 387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sz="6600">
              <a:solidFill>
                <a:schemeClr val="bg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40B7699-83CC-8420-2E75-A07D64577FB4}"/>
              </a:ext>
            </a:extLst>
          </p:cNvPr>
          <p:cNvSpPr/>
          <p:nvPr/>
        </p:nvSpPr>
        <p:spPr>
          <a:xfrm>
            <a:off x="-1" y="-1523999"/>
            <a:ext cx="6915151" cy="9149300"/>
          </a:xfrm>
          <a:prstGeom prst="rect">
            <a:avLst/>
          </a:prstGeom>
          <a:gradFill flip="none" rotWithShape="1">
            <a:gsLst>
              <a:gs pos="25000">
                <a:srgbClr val="000000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54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D60AB11-4560-E6A8-7EE8-2CD0182CF459}"/>
              </a:ext>
            </a:extLst>
          </p:cNvPr>
          <p:cNvSpPr txBox="1"/>
          <p:nvPr/>
        </p:nvSpPr>
        <p:spPr>
          <a:xfrm>
            <a:off x="7156174" y="1781092"/>
            <a:ext cx="42405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6600" dirty="0">
                <a:solidFill>
                  <a:schemeClr val="bg1"/>
                </a:solidFill>
                <a:latin typeface="Algerian" panose="04020705040A02060702" pitchFamily="82" charset="0"/>
              </a:rPr>
              <a:t>Already we have won!!</a:t>
            </a:r>
            <a:endParaRPr kumimoji="1" lang="ja-JP" altLang="en-US" sz="6600" dirty="0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2D4674F-ED63-5BE1-3DC8-63A10AA79C71}"/>
              </a:ext>
            </a:extLst>
          </p:cNvPr>
          <p:cNvSpPr txBox="1"/>
          <p:nvPr/>
        </p:nvSpPr>
        <p:spPr>
          <a:xfrm>
            <a:off x="1942106" y="5411450"/>
            <a:ext cx="28346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err="1">
                <a:latin typeface="Algerian" panose="04020705040A02060702" pitchFamily="82" charset="0"/>
              </a:rPr>
              <a:t>m.Kimura</a:t>
            </a:r>
            <a:r>
              <a:rPr kumimoji="1" lang="en-US" altLang="ja-JP" sz="4400">
                <a:latin typeface="Algerian" panose="04020705040A02060702" pitchFamily="82" charset="0"/>
              </a:rPr>
              <a:t> </a:t>
            </a:r>
            <a:r>
              <a:rPr kumimoji="1" lang="en-US" altLang="ja-JP" sz="4400" err="1">
                <a:latin typeface="Algerian" panose="04020705040A02060702" pitchFamily="82" charset="0"/>
              </a:rPr>
              <a:t>Y.eto</a:t>
            </a:r>
            <a:endParaRPr kumimoji="1" lang="ja-JP" altLang="en-US" sz="4400">
              <a:latin typeface="Algerian" panose="04020705040A02060702" pitchFamily="82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6DD42D-6C02-2E41-8420-6C67D760F8C1}"/>
              </a:ext>
            </a:extLst>
          </p:cNvPr>
          <p:cNvSpPr txBox="1"/>
          <p:nvPr/>
        </p:nvSpPr>
        <p:spPr>
          <a:xfrm>
            <a:off x="787026" y="-1949705"/>
            <a:ext cx="7979437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9500" dirty="0">
                <a:latin typeface="Algerian" panose="04020705040A02060702" pitchFamily="82" charset="0"/>
              </a:rPr>
              <a:t>@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BA227A-BF78-7DD0-A5C6-75D7BF7B0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DE78E3F-43BF-35F1-A589-31BCD5586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 trans="0" smoothness="0"/>
                    </a14:imgEffect>
                  </a14:imgLayer>
                </a14:imgProps>
              </a:ext>
            </a:extLst>
          </a:blip>
          <a:srcRect t="486"/>
          <a:stretch/>
        </p:blipFill>
        <p:spPr>
          <a:xfrm>
            <a:off x="6257925" y="-1"/>
            <a:ext cx="5934075" cy="6865951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2855419-E551-236A-5D79-2D009852159F}"/>
              </a:ext>
            </a:extLst>
          </p:cNvPr>
          <p:cNvSpPr/>
          <p:nvPr/>
        </p:nvSpPr>
        <p:spPr>
          <a:xfrm>
            <a:off x="0" y="-1"/>
            <a:ext cx="6257924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B1FB950-A5A8-0AAE-8BA4-EE3BFFC2F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57" y="542596"/>
            <a:ext cx="6937830" cy="970450"/>
          </a:xfrm>
        </p:spPr>
        <p:txBody>
          <a:bodyPr rtlCol="0" anchor="b">
            <a:noAutofit/>
          </a:bodyPr>
          <a:lstStyle/>
          <a:p>
            <a:pPr algn="l"/>
            <a:r>
              <a:rPr lang="en-US" altLang="ja-JP" sz="4400">
                <a:latin typeface="Algerian" panose="04020705040A02060702" pitchFamily="82" charset="0"/>
              </a:rPr>
              <a:t>Reasons for running</a:t>
            </a:r>
          </a:p>
        </p:txBody>
      </p:sp>
      <p:sp>
        <p:nvSpPr>
          <p:cNvPr id="24" name="コンテンツ プレースホルダー 2">
            <a:extLst>
              <a:ext uri="{FF2B5EF4-FFF2-40B4-BE49-F238E27FC236}">
                <a16:creationId xmlns:a16="http://schemas.microsoft.com/office/drawing/2014/main" id="{BED1129B-CFB8-EB7B-E91C-56D6D5A44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58" y="2055641"/>
            <a:ext cx="6098268" cy="4058751"/>
          </a:xfrm>
        </p:spPr>
        <p:txBody>
          <a:bodyPr rtlCol="0" anchor="t">
            <a:normAutofit/>
          </a:bodyPr>
          <a:lstStyle/>
          <a:p>
            <a:pPr rtl="0"/>
            <a:r>
              <a:rPr lang="en-US" altLang="ja-JP" sz="3200"/>
              <a:t>We can use AI well.</a:t>
            </a:r>
          </a:p>
          <a:p>
            <a:pPr rtl="0"/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We have very strong mental, we can accept  any opinion.</a:t>
            </a:r>
          </a:p>
          <a:p>
            <a:pPr rtl="0"/>
            <a:r>
              <a:rPr lang="en-US" altLang="ja-JP" sz="3200"/>
              <a:t>There is a need for AI these days and he has a lot of the knowledge we need.</a:t>
            </a:r>
          </a:p>
          <a:p>
            <a:pPr rtl="0"/>
            <a:r>
              <a:rPr lang="en-US" altLang="ja-JP" sz="3200"/>
              <a:t>Now, he recommends class reader.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0FA8850-954F-A670-8E27-6B19A9E5A109}"/>
              </a:ext>
            </a:extLst>
          </p:cNvPr>
          <p:cNvSpPr/>
          <p:nvPr/>
        </p:nvSpPr>
        <p:spPr>
          <a:xfrm>
            <a:off x="0" y="-5826"/>
            <a:ext cx="6257924" cy="471353"/>
          </a:xfrm>
          <a:prstGeom prst="roundRect">
            <a:avLst>
              <a:gd name="adj" fmla="val 387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sz="6600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83E965A-C7C0-EABB-B94B-A3E3D42CC738}"/>
              </a:ext>
            </a:extLst>
          </p:cNvPr>
          <p:cNvSpPr txBox="1"/>
          <p:nvPr/>
        </p:nvSpPr>
        <p:spPr>
          <a:xfrm>
            <a:off x="0" y="-62538"/>
            <a:ext cx="431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>
                <a:solidFill>
                  <a:schemeClr val="bg1"/>
                </a:solidFill>
                <a:latin typeface="Algerian" panose="04020705040A02060702" pitchFamily="82" charset="0"/>
              </a:rPr>
              <a:t>@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D131DAD-0F19-50AF-832A-5EDF9F0928AD}"/>
              </a:ext>
            </a:extLst>
          </p:cNvPr>
          <p:cNvSpPr txBox="1"/>
          <p:nvPr/>
        </p:nvSpPr>
        <p:spPr>
          <a:xfrm>
            <a:off x="2959106" y="29794"/>
            <a:ext cx="3298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solidFill>
                  <a:schemeClr val="bg1"/>
                </a:solidFill>
                <a:latin typeface="Algerian" panose="04020705040A02060702" pitchFamily="82" charset="0"/>
              </a:rPr>
              <a:t>Already we have won!!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57E6469-6850-7D41-444C-08438504A9F0}"/>
              </a:ext>
            </a:extLst>
          </p:cNvPr>
          <p:cNvSpPr txBox="1"/>
          <p:nvPr/>
        </p:nvSpPr>
        <p:spPr>
          <a:xfrm>
            <a:off x="431913" y="29794"/>
            <a:ext cx="2184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err="1">
                <a:solidFill>
                  <a:schemeClr val="bg1"/>
                </a:solidFill>
                <a:latin typeface="Algerian" panose="04020705040A02060702" pitchFamily="82" charset="0"/>
              </a:rPr>
              <a:t>m.Kimura</a:t>
            </a:r>
            <a:r>
              <a:rPr kumimoji="1" lang="en-US" altLang="ja-JP" sz="200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kumimoji="1" lang="en-US" altLang="ja-JP" sz="2000" err="1">
                <a:solidFill>
                  <a:schemeClr val="bg1"/>
                </a:solidFill>
                <a:latin typeface="Algerian" panose="04020705040A02060702" pitchFamily="82" charset="0"/>
              </a:rPr>
              <a:t>Y.eto</a:t>
            </a:r>
            <a:endParaRPr kumimoji="1" lang="ja-JP" altLang="en-US" sz="20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18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2BC96-2AB8-2798-42FC-1F6EA0F9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3A6539D-C6EA-4B3E-492C-AB64A4CE3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 trans="0" smoothness="0"/>
                    </a14:imgEffect>
                  </a14:imgLayer>
                </a14:imgProps>
              </a:ext>
            </a:extLst>
          </a:blip>
          <a:srcRect t="381"/>
          <a:stretch/>
        </p:blipFill>
        <p:spPr>
          <a:xfrm>
            <a:off x="0" y="7951"/>
            <a:ext cx="6257925" cy="6858001"/>
          </a:xfrm>
          <a:prstGeom prst="rect">
            <a:avLst/>
          </a:prstGeom>
          <a:ln>
            <a:noFill/>
          </a:ln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F2F93C1-C79A-C5D7-1249-0B05D4576EED}"/>
              </a:ext>
            </a:extLst>
          </p:cNvPr>
          <p:cNvSpPr/>
          <p:nvPr/>
        </p:nvSpPr>
        <p:spPr>
          <a:xfrm>
            <a:off x="5934076" y="7951"/>
            <a:ext cx="6257924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CF458F0-D735-2FA7-B7FC-07AC36FB8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83570"/>
            <a:ext cx="6167314" cy="970450"/>
          </a:xfrm>
        </p:spPr>
        <p:txBody>
          <a:bodyPr rtlCol="0" anchor="b">
            <a:noAutofit/>
          </a:bodyPr>
          <a:lstStyle/>
          <a:p>
            <a:pPr algn="l"/>
            <a:r>
              <a:rPr lang="en-US" altLang="ja-JP" sz="4400">
                <a:latin typeface="Algerian" panose="04020705040A02060702" pitchFamily="82" charset="0"/>
              </a:rPr>
              <a:t>What we want to do</a:t>
            </a:r>
          </a:p>
        </p:txBody>
      </p:sp>
      <p:sp>
        <p:nvSpPr>
          <p:cNvPr id="24" name="コンテンツ プレースホルダー 2">
            <a:extLst>
              <a:ext uri="{FF2B5EF4-FFF2-40B4-BE49-F238E27FC236}">
                <a16:creationId xmlns:a16="http://schemas.microsoft.com/office/drawing/2014/main" id="{00954929-B5E0-5A53-796E-16D51BDA5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96615"/>
            <a:ext cx="6167315" cy="4058751"/>
          </a:xfrm>
        </p:spPr>
        <p:txBody>
          <a:bodyPr rtlCol="0" anchor="t">
            <a:normAutofit/>
          </a:bodyPr>
          <a:lstStyle/>
          <a:p>
            <a:pPr rtl="0"/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We want to increase class using PCs.</a:t>
            </a:r>
          </a:p>
          <a:p>
            <a:pPr rtl="0"/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We want to improve quality of BYODs.</a:t>
            </a:r>
          </a:p>
          <a:p>
            <a:pPr rtl="0"/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We want to increase class of internet literacy.</a:t>
            </a:r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2DE2DEE9-7676-9200-58A7-8760757107E1}"/>
              </a:ext>
            </a:extLst>
          </p:cNvPr>
          <p:cNvSpPr/>
          <p:nvPr/>
        </p:nvSpPr>
        <p:spPr>
          <a:xfrm>
            <a:off x="5934076" y="0"/>
            <a:ext cx="6257924" cy="471353"/>
          </a:xfrm>
          <a:prstGeom prst="roundRect">
            <a:avLst>
              <a:gd name="adj" fmla="val 387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sz="6600">
              <a:solidFill>
                <a:schemeClr val="bg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4E8CF27-A401-84F9-6C7E-920673FD02D1}"/>
              </a:ext>
            </a:extLst>
          </p:cNvPr>
          <p:cNvSpPr txBox="1"/>
          <p:nvPr/>
        </p:nvSpPr>
        <p:spPr>
          <a:xfrm>
            <a:off x="5934076" y="-56712"/>
            <a:ext cx="431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>
                <a:solidFill>
                  <a:schemeClr val="bg1"/>
                </a:solidFill>
                <a:latin typeface="Algerian" panose="04020705040A02060702" pitchFamily="82" charset="0"/>
              </a:rPr>
              <a:t>@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957D670-8C55-8FD4-9A69-CF8467045C35}"/>
              </a:ext>
            </a:extLst>
          </p:cNvPr>
          <p:cNvSpPr txBox="1"/>
          <p:nvPr/>
        </p:nvSpPr>
        <p:spPr>
          <a:xfrm>
            <a:off x="8893182" y="35620"/>
            <a:ext cx="3298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solidFill>
                  <a:schemeClr val="bg1"/>
                </a:solidFill>
                <a:latin typeface="Algerian" panose="04020705040A02060702" pitchFamily="82" charset="0"/>
              </a:rPr>
              <a:t>Already we have won!!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150EEE9-02FB-AA15-B1B0-CEB96944B3B5}"/>
              </a:ext>
            </a:extLst>
          </p:cNvPr>
          <p:cNvSpPr txBox="1"/>
          <p:nvPr/>
        </p:nvSpPr>
        <p:spPr>
          <a:xfrm>
            <a:off x="6365989" y="35620"/>
            <a:ext cx="2184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err="1">
                <a:solidFill>
                  <a:schemeClr val="bg1"/>
                </a:solidFill>
                <a:latin typeface="Algerian" panose="04020705040A02060702" pitchFamily="82" charset="0"/>
              </a:rPr>
              <a:t>m.Kimura</a:t>
            </a:r>
            <a:r>
              <a:rPr kumimoji="1" lang="en-US" altLang="ja-JP" sz="200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kumimoji="1" lang="en-US" altLang="ja-JP" sz="2000" err="1">
                <a:solidFill>
                  <a:schemeClr val="bg1"/>
                </a:solidFill>
                <a:latin typeface="Algerian" panose="04020705040A02060702" pitchFamily="82" charset="0"/>
              </a:rPr>
              <a:t>Y.eto</a:t>
            </a:r>
            <a:endParaRPr kumimoji="1" lang="ja-JP" altLang="en-US" sz="20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459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98446-A0CC-AC60-AFAA-52C86BC00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E66013F1-081C-BA6C-F764-DDB25808E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 trans="0" smoothness="0"/>
                    </a14:imgEffect>
                  </a14:imgLayer>
                </a14:imgProps>
              </a:ext>
            </a:extLst>
          </a:blip>
          <a:srcRect t="313" b="-1"/>
          <a:stretch/>
        </p:blipFill>
        <p:spPr>
          <a:xfrm>
            <a:off x="5934075" y="-2"/>
            <a:ext cx="6257925" cy="6865953"/>
          </a:xfrm>
          <a:prstGeom prst="rect">
            <a:avLst/>
          </a:prstGeom>
          <a:ln>
            <a:noFill/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7122A09-C157-E7A1-8994-90B5DC264554}"/>
              </a:ext>
            </a:extLst>
          </p:cNvPr>
          <p:cNvSpPr/>
          <p:nvPr/>
        </p:nvSpPr>
        <p:spPr>
          <a:xfrm>
            <a:off x="0" y="-1"/>
            <a:ext cx="6257924" cy="6865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7048D39-497B-FA87-C377-E1DDA2B5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10" y="534645"/>
            <a:ext cx="6167314" cy="970450"/>
          </a:xfrm>
        </p:spPr>
        <p:txBody>
          <a:bodyPr rtlCol="0" anchor="b">
            <a:noAutofit/>
          </a:bodyPr>
          <a:lstStyle/>
          <a:p>
            <a:pPr algn="l"/>
            <a:r>
              <a:rPr lang="en-US" altLang="ja-JP" sz="4400">
                <a:latin typeface="Algerian" panose="04020705040A02060702" pitchFamily="82" charset="0"/>
              </a:rPr>
              <a:t>Pros and Cons	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1DBB93-BF24-AFE7-9B64-C7D75C8F2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2039740"/>
            <a:ext cx="6167315" cy="4058751"/>
          </a:xfrm>
        </p:spPr>
        <p:txBody>
          <a:bodyPr rtlCol="0" anchor="t">
            <a:normAutofit/>
          </a:bodyPr>
          <a:lstStyle/>
          <a:p>
            <a:pPr rtl="0"/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It can lean skills of future society.</a:t>
            </a:r>
          </a:p>
          <a:p>
            <a:pPr rtl="0"/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It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cost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more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money,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so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we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need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to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be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supported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by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educational</a:t>
            </a:r>
            <a:r>
              <a:rPr lang="ja-JP" altLang="en-US" sz="32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institutions.</a:t>
            </a:r>
          </a:p>
          <a:p>
            <a:pPr rtl="0"/>
            <a:r>
              <a:rPr lang="en-US" altLang="ja-JP" sz="3200">
                <a:latin typeface="Meiryo UI" panose="020B0604030504040204" pitchFamily="50" charset="-128"/>
                <a:ea typeface="Meiryo UI" panose="020B0604030504040204" pitchFamily="50" charset="-128"/>
              </a:rPr>
              <a:t>Eyesight deteriorates. but we often using smartphone, it’s more problem.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20C17BD-26D0-573B-2A38-1817A0D9D5EA}"/>
              </a:ext>
            </a:extLst>
          </p:cNvPr>
          <p:cNvSpPr/>
          <p:nvPr/>
        </p:nvSpPr>
        <p:spPr>
          <a:xfrm>
            <a:off x="0" y="-5826"/>
            <a:ext cx="6257924" cy="471353"/>
          </a:xfrm>
          <a:prstGeom prst="roundRect">
            <a:avLst>
              <a:gd name="adj" fmla="val 387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 sz="6600">
              <a:solidFill>
                <a:schemeClr val="bg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CB11291-1D49-B66C-6935-E58573B49092}"/>
              </a:ext>
            </a:extLst>
          </p:cNvPr>
          <p:cNvSpPr txBox="1"/>
          <p:nvPr/>
        </p:nvSpPr>
        <p:spPr>
          <a:xfrm>
            <a:off x="0" y="-62538"/>
            <a:ext cx="4319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>
                <a:solidFill>
                  <a:schemeClr val="bg1"/>
                </a:solidFill>
                <a:latin typeface="Algerian" panose="04020705040A02060702" pitchFamily="82" charset="0"/>
              </a:rPr>
              <a:t>@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01191B7-4662-448A-8A47-29246F3D5D6A}"/>
              </a:ext>
            </a:extLst>
          </p:cNvPr>
          <p:cNvSpPr txBox="1"/>
          <p:nvPr/>
        </p:nvSpPr>
        <p:spPr>
          <a:xfrm>
            <a:off x="2959106" y="29794"/>
            <a:ext cx="3298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solidFill>
                  <a:schemeClr val="bg1"/>
                </a:solidFill>
                <a:latin typeface="Algerian" panose="04020705040A02060702" pitchFamily="82" charset="0"/>
              </a:rPr>
              <a:t>Already we have won!!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694592E-F722-9567-6AB2-09AABFDB4D8F}"/>
              </a:ext>
            </a:extLst>
          </p:cNvPr>
          <p:cNvSpPr txBox="1"/>
          <p:nvPr/>
        </p:nvSpPr>
        <p:spPr>
          <a:xfrm>
            <a:off x="431913" y="29794"/>
            <a:ext cx="2184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err="1">
                <a:solidFill>
                  <a:schemeClr val="bg1"/>
                </a:solidFill>
                <a:latin typeface="Algerian" panose="04020705040A02060702" pitchFamily="82" charset="0"/>
              </a:rPr>
              <a:t>m.Kimura</a:t>
            </a:r>
            <a:r>
              <a:rPr kumimoji="1" lang="en-US" altLang="ja-JP" sz="200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kumimoji="1" lang="en-US" altLang="ja-JP" sz="2000" err="1">
                <a:solidFill>
                  <a:schemeClr val="bg1"/>
                </a:solidFill>
                <a:latin typeface="Algerian" panose="04020705040A02060702" pitchFamily="82" charset="0"/>
              </a:rPr>
              <a:t>Y.eto</a:t>
            </a:r>
            <a:endParaRPr kumimoji="1" lang="ja-JP" altLang="en-US" sz="20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055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2FEE95D-6300-7FB4-9B91-71D549EFA01C}"/>
              </a:ext>
            </a:extLst>
          </p:cNvPr>
          <p:cNvSpPr txBox="1"/>
          <p:nvPr/>
        </p:nvSpPr>
        <p:spPr>
          <a:xfrm>
            <a:off x="5813322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t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777BB5D-951C-783E-D9DA-809E2945278F}"/>
              </a:ext>
            </a:extLst>
          </p:cNvPr>
          <p:cNvSpPr txBox="1"/>
          <p:nvPr/>
        </p:nvSpPr>
        <p:spPr>
          <a:xfrm>
            <a:off x="5813322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h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31CEDF3-7C67-5580-52FF-C6A333B5435E}"/>
              </a:ext>
            </a:extLst>
          </p:cNvPr>
          <p:cNvSpPr txBox="1"/>
          <p:nvPr/>
        </p:nvSpPr>
        <p:spPr>
          <a:xfrm>
            <a:off x="5813321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a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DE8127C-5911-6450-B405-6B3A478D5E13}"/>
              </a:ext>
            </a:extLst>
          </p:cNvPr>
          <p:cNvSpPr txBox="1"/>
          <p:nvPr/>
        </p:nvSpPr>
        <p:spPr>
          <a:xfrm>
            <a:off x="5813320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n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264E506-90BB-6301-130E-85B22E4EDBE3}"/>
              </a:ext>
            </a:extLst>
          </p:cNvPr>
          <p:cNvSpPr txBox="1"/>
          <p:nvPr/>
        </p:nvSpPr>
        <p:spPr>
          <a:xfrm>
            <a:off x="5813319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k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734BBF5-27EB-496B-D2B3-41FC37719849}"/>
              </a:ext>
            </a:extLst>
          </p:cNvPr>
          <p:cNvSpPr txBox="1"/>
          <p:nvPr/>
        </p:nvSpPr>
        <p:spPr>
          <a:xfrm>
            <a:off x="5818231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y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BE6E059-893A-20AC-11B4-77C2705D0665}"/>
              </a:ext>
            </a:extLst>
          </p:cNvPr>
          <p:cNvSpPr txBox="1"/>
          <p:nvPr/>
        </p:nvSpPr>
        <p:spPr>
          <a:xfrm>
            <a:off x="5823140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o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DF45243-C1DC-DC24-5A2D-B3C24A2C1D67}"/>
              </a:ext>
            </a:extLst>
          </p:cNvPr>
          <p:cNvSpPr txBox="1"/>
          <p:nvPr/>
        </p:nvSpPr>
        <p:spPr>
          <a:xfrm>
            <a:off x="5808410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u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3EFB5A4-0FC5-E21D-5D79-9E57B62E3282}"/>
              </a:ext>
            </a:extLst>
          </p:cNvPr>
          <p:cNvSpPr txBox="1"/>
          <p:nvPr/>
        </p:nvSpPr>
        <p:spPr>
          <a:xfrm>
            <a:off x="5828049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f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96152E8-9E5E-3688-6856-4D24DBEB6BC2}"/>
              </a:ext>
            </a:extLst>
          </p:cNvPr>
          <p:cNvSpPr txBox="1"/>
          <p:nvPr/>
        </p:nvSpPr>
        <p:spPr>
          <a:xfrm>
            <a:off x="5803501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o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8FDE215-C0C8-1FED-0C49-28A88DD1223A}"/>
              </a:ext>
            </a:extLst>
          </p:cNvPr>
          <p:cNvSpPr txBox="1"/>
          <p:nvPr/>
        </p:nvSpPr>
        <p:spPr>
          <a:xfrm>
            <a:off x="5798592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r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2315222-E86B-3350-8669-D470DFFB467F}"/>
              </a:ext>
            </a:extLst>
          </p:cNvPr>
          <p:cNvSpPr txBox="1"/>
          <p:nvPr/>
        </p:nvSpPr>
        <p:spPr>
          <a:xfrm>
            <a:off x="5832958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l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897222E-D936-6D35-6D61-19916001D884}"/>
              </a:ext>
            </a:extLst>
          </p:cNvPr>
          <p:cNvSpPr txBox="1"/>
          <p:nvPr/>
        </p:nvSpPr>
        <p:spPr>
          <a:xfrm>
            <a:off x="5813336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err="1">
                <a:solidFill>
                  <a:schemeClr val="bg1"/>
                </a:solidFill>
                <a:latin typeface="Algerian" panose="04020705040A02060702" pitchFamily="82" charset="0"/>
              </a:rPr>
              <a:t>i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2899B22-6028-76AA-89E0-5CAF61C9E2D9}"/>
              </a:ext>
            </a:extLst>
          </p:cNvPr>
          <p:cNvSpPr txBox="1"/>
          <p:nvPr/>
        </p:nvSpPr>
        <p:spPr>
          <a:xfrm>
            <a:off x="5818230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s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93563D8-D64A-27A0-6C40-F16373874A9F}"/>
              </a:ext>
            </a:extLst>
          </p:cNvPr>
          <p:cNvSpPr txBox="1"/>
          <p:nvPr/>
        </p:nvSpPr>
        <p:spPr>
          <a:xfrm>
            <a:off x="5828048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t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E3A13C3-0F72-E338-CE13-43E9314267AE}"/>
              </a:ext>
            </a:extLst>
          </p:cNvPr>
          <p:cNvSpPr txBox="1"/>
          <p:nvPr/>
        </p:nvSpPr>
        <p:spPr>
          <a:xfrm>
            <a:off x="5805955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e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96F8BAB-9BC6-4759-C5CF-A5C8FCD23962}"/>
              </a:ext>
            </a:extLst>
          </p:cNvPr>
          <p:cNvSpPr txBox="1"/>
          <p:nvPr/>
        </p:nvSpPr>
        <p:spPr>
          <a:xfrm>
            <a:off x="5808396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n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849CF54-326E-B033-6065-3314D2D7D8A0}"/>
              </a:ext>
            </a:extLst>
          </p:cNvPr>
          <p:cNvSpPr txBox="1"/>
          <p:nvPr/>
        </p:nvSpPr>
        <p:spPr>
          <a:xfrm>
            <a:off x="5832957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err="1">
                <a:solidFill>
                  <a:schemeClr val="bg1"/>
                </a:solidFill>
                <a:latin typeface="Algerian" panose="04020705040A02060702" pitchFamily="82" charset="0"/>
              </a:rPr>
              <a:t>i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18D1E9D-1889-4FB1-9D18-A51B8503E5F2}"/>
              </a:ext>
            </a:extLst>
          </p:cNvPr>
          <p:cNvSpPr txBox="1"/>
          <p:nvPr/>
        </p:nvSpPr>
        <p:spPr>
          <a:xfrm>
            <a:off x="5832957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n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741E78C-7581-B95C-AE4A-17648169C274}"/>
              </a:ext>
            </a:extLst>
          </p:cNvPr>
          <p:cNvSpPr txBox="1"/>
          <p:nvPr/>
        </p:nvSpPr>
        <p:spPr>
          <a:xfrm>
            <a:off x="5832957" y="2967335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solidFill>
                  <a:schemeClr val="bg1"/>
                </a:solidFill>
                <a:latin typeface="Algerian" panose="04020705040A02060702" pitchFamily="82" charset="0"/>
              </a:rPr>
              <a:t>g</a:t>
            </a:r>
            <a:endParaRPr kumimoji="1" lang="ja-JP" altLang="en-US" sz="540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113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C350D-D4F8-D640-2C8F-C87EE8E5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C033AF-527B-9F56-0FF9-39C75C66C23C}"/>
              </a:ext>
            </a:extLst>
          </p:cNvPr>
          <p:cNvSpPr txBox="1"/>
          <p:nvPr/>
        </p:nvSpPr>
        <p:spPr>
          <a:xfrm>
            <a:off x="3918151" y="2040898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t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72D9D55-44EA-BF20-35D2-FBB6DEB7FD33}"/>
              </a:ext>
            </a:extLst>
          </p:cNvPr>
          <p:cNvSpPr txBox="1"/>
          <p:nvPr/>
        </p:nvSpPr>
        <p:spPr>
          <a:xfrm>
            <a:off x="4316303" y="2040898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h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8CFE4AA-7B03-CB97-6C3F-85FD16996631}"/>
              </a:ext>
            </a:extLst>
          </p:cNvPr>
          <p:cNvSpPr txBox="1"/>
          <p:nvPr/>
        </p:nvSpPr>
        <p:spPr>
          <a:xfrm>
            <a:off x="4807950" y="2040898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a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FF2B4CB-7516-7002-686F-441565913E5F}"/>
              </a:ext>
            </a:extLst>
          </p:cNvPr>
          <p:cNvSpPr txBox="1"/>
          <p:nvPr/>
        </p:nvSpPr>
        <p:spPr>
          <a:xfrm>
            <a:off x="5363503" y="2040898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n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49FEECA-9524-9312-CB6D-67DC64C3EB5A}"/>
              </a:ext>
            </a:extLst>
          </p:cNvPr>
          <p:cNvSpPr txBox="1"/>
          <p:nvPr/>
        </p:nvSpPr>
        <p:spPr>
          <a:xfrm>
            <a:off x="5761706" y="2040898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k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ED48EA7-7E23-6408-6BAD-62DBD5EA9A57}"/>
              </a:ext>
            </a:extLst>
          </p:cNvPr>
          <p:cNvSpPr txBox="1"/>
          <p:nvPr/>
        </p:nvSpPr>
        <p:spPr>
          <a:xfrm>
            <a:off x="6808813" y="2040898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y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74AAC6D-28BA-0BBB-400B-F1C3921BECE5}"/>
              </a:ext>
            </a:extLst>
          </p:cNvPr>
          <p:cNvSpPr txBox="1"/>
          <p:nvPr/>
        </p:nvSpPr>
        <p:spPr>
          <a:xfrm>
            <a:off x="7300460" y="2040898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o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3BB5502-5701-6B79-88F1-246D49BEF394}"/>
              </a:ext>
            </a:extLst>
          </p:cNvPr>
          <p:cNvSpPr txBox="1"/>
          <p:nvPr/>
        </p:nvSpPr>
        <p:spPr>
          <a:xfrm>
            <a:off x="7750250" y="2040898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u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C79D66F-4D46-E34A-A649-38CA21573831}"/>
              </a:ext>
            </a:extLst>
          </p:cNvPr>
          <p:cNvSpPr txBox="1"/>
          <p:nvPr/>
        </p:nvSpPr>
        <p:spPr>
          <a:xfrm>
            <a:off x="5380679" y="2699307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f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020AD27-7902-CE54-8159-1DC2A2C08C7A}"/>
              </a:ext>
            </a:extLst>
          </p:cNvPr>
          <p:cNvSpPr txBox="1"/>
          <p:nvPr/>
        </p:nvSpPr>
        <p:spPr>
          <a:xfrm>
            <a:off x="5761707" y="2699307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o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3CB8A8E-A2D3-B988-70DF-7D42074A0A02}"/>
              </a:ext>
            </a:extLst>
          </p:cNvPr>
          <p:cNvSpPr txBox="1"/>
          <p:nvPr/>
        </p:nvSpPr>
        <p:spPr>
          <a:xfrm>
            <a:off x="6243458" y="2699307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r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2C28A64-0983-62FE-F01D-75F3D7944333}"/>
              </a:ext>
            </a:extLst>
          </p:cNvPr>
          <p:cNvSpPr txBox="1"/>
          <p:nvPr/>
        </p:nvSpPr>
        <p:spPr>
          <a:xfrm>
            <a:off x="4200829" y="3365340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l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C4033F9-A04C-D43E-D562-A4D577E07757}"/>
              </a:ext>
            </a:extLst>
          </p:cNvPr>
          <p:cNvSpPr txBox="1"/>
          <p:nvPr/>
        </p:nvSpPr>
        <p:spPr>
          <a:xfrm>
            <a:off x="4645639" y="3368452"/>
            <a:ext cx="324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err="1">
                <a:latin typeface="Algerian" panose="04020705040A02060702" pitchFamily="82" charset="0"/>
              </a:rPr>
              <a:t>i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436AAE7-F007-886B-7197-6C5D389F8458}"/>
              </a:ext>
            </a:extLst>
          </p:cNvPr>
          <p:cNvSpPr txBox="1"/>
          <p:nvPr/>
        </p:nvSpPr>
        <p:spPr>
          <a:xfrm>
            <a:off x="4886587" y="3371564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s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B9CFB5B-9E1A-385E-F72D-E81694BD56D7}"/>
              </a:ext>
            </a:extLst>
          </p:cNvPr>
          <p:cNvSpPr txBox="1"/>
          <p:nvPr/>
        </p:nvSpPr>
        <p:spPr>
          <a:xfrm>
            <a:off x="5321682" y="3370008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t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C42C20E-B206-2D8C-32CC-0BA23D864B56}"/>
              </a:ext>
            </a:extLst>
          </p:cNvPr>
          <p:cNvSpPr txBox="1"/>
          <p:nvPr/>
        </p:nvSpPr>
        <p:spPr>
          <a:xfrm>
            <a:off x="5737101" y="3370008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e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B5271AF-83F1-7531-5F63-621C7AE4FDB1}"/>
              </a:ext>
            </a:extLst>
          </p:cNvPr>
          <p:cNvSpPr txBox="1"/>
          <p:nvPr/>
        </p:nvSpPr>
        <p:spPr>
          <a:xfrm>
            <a:off x="6169714" y="3370008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n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1F1C39F-7E7C-95EB-BC3F-83394D574D46}"/>
              </a:ext>
            </a:extLst>
          </p:cNvPr>
          <p:cNvSpPr txBox="1"/>
          <p:nvPr/>
        </p:nvSpPr>
        <p:spPr>
          <a:xfrm>
            <a:off x="6621997" y="3370008"/>
            <a:ext cx="373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err="1">
                <a:latin typeface="Algerian" panose="04020705040A02060702" pitchFamily="82" charset="0"/>
              </a:rPr>
              <a:t>i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8C0F291-7C7F-EE2A-C2F0-78995709805A}"/>
              </a:ext>
            </a:extLst>
          </p:cNvPr>
          <p:cNvSpPr txBox="1"/>
          <p:nvPr/>
        </p:nvSpPr>
        <p:spPr>
          <a:xfrm>
            <a:off x="6892417" y="3370008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n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F4D2C75-8E13-8091-DC8C-B425819276AF}"/>
              </a:ext>
            </a:extLst>
          </p:cNvPr>
          <p:cNvSpPr txBox="1"/>
          <p:nvPr/>
        </p:nvSpPr>
        <p:spPr>
          <a:xfrm>
            <a:off x="7300460" y="3370008"/>
            <a:ext cx="56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g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082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2568A-9933-8B13-FBFD-5E0CFBD77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D8A9C7-C8FE-87F1-8C87-77FCBD34498D}"/>
              </a:ext>
            </a:extLst>
          </p:cNvPr>
          <p:cNvSpPr txBox="1"/>
          <p:nvPr/>
        </p:nvSpPr>
        <p:spPr>
          <a:xfrm>
            <a:off x="18722518" y="-8295466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t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493DE1E-8F5B-71BD-2260-E8BEA327F607}"/>
              </a:ext>
            </a:extLst>
          </p:cNvPr>
          <p:cNvSpPr txBox="1"/>
          <p:nvPr/>
        </p:nvSpPr>
        <p:spPr>
          <a:xfrm>
            <a:off x="4220710" y="14674212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h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62A386C-EAB9-FD1C-F62F-96CA34752B53}"/>
              </a:ext>
            </a:extLst>
          </p:cNvPr>
          <p:cNvSpPr txBox="1"/>
          <p:nvPr/>
        </p:nvSpPr>
        <p:spPr>
          <a:xfrm>
            <a:off x="-15229676" y="-11315700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a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69A3640-CBF5-15C9-95C9-19F07338F45B}"/>
              </a:ext>
            </a:extLst>
          </p:cNvPr>
          <p:cNvSpPr txBox="1"/>
          <p:nvPr/>
        </p:nvSpPr>
        <p:spPr>
          <a:xfrm>
            <a:off x="25092546" y="10700220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n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209E26-78DB-A73E-A048-D3BEF355CC76}"/>
              </a:ext>
            </a:extLst>
          </p:cNvPr>
          <p:cNvSpPr txBox="1"/>
          <p:nvPr/>
        </p:nvSpPr>
        <p:spPr>
          <a:xfrm>
            <a:off x="17267041" y="17853406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k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6682BD8-D7E2-6AA5-5108-E425D16F9432}"/>
              </a:ext>
            </a:extLst>
          </p:cNvPr>
          <p:cNvSpPr txBox="1"/>
          <p:nvPr/>
        </p:nvSpPr>
        <p:spPr>
          <a:xfrm>
            <a:off x="-13094719" y="15958309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y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B4070FD-DC30-C047-5262-12E99A3B4F4B}"/>
              </a:ext>
            </a:extLst>
          </p:cNvPr>
          <p:cNvSpPr txBox="1"/>
          <p:nvPr/>
        </p:nvSpPr>
        <p:spPr>
          <a:xfrm>
            <a:off x="-6900157" y="-8004039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o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204E4C1-5A28-CB51-A3F8-D2F8B4011F57}"/>
              </a:ext>
            </a:extLst>
          </p:cNvPr>
          <p:cNvSpPr txBox="1"/>
          <p:nvPr/>
        </p:nvSpPr>
        <p:spPr>
          <a:xfrm>
            <a:off x="22751911" y="-1486691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u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C8D761C-B74F-BFB5-D5B2-D63C2F436F3E}"/>
              </a:ext>
            </a:extLst>
          </p:cNvPr>
          <p:cNvSpPr txBox="1"/>
          <p:nvPr/>
        </p:nvSpPr>
        <p:spPr>
          <a:xfrm>
            <a:off x="6402973" y="-8418186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f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D25D61F-10A2-D52C-D779-C04DA068C163}"/>
              </a:ext>
            </a:extLst>
          </p:cNvPr>
          <p:cNvSpPr txBox="1"/>
          <p:nvPr/>
        </p:nvSpPr>
        <p:spPr>
          <a:xfrm>
            <a:off x="26548023" y="6858337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o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6063746-2994-0371-9CFC-553FDA52AA90}"/>
              </a:ext>
            </a:extLst>
          </p:cNvPr>
          <p:cNvSpPr txBox="1"/>
          <p:nvPr/>
        </p:nvSpPr>
        <p:spPr>
          <a:xfrm>
            <a:off x="-15240000" y="3721705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r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80BE362-C32B-A123-5AA7-F3EE92D0B06E}"/>
              </a:ext>
            </a:extLst>
          </p:cNvPr>
          <p:cNvSpPr txBox="1"/>
          <p:nvPr/>
        </p:nvSpPr>
        <p:spPr>
          <a:xfrm>
            <a:off x="-4409333" y="15311481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l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A1B5D8D-D1CF-DCDC-9D71-0FF2F0EA0C25}"/>
              </a:ext>
            </a:extLst>
          </p:cNvPr>
          <p:cNvSpPr txBox="1"/>
          <p:nvPr/>
        </p:nvSpPr>
        <p:spPr>
          <a:xfrm>
            <a:off x="15274208" y="-8004039"/>
            <a:ext cx="835532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err="1">
                <a:latin typeface="Algerian" panose="04020705040A02060702" pitchFamily="82" charset="0"/>
              </a:rPr>
              <a:t>i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72240A0-1C06-48CE-7661-59A4697CA83A}"/>
              </a:ext>
            </a:extLst>
          </p:cNvPr>
          <p:cNvSpPr txBox="1"/>
          <p:nvPr/>
        </p:nvSpPr>
        <p:spPr>
          <a:xfrm>
            <a:off x="10413616" y="16569310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s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85D4B85-4947-0FBF-9862-3F9BC4581790}"/>
              </a:ext>
            </a:extLst>
          </p:cNvPr>
          <p:cNvSpPr txBox="1"/>
          <p:nvPr/>
        </p:nvSpPr>
        <p:spPr>
          <a:xfrm>
            <a:off x="-14912487" y="-2770788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t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79F5FB1-FD21-34EB-A606-030275480AC6}"/>
              </a:ext>
            </a:extLst>
          </p:cNvPr>
          <p:cNvSpPr txBox="1"/>
          <p:nvPr/>
        </p:nvSpPr>
        <p:spPr>
          <a:xfrm>
            <a:off x="26548023" y="196668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e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98D1378-A19D-CB7C-20D4-CD275CAAA8C4}"/>
              </a:ext>
            </a:extLst>
          </p:cNvPr>
          <p:cNvSpPr txBox="1"/>
          <p:nvPr/>
        </p:nvSpPr>
        <p:spPr>
          <a:xfrm>
            <a:off x="2238213" y="-8747506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n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19195E9-CFDB-A399-5F3C-9B8D724F05C1}"/>
              </a:ext>
            </a:extLst>
          </p:cNvPr>
          <p:cNvSpPr txBox="1"/>
          <p:nvPr/>
        </p:nvSpPr>
        <p:spPr>
          <a:xfrm>
            <a:off x="15147780" y="14541520"/>
            <a:ext cx="961960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err="1">
                <a:latin typeface="Algerian" panose="04020705040A02060702" pitchFamily="82" charset="0"/>
              </a:rPr>
              <a:t>i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516A3F4-9694-98F9-AED3-591CBD49CBCC}"/>
              </a:ext>
            </a:extLst>
          </p:cNvPr>
          <p:cNvSpPr txBox="1"/>
          <p:nvPr/>
        </p:nvSpPr>
        <p:spPr>
          <a:xfrm>
            <a:off x="10838591" y="-9702283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n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2F38545-023C-0EC8-A277-EEB48EF2746E}"/>
              </a:ext>
            </a:extLst>
          </p:cNvPr>
          <p:cNvSpPr txBox="1"/>
          <p:nvPr/>
        </p:nvSpPr>
        <p:spPr>
          <a:xfrm>
            <a:off x="-1926547" y="-10319736"/>
            <a:ext cx="1455476" cy="2568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>
                <a:latin typeface="Algerian" panose="04020705040A02060702" pitchFamily="82" charset="0"/>
              </a:rPr>
              <a:t>g</a:t>
            </a:r>
            <a:endParaRPr kumimoji="1" lang="ja-JP" altLang="en-US" sz="540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053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411</Words>
  <Application>Microsoft Office PowerPoint</Application>
  <PresentationFormat>ワイド画面</PresentationFormat>
  <Paragraphs>123</Paragraphs>
  <Slides>7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Meiryo UI</vt:lpstr>
      <vt:lpstr>游ゴシック</vt:lpstr>
      <vt:lpstr>Algerian</vt:lpstr>
      <vt:lpstr>Aptos</vt:lpstr>
      <vt:lpstr>Aptos Display</vt:lpstr>
      <vt:lpstr>Arial</vt:lpstr>
      <vt:lpstr>Office Theme</vt:lpstr>
      <vt:lpstr>PowerPoint プレゼンテーション</vt:lpstr>
      <vt:lpstr>Reasons for running</vt:lpstr>
      <vt:lpstr>What we want to do</vt:lpstr>
      <vt:lpstr>Pros and Cons 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木村　湊</dc:creator>
  <cp:lastModifiedBy>木村　湊</cp:lastModifiedBy>
  <cp:revision>1</cp:revision>
  <dcterms:created xsi:type="dcterms:W3CDTF">2024-11-26T12:09:13Z</dcterms:created>
  <dcterms:modified xsi:type="dcterms:W3CDTF">2024-11-27T00:33:37Z</dcterms:modified>
</cp:coreProperties>
</file>