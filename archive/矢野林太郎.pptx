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168" y="78"/>
      </p:cViewPr>
      <p:guideLst>
        <p:guide orient="horz" pos="312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2C58DA09-7096-430F-8C1C-02EB6D82C461}"/>
    <pc:docChg chg="undo custSel modSld">
      <pc:chgData name="木村　湊" userId="18030a92-e387-4fb8-9fb3-56230bee2947" providerId="ADAL" clId="{2C58DA09-7096-430F-8C1C-02EB6D82C461}" dt="2025-06-22T05:00:18.945" v="1" actId="1076"/>
      <pc:docMkLst>
        <pc:docMk/>
      </pc:docMkLst>
      <pc:sldChg chg="modSp mod">
        <pc:chgData name="木村　湊" userId="18030a92-e387-4fb8-9fb3-56230bee2947" providerId="ADAL" clId="{2C58DA09-7096-430F-8C1C-02EB6D82C461}" dt="2025-06-22T05:00:18.945" v="1" actId="1076"/>
        <pc:sldMkLst>
          <pc:docMk/>
          <pc:sldMk cId="2570087162" sldId="256"/>
        </pc:sldMkLst>
        <pc:picChg chg="mod">
          <ac:chgData name="木村　湊" userId="18030a92-e387-4fb8-9fb3-56230bee2947" providerId="ADAL" clId="{2C58DA09-7096-430F-8C1C-02EB6D82C461}" dt="2025-06-22T05:00:18.945" v="1" actId="1076"/>
          <ac:picMkLst>
            <pc:docMk/>
            <pc:sldMk cId="2570087162" sldId="256"/>
            <ac:picMk id="5" creationId="{D358A4F8-89FC-A04F-5E33-9D4618DFDB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19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09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87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917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36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45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3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4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38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34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F4854-EC19-4D93-BAB7-1E189BC64AF5}" type="datetimeFigureOut">
              <a:rPr kumimoji="1" lang="ja-JP" altLang="en-US" smtClean="0"/>
              <a:t>2025/6/22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BD6AF-4589-4D99-8817-3B20D3A15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03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丘の上にある岩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0C75058-7FDD-A4E5-D35D-515EED581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37103" y="0"/>
            <a:ext cx="14860040" cy="11157886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B6A7788-9F89-C67E-CC0E-1B49410AF189}"/>
              </a:ext>
            </a:extLst>
          </p:cNvPr>
          <p:cNvSpPr txBox="1"/>
          <p:nvPr/>
        </p:nvSpPr>
        <p:spPr>
          <a:xfrm>
            <a:off x="-19050" y="-704850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600" dirty="0">
                <a:ln w="152400">
                  <a:solidFill>
                    <a:schemeClr val="bg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矢野</a:t>
            </a:r>
          </a:p>
        </p:txBody>
      </p:sp>
      <p:pic>
        <p:nvPicPr>
          <p:cNvPr id="5" name="図 4" descr="人, 男, 持つ, 立つ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358A4F8-89FC-A04F-5E33-9D4618DFD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3022" y="-1211580"/>
            <a:ext cx="9430663" cy="1676562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EF4A9D-D7F5-F656-6A23-EECAE75ABDD6}"/>
              </a:ext>
            </a:extLst>
          </p:cNvPr>
          <p:cNvSpPr txBox="1"/>
          <p:nvPr/>
        </p:nvSpPr>
        <p:spPr>
          <a:xfrm>
            <a:off x="-19050" y="-704850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600" dirty="0">
                <a:ln w="762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矢野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4F5F62F-6EEB-9054-83E1-1FB1847114B6}"/>
              </a:ext>
            </a:extLst>
          </p:cNvPr>
          <p:cNvSpPr txBox="1"/>
          <p:nvPr/>
        </p:nvSpPr>
        <p:spPr>
          <a:xfrm>
            <a:off x="2526902" y="1697276"/>
            <a:ext cx="1143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n w="76200">
                  <a:solidFill>
                    <a:schemeClr val="bg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やの</a:t>
            </a:r>
            <a:endParaRPr kumimoji="1" lang="en-US" altLang="ja-JP" sz="4000" dirty="0">
              <a:ln w="76200">
                <a:solidFill>
                  <a:schemeClr val="bg1"/>
                </a:solidFill>
              </a:ln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CBAEBA-FA7A-3071-1C91-4940F802EF6F}"/>
              </a:ext>
            </a:extLst>
          </p:cNvPr>
          <p:cNvSpPr txBox="1"/>
          <p:nvPr/>
        </p:nvSpPr>
        <p:spPr>
          <a:xfrm>
            <a:off x="2526903" y="1697276"/>
            <a:ext cx="1143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やの</a:t>
            </a:r>
            <a:endParaRPr kumimoji="1" lang="en-US" altLang="ja-JP" sz="4000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BD67446-5341-E63A-8439-5050863A80D3}"/>
              </a:ext>
            </a:extLst>
          </p:cNvPr>
          <p:cNvSpPr/>
          <p:nvPr/>
        </p:nvSpPr>
        <p:spPr>
          <a:xfrm rot="21194137">
            <a:off x="-1420786" y="7012860"/>
            <a:ext cx="9326190" cy="56714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A8FE852-896E-A9F9-7C13-43D8496727F7}"/>
              </a:ext>
            </a:extLst>
          </p:cNvPr>
          <p:cNvSpPr txBox="1"/>
          <p:nvPr/>
        </p:nvSpPr>
        <p:spPr>
          <a:xfrm>
            <a:off x="-284043" y="3055799"/>
            <a:ext cx="1661993" cy="6845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9600" b="1" dirty="0">
                <a:ln w="114300">
                  <a:solidFill>
                    <a:schemeClr val="bg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りんたろう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AF71E-3F27-D6FD-1770-384787A9E3F3}"/>
              </a:ext>
            </a:extLst>
          </p:cNvPr>
          <p:cNvSpPr txBox="1"/>
          <p:nvPr/>
        </p:nvSpPr>
        <p:spPr>
          <a:xfrm>
            <a:off x="-284043" y="3060700"/>
            <a:ext cx="1661993" cy="6845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9600" b="1" dirty="0">
                <a:ln w="57150">
                  <a:solidFill>
                    <a:schemeClr val="tx1"/>
                  </a:solidFill>
                </a:ln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りんたろう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C1CB62-7588-7061-DC4C-72A1D5C0614C}"/>
              </a:ext>
            </a:extLst>
          </p:cNvPr>
          <p:cNvSpPr txBox="1"/>
          <p:nvPr/>
        </p:nvSpPr>
        <p:spPr>
          <a:xfrm rot="21191602">
            <a:off x="2322697" y="7064338"/>
            <a:ext cx="4207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高校生にも</a:t>
            </a:r>
            <a:endParaRPr kumimoji="1" lang="en-US" altLang="ja-JP" sz="48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48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少子化対策を</a:t>
            </a:r>
            <a:r>
              <a:rPr kumimoji="1" lang="en-US" altLang="ja-JP" sz="48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!</a:t>
            </a:r>
            <a:endParaRPr kumimoji="1" lang="en-US" altLang="ja-JP" sz="2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en-US" altLang="ja-JP" sz="2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		</a:t>
            </a:r>
            <a:r>
              <a:rPr kumimoji="1" lang="ja-JP" altLang="en-US" sz="2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中学生でも早くない</a:t>
            </a:r>
            <a:endParaRPr kumimoji="1" lang="ja-JP" altLang="en-US" sz="20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1F6E8F-5AFC-A692-8460-C8FC4E108D51}"/>
              </a:ext>
            </a:extLst>
          </p:cNvPr>
          <p:cNvSpPr txBox="1"/>
          <p:nvPr/>
        </p:nvSpPr>
        <p:spPr>
          <a:xfrm>
            <a:off x="320040" y="9150251"/>
            <a:ext cx="7520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+mn-ea"/>
              </a:rPr>
              <a:t>三田祥雲館高校歴</a:t>
            </a:r>
            <a:r>
              <a:rPr kumimoji="1" lang="en-US" altLang="ja-JP" dirty="0">
                <a:solidFill>
                  <a:schemeClr val="bg1"/>
                </a:solidFill>
                <a:latin typeface="+mn-ea"/>
              </a:rPr>
              <a:t>3</a:t>
            </a:r>
            <a:r>
              <a:rPr kumimoji="1" lang="ja-JP" altLang="en-US" dirty="0">
                <a:solidFill>
                  <a:schemeClr val="bg1"/>
                </a:solidFill>
                <a:latin typeface="+mn-ea"/>
              </a:rPr>
              <a:t>年目。</a:t>
            </a:r>
            <a:endParaRPr kumimoji="1" lang="en-US" altLang="ja-JP" dirty="0">
              <a:solidFill>
                <a:schemeClr val="bg1"/>
              </a:solidFill>
              <a:latin typeface="+mn-ea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+mn-ea"/>
              </a:rPr>
              <a:t>将来はニートを目指す。</a:t>
            </a:r>
            <a:r>
              <a:rPr kumimoji="1" lang="en-US" altLang="ja-JP" dirty="0">
                <a:solidFill>
                  <a:schemeClr val="bg1"/>
                </a:solidFill>
                <a:latin typeface="+mn-ea"/>
              </a:rPr>
              <a:t>			4/13(</a:t>
            </a:r>
            <a:r>
              <a:rPr kumimoji="1" lang="ja-JP" altLang="en-US" dirty="0">
                <a:solidFill>
                  <a:schemeClr val="bg1"/>
                </a:solidFill>
                <a:latin typeface="+mn-ea"/>
              </a:rPr>
              <a:t>日</a:t>
            </a:r>
            <a:r>
              <a:rPr kumimoji="1" lang="en-US" altLang="ja-JP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ja-JP" altLang="en-US" dirty="0">
                <a:solidFill>
                  <a:schemeClr val="bg1"/>
                </a:solidFill>
                <a:latin typeface="+mn-ea"/>
              </a:rPr>
              <a:t>は投票へ</a:t>
            </a:r>
          </a:p>
        </p:txBody>
      </p:sp>
    </p:spTree>
    <p:extLst>
      <p:ext uri="{BB962C8B-B14F-4D97-AF65-F5344CB8AC3E}">
        <p14:creationId xmlns:p14="http://schemas.microsoft.com/office/powerpoint/2010/main" val="257008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3B503CAD69548468CB86F96F2CA481C" ma:contentTypeVersion="15" ma:contentTypeDescription="新しいドキュメントを作成します。" ma:contentTypeScope="" ma:versionID="bbbe06341ec88e6fcdcd02a998631067">
  <xsd:schema xmlns:xsd="http://www.w3.org/2001/XMLSchema" xmlns:xs="http://www.w3.org/2001/XMLSchema" xmlns:p="http://schemas.microsoft.com/office/2006/metadata/properties" xmlns:ns3="5e695479-9f86-4d28-a255-dc4936a6e9d5" xmlns:ns4="418b2016-e423-42e4-8697-24ae404e757a" targetNamespace="http://schemas.microsoft.com/office/2006/metadata/properties" ma:root="true" ma:fieldsID="85c1049720cdc36d36a5eb7a14b72d39" ns3:_="" ns4:_="">
    <xsd:import namespace="5e695479-9f86-4d28-a255-dc4936a6e9d5"/>
    <xsd:import namespace="418b2016-e423-42e4-8697-24ae404e757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95479-9f86-4d28-a255-dc4936a6e9d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b2016-e423-42e4-8697-24ae404e757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695479-9f86-4d28-a255-dc4936a6e9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626F69-DF35-45B3-A252-F0DA58F44A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95479-9f86-4d28-a255-dc4936a6e9d5"/>
    <ds:schemaRef ds:uri="418b2016-e423-42e4-8697-24ae404e75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77824A-D1FC-4C4D-96A4-33D8B6322D70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5e695479-9f86-4d28-a255-dc4936a6e9d5"/>
    <ds:schemaRef ds:uri="http://schemas.microsoft.com/office/infopath/2007/PartnerControls"/>
    <ds:schemaRef ds:uri="http://schemas.openxmlformats.org/package/2006/metadata/core-properties"/>
    <ds:schemaRef ds:uri="418b2016-e423-42e4-8697-24ae404e757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94FDB46-8612-4050-906C-3F3BFC192C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43</Words>
  <Application>Microsoft Office PowerPoint</Application>
  <PresentationFormat>A4 210 x 297 mm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HGP創英角ｺﾞｼｯｸUB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　湊</dc:creator>
  <cp:lastModifiedBy>木村　湊</cp:lastModifiedBy>
  <cp:revision>1</cp:revision>
  <dcterms:created xsi:type="dcterms:W3CDTF">2025-04-06T17:43:39Z</dcterms:created>
  <dcterms:modified xsi:type="dcterms:W3CDTF">2025-06-22T05:00:21Z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0x01010003B503CAD69548468CB86F96F2CA481C</vt:lpwstr>
  </property>
</Properties>
</file>