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0000"/>
    <a:srgbClr val="BC0000"/>
    <a:srgbClr val="FF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DE3E0-341D-FFF8-4ED0-DF858C047F7B}" v="2" dt="2025-04-17T03:33:32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032"/>
        <p:guide pos="302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公文　惟翔" userId="S::3005g232211@pssk.hyogo-c.ed.jp::bcf9bcfb-d3d4-4751-b145-9fd5eb07e4cd" providerId="AD" clId="Web-{70E3856D-42A6-86B7-9B45-AEED07FCE0D2}"/>
    <pc:docChg chg="modSld">
      <pc:chgData name="公文　惟翔" userId="S::3005g232211@pssk.hyogo-c.ed.jp::bcf9bcfb-d3d4-4751-b145-9fd5eb07e4cd" providerId="AD" clId="Web-{70E3856D-42A6-86B7-9B45-AEED07FCE0D2}" dt="2024-12-20T05:48:42.255" v="5" actId="20577"/>
      <pc:docMkLst>
        <pc:docMk/>
      </pc:docMkLst>
      <pc:sldChg chg="modSp">
        <pc:chgData name="公文　惟翔" userId="S::3005g232211@pssk.hyogo-c.ed.jp::bcf9bcfb-d3d4-4751-b145-9fd5eb07e4cd" providerId="AD" clId="Web-{70E3856D-42A6-86B7-9B45-AEED07FCE0D2}" dt="2024-12-20T05:48:42.255" v="5" actId="20577"/>
        <pc:sldMkLst>
          <pc:docMk/>
          <pc:sldMk cId="299630127" sldId="256"/>
        </pc:sldMkLst>
        <pc:spChg chg="mod">
          <ac:chgData name="公文　惟翔" userId="S::3005g232211@pssk.hyogo-c.ed.jp::bcf9bcfb-d3d4-4751-b145-9fd5eb07e4cd" providerId="AD" clId="Web-{70E3856D-42A6-86B7-9B45-AEED07FCE0D2}" dt="2024-12-20T05:48:42.255" v="5" actId="20577"/>
          <ac:spMkLst>
            <pc:docMk/>
            <pc:sldMk cId="299630127" sldId="256"/>
            <ac:spMk id="8" creationId="{B6F08484-BE7C-71FE-C0CC-D511DB21A6CB}"/>
          </ac:spMkLst>
        </pc:spChg>
        <pc:spChg chg="mod">
          <ac:chgData name="公文　惟翔" userId="S::3005g232211@pssk.hyogo-c.ed.jp::bcf9bcfb-d3d4-4751-b145-9fd5eb07e4cd" providerId="AD" clId="Web-{70E3856D-42A6-86B7-9B45-AEED07FCE0D2}" dt="2024-12-20T04:54:33.276" v="4" actId="20577"/>
          <ac:spMkLst>
            <pc:docMk/>
            <pc:sldMk cId="299630127" sldId="256"/>
            <ac:spMk id="12" creationId="{1BA0EDB1-97F4-219A-2F2C-DC49C77752E8}"/>
          </ac:spMkLst>
        </pc:spChg>
      </pc:sldChg>
    </pc:docChg>
  </pc:docChgLst>
  <pc:docChgLst>
    <pc:chgData name="木村　湊" userId="18030a92-e387-4fb8-9fb3-56230bee2947" providerId="ADAL" clId="{AC6A3EE6-9100-4751-9A4F-A301B657A0C1}"/>
    <pc:docChg chg="undo custSel modSld">
      <pc:chgData name="木村　湊" userId="18030a92-e387-4fb8-9fb3-56230bee2947" providerId="ADAL" clId="{AC6A3EE6-9100-4751-9A4F-A301B657A0C1}" dt="2025-02-04T07:13:13.325" v="5027"/>
      <pc:docMkLst>
        <pc:docMk/>
      </pc:docMkLst>
      <pc:sldChg chg="addSp delSp modSp mod setBg">
        <pc:chgData name="木村　湊" userId="18030a92-e387-4fb8-9fb3-56230bee2947" providerId="ADAL" clId="{AC6A3EE6-9100-4751-9A4F-A301B657A0C1}" dt="2025-02-04T07:13:13.325" v="5027"/>
        <pc:sldMkLst>
          <pc:docMk/>
          <pc:sldMk cId="299630127" sldId="256"/>
        </pc:sldMkLst>
        <pc:spChg chg="mod">
          <ac:chgData name="木村　湊" userId="18030a92-e387-4fb8-9fb3-56230bee2947" providerId="ADAL" clId="{AC6A3EE6-9100-4751-9A4F-A301B657A0C1}" dt="2025-02-04T06:36:30.291" v="4987" actId="2711"/>
          <ac:spMkLst>
            <pc:docMk/>
            <pc:sldMk cId="299630127" sldId="256"/>
            <ac:spMk id="2" creationId="{527E4524-1B0B-00ED-3EB0-2FD02F96C38D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" creationId="{3E6C6C4F-911C-60D6-D4D3-1823CA07E476}"/>
          </ac:spMkLst>
        </pc:spChg>
        <pc:spChg chg="add 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" creationId="{99E39529-BA49-433D-1B04-97D18618E7E6}"/>
          </ac:spMkLst>
        </pc:spChg>
        <pc:spChg chg="mod">
          <ac:chgData name="木村　湊" userId="18030a92-e387-4fb8-9fb3-56230bee2947" providerId="ADAL" clId="{AC6A3EE6-9100-4751-9A4F-A301B657A0C1}" dt="2025-01-24T06:14:08.547" v="4839" actId="20577"/>
          <ac:spMkLst>
            <pc:docMk/>
            <pc:sldMk cId="299630127" sldId="256"/>
            <ac:spMk id="8" creationId="{B6F08484-BE7C-71FE-C0CC-D511DB21A6CB}"/>
          </ac:spMkLst>
        </pc:spChg>
        <pc:spChg chg="add mod">
          <ac:chgData name="木村　湊" userId="18030a92-e387-4fb8-9fb3-56230bee2947" providerId="ADAL" clId="{AC6A3EE6-9100-4751-9A4F-A301B657A0C1}" dt="2025-02-04T06:36:00.305" v="4984" actId="2711"/>
          <ac:spMkLst>
            <pc:docMk/>
            <pc:sldMk cId="299630127" sldId="256"/>
            <ac:spMk id="9" creationId="{8B25120D-AB6E-1D8E-AEDF-7FAB30ABE0FD}"/>
          </ac:spMkLst>
        </pc:spChg>
        <pc:spChg chg="mod">
          <ac:chgData name="木村　湊" userId="18030a92-e387-4fb8-9fb3-56230bee2947" providerId="ADAL" clId="{AC6A3EE6-9100-4751-9A4F-A301B657A0C1}" dt="2024-11-19T06:27:34.113" v="700" actId="20577"/>
          <ac:spMkLst>
            <pc:docMk/>
            <pc:sldMk cId="299630127" sldId="256"/>
            <ac:spMk id="11" creationId="{FE6F8A00-8A58-CF9E-5DB6-D8E1B27D9199}"/>
          </ac:spMkLst>
        </pc:spChg>
        <pc:spChg chg="mod">
          <ac:chgData name="木村　湊" userId="18030a92-e387-4fb8-9fb3-56230bee2947" providerId="ADAL" clId="{AC6A3EE6-9100-4751-9A4F-A301B657A0C1}" dt="2025-01-10T06:01:50.463" v="3822" actId="20577"/>
          <ac:spMkLst>
            <pc:docMk/>
            <pc:sldMk cId="299630127" sldId="256"/>
            <ac:spMk id="12" creationId="{1BA0EDB1-97F4-219A-2F2C-DC49C77752E8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15" creationId="{FE0B266E-4A5B-0582-2E26-57C555BC7D79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16" creationId="{C26B405A-B2D1-50F4-1308-D0999D61196C}"/>
          </ac:spMkLst>
        </pc:spChg>
        <pc:spChg chg="mod">
          <ac:chgData name="木村　湊" userId="18030a92-e387-4fb8-9fb3-56230bee2947" providerId="ADAL" clId="{AC6A3EE6-9100-4751-9A4F-A301B657A0C1}" dt="2025-01-10T05:47:06.086" v="3395" actId="2711"/>
          <ac:spMkLst>
            <pc:docMk/>
            <pc:sldMk cId="299630127" sldId="256"/>
            <ac:spMk id="19" creationId="{9A8B31EC-6642-EDB1-8F24-EE7FC03A2D7F}"/>
          </ac:spMkLst>
        </pc:spChg>
        <pc:spChg chg="mod">
          <ac:chgData name="木村　湊" userId="18030a92-e387-4fb8-9fb3-56230bee2947" providerId="ADAL" clId="{AC6A3EE6-9100-4751-9A4F-A301B657A0C1}" dt="2025-01-10T06:10:09.459" v="4367" actId="20577"/>
          <ac:spMkLst>
            <pc:docMk/>
            <pc:sldMk cId="299630127" sldId="256"/>
            <ac:spMk id="20" creationId="{F62C0679-4B9F-C17E-0E90-11F00C09152B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22" creationId="{6D249C23-FD87-D428-6611-DF88FC1225DB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23" creationId="{C5BEA307-879C-D159-D24A-EBFA9C3B40BF}"/>
          </ac:spMkLst>
        </pc:spChg>
        <pc:spChg chg="mod">
          <ac:chgData name="木村　湊" userId="18030a92-e387-4fb8-9fb3-56230bee2947" providerId="ADAL" clId="{AC6A3EE6-9100-4751-9A4F-A301B657A0C1}" dt="2025-02-04T06:36:00.305" v="4984" actId="2711"/>
          <ac:spMkLst>
            <pc:docMk/>
            <pc:sldMk cId="299630127" sldId="256"/>
            <ac:spMk id="24" creationId="{9BE2678F-E6B2-44E1-9667-A55FDF81EC52}"/>
          </ac:spMkLst>
        </pc:spChg>
        <pc:spChg chg="add mod">
          <ac:chgData name="木村　湊" userId="18030a92-e387-4fb8-9fb3-56230bee2947" providerId="ADAL" clId="{AC6A3EE6-9100-4751-9A4F-A301B657A0C1}" dt="2025-02-04T06:36:00.305" v="4984" actId="2711"/>
          <ac:spMkLst>
            <pc:docMk/>
            <pc:sldMk cId="299630127" sldId="256"/>
            <ac:spMk id="25" creationId="{70CBB129-5EE1-D300-4682-6095E5485317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28" creationId="{C63CC52A-3A08-507A-736B-BEA50562812F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29" creationId="{4E5454B0-AEE9-5A38-C4A6-21E7FDF52CAB}"/>
          </ac:spMkLst>
        </pc:spChg>
        <pc:spChg chg="mod">
          <ac:chgData name="木村　湊" userId="18030a92-e387-4fb8-9fb3-56230bee2947" providerId="ADAL" clId="{AC6A3EE6-9100-4751-9A4F-A301B657A0C1}" dt="2025-02-04T06:36:00.305" v="4984" actId="2711"/>
          <ac:spMkLst>
            <pc:docMk/>
            <pc:sldMk cId="299630127" sldId="256"/>
            <ac:spMk id="30" creationId="{A2D44631-0ACB-44C4-933F-A98DCE8AE00A}"/>
          </ac:spMkLst>
        </pc:spChg>
        <pc:spChg chg="mod">
          <ac:chgData name="木村　湊" userId="18030a92-e387-4fb8-9fb3-56230bee2947" providerId="ADAL" clId="{AC6A3EE6-9100-4751-9A4F-A301B657A0C1}" dt="2025-02-04T06:36:00.305" v="4984" actId="2711"/>
          <ac:spMkLst>
            <pc:docMk/>
            <pc:sldMk cId="299630127" sldId="256"/>
            <ac:spMk id="32" creationId="{CDB3EA7A-5115-4D9F-BE5A-A9359A80D8AB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3" creationId="{907331C2-1B6F-42B9-8118-CC41E70D922F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4" creationId="{82E2818F-F1B7-4711-846B-4890CF129B2D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5" creationId="{1B258E43-B59F-44F2-A36A-35B8137183E4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6" creationId="{87A0EE18-07C2-4F39-83E8-543A2F74CFE0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7" creationId="{DA74B9EE-9EA2-4149-B999-F2E3ADC07DBF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8" creationId="{01D44208-1D3C-4B1F-AC4E-63F64E6085C8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39" creationId="{EEB1A774-D679-4D7A-BDFA-32BE81EDB0C2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0" creationId="{58347608-DBC5-43D2-9325-0A9CD0F6DCCD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1" creationId="{908D5510-06F6-4F4F-9133-A71D49A5B7CF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2" creationId="{43B1065D-0FF7-4684-8A3D-DBC157B4A50C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3" creationId="{C542945D-5DFB-4512-AA26-4DCFB56A3BDB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4" creationId="{B7B3775D-1B6D-49C6-8A9A-D6F7FF31FC27}"/>
          </ac:spMkLst>
        </pc:spChg>
        <pc:spChg chg="mod">
          <ac:chgData name="木村　湊" userId="18030a92-e387-4fb8-9fb3-56230bee2947" providerId="ADAL" clId="{AC6A3EE6-9100-4751-9A4F-A301B657A0C1}" dt="2025-02-04T06:36:13.847" v="4985" actId="2711"/>
          <ac:spMkLst>
            <pc:docMk/>
            <pc:sldMk cId="299630127" sldId="256"/>
            <ac:spMk id="45" creationId="{3DBF7788-3D8A-4CD7-B81B-FC11E13E6FDC}"/>
          </ac:spMkLst>
        </pc:spChg>
        <pc:grpChg chg="mod">
          <ac:chgData name="木村　湊" userId="18030a92-e387-4fb8-9fb3-56230bee2947" providerId="ADAL" clId="{AC6A3EE6-9100-4751-9A4F-A301B657A0C1}" dt="2025-02-04T06:36:13.847" v="4985" actId="2711"/>
          <ac:grpSpMkLst>
            <pc:docMk/>
            <pc:sldMk cId="299630127" sldId="256"/>
            <ac:grpSpMk id="5" creationId="{E719DE35-0691-F8EF-42F3-5CACBDCA1394}"/>
          </ac:grpSpMkLst>
        </pc:grpChg>
        <pc:grpChg chg="mod">
          <ac:chgData name="木村　湊" userId="18030a92-e387-4fb8-9fb3-56230bee2947" providerId="ADAL" clId="{AC6A3EE6-9100-4751-9A4F-A301B657A0C1}" dt="2025-02-04T06:36:00.305" v="4984" actId="2711"/>
          <ac:grpSpMkLst>
            <pc:docMk/>
            <pc:sldMk cId="299630127" sldId="256"/>
            <ac:grpSpMk id="6" creationId="{5BD3AFDB-E3B3-0887-313C-4C87B1FC9788}"/>
          </ac:grpSpMkLst>
        </pc:grpChg>
        <pc:grpChg chg="add mod">
          <ac:chgData name="木村　湊" userId="18030a92-e387-4fb8-9fb3-56230bee2947" providerId="ADAL" clId="{AC6A3EE6-9100-4751-9A4F-A301B657A0C1}" dt="2025-02-04T06:36:00.305" v="4984" actId="2711"/>
          <ac:grpSpMkLst>
            <pc:docMk/>
            <pc:sldMk cId="299630127" sldId="256"/>
            <ac:grpSpMk id="10" creationId="{8D5200F2-D051-06D6-7A6C-0B36594D9A93}"/>
          </ac:grpSpMkLst>
        </pc:grpChg>
        <pc:grpChg chg="add mod">
          <ac:chgData name="木村　湊" userId="18030a92-e387-4fb8-9fb3-56230bee2947" providerId="ADAL" clId="{AC6A3EE6-9100-4751-9A4F-A301B657A0C1}" dt="2025-02-04T06:36:13.847" v="4985" actId="2711"/>
          <ac:grpSpMkLst>
            <pc:docMk/>
            <pc:sldMk cId="299630127" sldId="256"/>
            <ac:grpSpMk id="14" creationId="{6AB2BF43-83C7-42BF-40BB-446A07D3CBD7}"/>
          </ac:grpSpMkLst>
        </pc:grpChg>
        <pc:grpChg chg="add mod">
          <ac:chgData name="木村　湊" userId="18030a92-e387-4fb8-9fb3-56230bee2947" providerId="ADAL" clId="{AC6A3EE6-9100-4751-9A4F-A301B657A0C1}" dt="2025-02-04T06:36:00.305" v="4984" actId="2711"/>
          <ac:grpSpMkLst>
            <pc:docMk/>
            <pc:sldMk cId="299630127" sldId="256"/>
            <ac:grpSpMk id="18" creationId="{B182A113-17D5-2C75-FFEB-83971653F382}"/>
          </ac:grpSpMkLst>
        </pc:grpChg>
        <pc:grpChg chg="add mod">
          <ac:chgData name="木村　湊" userId="18030a92-e387-4fb8-9fb3-56230bee2947" providerId="ADAL" clId="{AC6A3EE6-9100-4751-9A4F-A301B657A0C1}" dt="2025-02-04T06:36:13.847" v="4985" actId="2711"/>
          <ac:grpSpMkLst>
            <pc:docMk/>
            <pc:sldMk cId="299630127" sldId="256"/>
            <ac:grpSpMk id="21" creationId="{682553AA-3922-81EB-80CE-DA46B864CEC8}"/>
          </ac:grpSpMkLst>
        </pc:grpChg>
        <pc:grpChg chg="add mod">
          <ac:chgData name="木村　湊" userId="18030a92-e387-4fb8-9fb3-56230bee2947" providerId="ADAL" clId="{AC6A3EE6-9100-4751-9A4F-A301B657A0C1}" dt="2025-02-04T06:36:13.847" v="4985" actId="2711"/>
          <ac:grpSpMkLst>
            <pc:docMk/>
            <pc:sldMk cId="299630127" sldId="256"/>
            <ac:grpSpMk id="27" creationId="{1FD92CAC-2C3D-8773-98B5-9E39490F3747}"/>
          </ac:grpSpMkLst>
        </pc:grpChg>
        <pc:graphicFrameChg chg="add mod">
          <ac:chgData name="木村　湊" userId="18030a92-e387-4fb8-9fb3-56230bee2947" providerId="ADAL" clId="{AC6A3EE6-9100-4751-9A4F-A301B657A0C1}" dt="2025-02-04T07:13:13.325" v="5027"/>
          <ac:graphicFrameMkLst>
            <pc:docMk/>
            <pc:sldMk cId="299630127" sldId="256"/>
            <ac:graphicFrameMk id="17" creationId="{898DCD06-40E0-D55C-745E-132C42E4C341}"/>
          </ac:graphicFrameMkLst>
        </pc:graphicFrameChg>
        <pc:picChg chg="mod">
          <ac:chgData name="木村　湊" userId="18030a92-e387-4fb8-9fb3-56230bee2947" providerId="ADAL" clId="{AC6A3EE6-9100-4751-9A4F-A301B657A0C1}" dt="2025-02-04T06:36:00.305" v="4984" actId="2711"/>
          <ac:picMkLst>
            <pc:docMk/>
            <pc:sldMk cId="299630127" sldId="256"/>
            <ac:picMk id="13" creationId="{50DC7523-23BE-118C-2D50-52F7EE94CCD9}"/>
          </ac:picMkLst>
        </pc:picChg>
      </pc:sldChg>
    </pc:docChg>
  </pc:docChgLst>
  <pc:docChgLst>
    <pc:chgData name="公文　惟翔" userId="S::3005g232211@pssk.hyogo-c.ed.jp::bcf9bcfb-d3d4-4751-b145-9fd5eb07e4cd" providerId="AD" clId="Web-{08B2E39A-5C61-BC5D-ACA6-E0F55B7ED540}"/>
    <pc:docChg chg="modSld">
      <pc:chgData name="公文　惟翔" userId="S::3005g232211@pssk.hyogo-c.ed.jp::bcf9bcfb-d3d4-4751-b145-9fd5eb07e4cd" providerId="AD" clId="Web-{08B2E39A-5C61-BC5D-ACA6-E0F55B7ED540}" dt="2025-01-22T08:46:45.602" v="44" actId="20577"/>
      <pc:docMkLst>
        <pc:docMk/>
      </pc:docMkLst>
      <pc:sldChg chg="modSp">
        <pc:chgData name="公文　惟翔" userId="S::3005g232211@pssk.hyogo-c.ed.jp::bcf9bcfb-d3d4-4751-b145-9fd5eb07e4cd" providerId="AD" clId="Web-{08B2E39A-5C61-BC5D-ACA6-E0F55B7ED540}" dt="2025-01-22T08:46:45.602" v="44" actId="20577"/>
        <pc:sldMkLst>
          <pc:docMk/>
          <pc:sldMk cId="299630127" sldId="256"/>
        </pc:sldMkLst>
        <pc:spChg chg="mod">
          <ac:chgData name="公文　惟翔" userId="S::3005g232211@pssk.hyogo-c.ed.jp::bcf9bcfb-d3d4-4751-b145-9fd5eb07e4cd" providerId="AD" clId="Web-{08B2E39A-5C61-BC5D-ACA6-E0F55B7ED540}" dt="2025-01-22T08:46:10.539" v="40" actId="20577"/>
          <ac:spMkLst>
            <pc:docMk/>
            <pc:sldMk cId="299630127" sldId="256"/>
            <ac:spMk id="12" creationId="{1BA0EDB1-97F4-219A-2F2C-DC49C77752E8}"/>
          </ac:spMkLst>
        </pc:spChg>
        <pc:spChg chg="mod">
          <ac:chgData name="公文　惟翔" userId="S::3005g232211@pssk.hyogo-c.ed.jp::bcf9bcfb-d3d4-4751-b145-9fd5eb07e4cd" providerId="AD" clId="Web-{08B2E39A-5C61-BC5D-ACA6-E0F55B7ED540}" dt="2025-01-22T08:46:45.602" v="44" actId="20577"/>
          <ac:spMkLst>
            <pc:docMk/>
            <pc:sldMk cId="299630127" sldId="256"/>
            <ac:spMk id="20" creationId="{F62C0679-4B9F-C17E-0E90-11F00C09152B}"/>
          </ac:spMkLst>
        </pc:spChg>
      </pc:sldChg>
    </pc:docChg>
  </pc:docChgLst>
  <pc:docChgLst>
    <pc:chgData name="公文　惟翔" userId="S::3005g232211@pssk.hyogo-c.ed.jp::bcf9bcfb-d3d4-4751-b145-9fd5eb07e4cd" providerId="AD" clId="Web-{945981B4-55B4-A313-84EB-D26D416C20C7}"/>
    <pc:docChg chg="modSld">
      <pc:chgData name="公文　惟翔" userId="S::3005g232211@pssk.hyogo-c.ed.jp::bcf9bcfb-d3d4-4751-b145-9fd5eb07e4cd" providerId="AD" clId="Web-{945981B4-55B4-A313-84EB-D26D416C20C7}" dt="2025-01-17T05:56:19.482" v="9" actId="1076"/>
      <pc:docMkLst>
        <pc:docMk/>
      </pc:docMkLst>
      <pc:sldChg chg="modSp">
        <pc:chgData name="公文　惟翔" userId="S::3005g232211@pssk.hyogo-c.ed.jp::bcf9bcfb-d3d4-4751-b145-9fd5eb07e4cd" providerId="AD" clId="Web-{945981B4-55B4-A313-84EB-D26D416C20C7}" dt="2025-01-17T05:56:19.482" v="9" actId="1076"/>
        <pc:sldMkLst>
          <pc:docMk/>
          <pc:sldMk cId="299630127" sldId="256"/>
        </pc:sldMkLst>
        <pc:spChg chg="mod">
          <ac:chgData name="公文　惟翔" userId="S::3005g232211@pssk.hyogo-c.ed.jp::bcf9bcfb-d3d4-4751-b145-9fd5eb07e4cd" providerId="AD" clId="Web-{945981B4-55B4-A313-84EB-D26D416C20C7}" dt="2025-01-17T05:07:38.295" v="3" actId="20577"/>
          <ac:spMkLst>
            <pc:docMk/>
            <pc:sldMk cId="299630127" sldId="256"/>
            <ac:spMk id="3" creationId="{3E6C6C4F-911C-60D6-D4D3-1823CA07E476}"/>
          </ac:spMkLst>
        </pc:spChg>
        <pc:grpChg chg="mod">
          <ac:chgData name="公文　惟翔" userId="S::3005g232211@pssk.hyogo-c.ed.jp::bcf9bcfb-d3d4-4751-b145-9fd5eb07e4cd" providerId="AD" clId="Web-{945981B4-55B4-A313-84EB-D26D416C20C7}" dt="2025-01-17T05:56:09.278" v="8" actId="1076"/>
          <ac:grpSpMkLst>
            <pc:docMk/>
            <pc:sldMk cId="299630127" sldId="256"/>
            <ac:grpSpMk id="6" creationId="{5BD3AFDB-E3B3-0887-313C-4C87B1FC9788}"/>
          </ac:grpSpMkLst>
        </pc:grpChg>
        <pc:grpChg chg="mod">
          <ac:chgData name="公文　惟翔" userId="S::3005g232211@pssk.hyogo-c.ed.jp::bcf9bcfb-d3d4-4751-b145-9fd5eb07e4cd" providerId="AD" clId="Web-{945981B4-55B4-A313-84EB-D26D416C20C7}" dt="2025-01-17T05:56:19.482" v="9" actId="1076"/>
          <ac:grpSpMkLst>
            <pc:docMk/>
            <pc:sldMk cId="299630127" sldId="256"/>
            <ac:grpSpMk id="14" creationId="{6AB2BF43-83C7-42BF-40BB-446A07D3CBD7}"/>
          </ac:grpSpMkLst>
        </pc:grpChg>
        <pc:grpChg chg="mod">
          <ac:chgData name="公文　惟翔" userId="S::3005g232211@pssk.hyogo-c.ed.jp::bcf9bcfb-d3d4-4751-b145-9fd5eb07e4cd" providerId="AD" clId="Web-{945981B4-55B4-A313-84EB-D26D416C20C7}" dt="2025-01-17T05:55:58.184" v="6" actId="1076"/>
          <ac:grpSpMkLst>
            <pc:docMk/>
            <pc:sldMk cId="299630127" sldId="256"/>
            <ac:grpSpMk id="27" creationId="{1FD92CAC-2C3D-8773-98B5-9E39490F3747}"/>
          </ac:grpSpMkLst>
        </pc:grpChg>
      </pc:sldChg>
    </pc:docChg>
  </pc:docChgLst>
  <pc:docChgLst>
    <pc:chgData name="公文　惟翔" userId="S::3005g232211@pssk.hyogo-c.ed.jp::bcf9bcfb-d3d4-4751-b145-9fd5eb07e4cd" providerId="AD" clId="Web-{9DC198B5-62CA-87C9-1B47-F1CBFDFBAB46}"/>
    <pc:docChg chg="modSld">
      <pc:chgData name="公文　惟翔" userId="S::3005g232211@pssk.hyogo-c.ed.jp::bcf9bcfb-d3d4-4751-b145-9fd5eb07e4cd" providerId="AD" clId="Web-{9DC198B5-62CA-87C9-1B47-F1CBFDFBAB46}" dt="2024-11-19T06:41:59.958" v="23" actId="20577"/>
      <pc:docMkLst>
        <pc:docMk/>
      </pc:docMkLst>
      <pc:sldChg chg="modSp">
        <pc:chgData name="公文　惟翔" userId="S::3005g232211@pssk.hyogo-c.ed.jp::bcf9bcfb-d3d4-4751-b145-9fd5eb07e4cd" providerId="AD" clId="Web-{9DC198B5-62CA-87C9-1B47-F1CBFDFBAB46}" dt="2024-11-19T06:41:59.958" v="23" actId="20577"/>
        <pc:sldMkLst>
          <pc:docMk/>
          <pc:sldMk cId="299630127" sldId="256"/>
        </pc:sldMkLst>
        <pc:spChg chg="mod">
          <ac:chgData name="公文　惟翔" userId="S::3005g232211@pssk.hyogo-c.ed.jp::bcf9bcfb-d3d4-4751-b145-9fd5eb07e4cd" providerId="AD" clId="Web-{9DC198B5-62CA-87C9-1B47-F1CBFDFBAB46}" dt="2024-11-19T06:41:59.958" v="23" actId="20577"/>
          <ac:spMkLst>
            <pc:docMk/>
            <pc:sldMk cId="299630127" sldId="256"/>
            <ac:spMk id="3" creationId="{3E6C6C4F-911C-60D6-D4D3-1823CA07E476}"/>
          </ac:spMkLst>
        </pc:spChg>
        <pc:spChg chg="mod">
          <ac:chgData name="公文　惟翔" userId="S::3005g232211@pssk.hyogo-c.ed.jp::bcf9bcfb-d3d4-4751-b145-9fd5eb07e4cd" providerId="AD" clId="Web-{9DC198B5-62CA-87C9-1B47-F1CBFDFBAB46}" dt="2024-11-19T06:25:08.548" v="3" actId="20577"/>
          <ac:spMkLst>
            <pc:docMk/>
            <pc:sldMk cId="299630127" sldId="256"/>
            <ac:spMk id="12" creationId="{1BA0EDB1-97F4-219A-2F2C-DC49C77752E8}"/>
          </ac:spMkLst>
        </pc:spChg>
      </pc:sldChg>
    </pc:docChg>
  </pc:docChgLst>
  <pc:docChgLst>
    <pc:chgData name="木村　湊" userId="S::3005g232315@pssk.hyogo-c.ed.jp::18030a92-e387-4fb8-9fb3-56230bee2947" providerId="AD" clId="Web-{E85955AC-0AC7-B60B-9FF1-F1A291B3C629}"/>
    <pc:docChg chg="modSld">
      <pc:chgData name="木村　湊" userId="S::3005g232315@pssk.hyogo-c.ed.jp::18030a92-e387-4fb8-9fb3-56230bee2947" providerId="AD" clId="Web-{E85955AC-0AC7-B60B-9FF1-F1A291B3C629}" dt="2025-01-22T07:43:02.885" v="107" actId="20577"/>
      <pc:docMkLst>
        <pc:docMk/>
      </pc:docMkLst>
      <pc:sldChg chg="addSp delSp modSp">
        <pc:chgData name="木村　湊" userId="S::3005g232315@pssk.hyogo-c.ed.jp::18030a92-e387-4fb8-9fb3-56230bee2947" providerId="AD" clId="Web-{E85955AC-0AC7-B60B-9FF1-F1A291B3C629}" dt="2025-01-22T07:43:02.885" v="107" actId="20577"/>
        <pc:sldMkLst>
          <pc:docMk/>
          <pc:sldMk cId="299630127" sldId="256"/>
        </pc:sldMkLst>
        <pc:spChg chg="ord">
          <ac:chgData name="木村　湊" userId="S::3005g232315@pssk.hyogo-c.ed.jp::18030a92-e387-4fb8-9fb3-56230bee2947" providerId="AD" clId="Web-{E85955AC-0AC7-B60B-9FF1-F1A291B3C629}" dt="2025-01-22T06:39:58.319" v="64"/>
          <ac:spMkLst>
            <pc:docMk/>
            <pc:sldMk cId="299630127" sldId="256"/>
            <ac:spMk id="2" creationId="{527E4524-1B0B-00ED-3EB0-2FD02F96C38D}"/>
          </ac:spMkLst>
        </pc:spChg>
        <pc:spChg chg="mod">
          <ac:chgData name="木村　湊" userId="S::3005g232315@pssk.hyogo-c.ed.jp::18030a92-e387-4fb8-9fb3-56230bee2947" providerId="AD" clId="Web-{E85955AC-0AC7-B60B-9FF1-F1A291B3C629}" dt="2025-01-22T07:43:02.885" v="107" actId="20577"/>
          <ac:spMkLst>
            <pc:docMk/>
            <pc:sldMk cId="299630127" sldId="256"/>
            <ac:spMk id="23" creationId="{C5BEA307-879C-D159-D24A-EBFA9C3B40BF}"/>
          </ac:spMkLst>
        </pc:spChg>
        <pc:grpChg chg="ord">
          <ac:chgData name="木村　湊" userId="S::3005g232315@pssk.hyogo-c.ed.jp::18030a92-e387-4fb8-9fb3-56230bee2947" providerId="AD" clId="Web-{E85955AC-0AC7-B60B-9FF1-F1A291B3C629}" dt="2025-01-22T06:39:58.585" v="65"/>
          <ac:grpSpMkLst>
            <pc:docMk/>
            <pc:sldMk cId="299630127" sldId="256"/>
            <ac:grpSpMk id="5" creationId="{E719DE35-0691-F8EF-42F3-5CACBDCA1394}"/>
          </ac:grpSpMkLst>
        </pc:grpChg>
        <pc:grpChg chg="ord">
          <ac:chgData name="木村　湊" userId="S::3005g232315@pssk.hyogo-c.ed.jp::18030a92-e387-4fb8-9fb3-56230bee2947" providerId="AD" clId="Web-{E85955AC-0AC7-B60B-9FF1-F1A291B3C629}" dt="2025-01-22T06:39:58.866" v="66"/>
          <ac:grpSpMkLst>
            <pc:docMk/>
            <pc:sldMk cId="299630127" sldId="256"/>
            <ac:grpSpMk id="6" creationId="{5BD3AFDB-E3B3-0887-313C-4C87B1FC9788}"/>
          </ac:grpSpMkLst>
        </pc:grpChg>
        <pc:grpChg chg="ord">
          <ac:chgData name="木村　湊" userId="S::3005g232315@pssk.hyogo-c.ed.jp::18030a92-e387-4fb8-9fb3-56230bee2947" providerId="AD" clId="Web-{E85955AC-0AC7-B60B-9FF1-F1A291B3C629}" dt="2025-01-22T06:39:50.788" v="23"/>
          <ac:grpSpMkLst>
            <pc:docMk/>
            <pc:sldMk cId="299630127" sldId="256"/>
            <ac:grpSpMk id="10" creationId="{8D5200F2-D051-06D6-7A6C-0B36594D9A93}"/>
          </ac:grpSpMkLst>
        </pc:grpChg>
        <pc:grpChg chg="ord">
          <ac:chgData name="木村　湊" userId="S::3005g232315@pssk.hyogo-c.ed.jp::18030a92-e387-4fb8-9fb3-56230bee2947" providerId="AD" clId="Web-{E85955AC-0AC7-B60B-9FF1-F1A291B3C629}" dt="2025-01-22T06:39:51.069" v="24"/>
          <ac:grpSpMkLst>
            <pc:docMk/>
            <pc:sldMk cId="299630127" sldId="256"/>
            <ac:grpSpMk id="14" creationId="{6AB2BF43-83C7-42BF-40BB-446A07D3CBD7}"/>
          </ac:grpSpMkLst>
        </pc:grpChg>
        <pc:grpChg chg="ord">
          <ac:chgData name="木村　湊" userId="S::3005g232315@pssk.hyogo-c.ed.jp::18030a92-e387-4fb8-9fb3-56230bee2947" providerId="AD" clId="Web-{E85955AC-0AC7-B60B-9FF1-F1A291B3C629}" dt="2025-01-22T06:39:59.382" v="69"/>
          <ac:grpSpMkLst>
            <pc:docMk/>
            <pc:sldMk cId="299630127" sldId="256"/>
            <ac:grpSpMk id="18" creationId="{B182A113-17D5-2C75-FFEB-83971653F382}"/>
          </ac:grpSpMkLst>
        </pc:grpChg>
        <pc:grpChg chg="ord">
          <ac:chgData name="木村　湊" userId="S::3005g232315@pssk.hyogo-c.ed.jp::18030a92-e387-4fb8-9fb3-56230bee2947" providerId="AD" clId="Web-{E85955AC-0AC7-B60B-9FF1-F1A291B3C629}" dt="2025-01-22T06:39:59.538" v="70"/>
          <ac:grpSpMkLst>
            <pc:docMk/>
            <pc:sldMk cId="299630127" sldId="256"/>
            <ac:grpSpMk id="21" creationId="{682553AA-3922-81EB-80CE-DA46B864CEC8}"/>
          </ac:grpSpMkLst>
        </pc:grpChg>
        <pc:grpChg chg="ord">
          <ac:chgData name="木村　湊" userId="S::3005g232315@pssk.hyogo-c.ed.jp::18030a92-e387-4fb8-9fb3-56230bee2947" providerId="AD" clId="Web-{E85955AC-0AC7-B60B-9FF1-F1A291B3C629}" dt="2025-01-22T06:39:51.678" v="27"/>
          <ac:grpSpMkLst>
            <pc:docMk/>
            <pc:sldMk cId="299630127" sldId="256"/>
            <ac:grpSpMk id="27" creationId="{1FD92CAC-2C3D-8773-98B5-9E39490F3747}"/>
          </ac:grpSpMkLst>
        </pc:grpChg>
        <pc:graphicFrameChg chg="ord">
          <ac:chgData name="木村　湊" userId="S::3005g232315@pssk.hyogo-c.ed.jp::18030a92-e387-4fb8-9fb3-56230bee2947" providerId="AD" clId="Web-{E85955AC-0AC7-B60B-9FF1-F1A291B3C629}" dt="2025-01-22T06:39:59.147" v="68"/>
          <ac:graphicFrameMkLst>
            <pc:docMk/>
            <pc:sldMk cId="299630127" sldId="256"/>
            <ac:graphicFrameMk id="17" creationId="{898DCD06-40E0-D55C-745E-132C42E4C341}"/>
          </ac:graphicFrameMkLst>
        </pc:graphicFrameChg>
        <pc:picChg chg="add mod ord modCrop">
          <ac:chgData name="木村　湊" userId="S::3005g232315@pssk.hyogo-c.ed.jp::18030a92-e387-4fb8-9fb3-56230bee2947" providerId="AD" clId="Web-{E85955AC-0AC7-B60B-9FF1-F1A291B3C629}" dt="2025-01-22T07:40:03.863" v="103"/>
          <ac:picMkLst>
            <pc:docMk/>
            <pc:sldMk cId="299630127" sldId="256"/>
            <ac:picMk id="13" creationId="{50DC7523-23BE-118C-2D50-52F7EE94CCD9}"/>
          </ac:picMkLst>
        </pc:picChg>
      </pc:sldChg>
    </pc:docChg>
  </pc:docChgLst>
  <pc:docChgLst>
    <pc:chgData name="木村　湊" userId="S::3005g232315@pssk.hyogo-c.ed.jp::18030a92-e387-4fb8-9fb3-56230bee2947" providerId="AD" clId="Web-{2F6EFFD4-2D23-2D0A-A5F8-176EA674AD89}"/>
    <pc:docChg chg="modSld">
      <pc:chgData name="木村　湊" userId="S::3005g232315@pssk.hyogo-c.ed.jp::18030a92-e387-4fb8-9fb3-56230bee2947" providerId="AD" clId="Web-{2F6EFFD4-2D23-2D0A-A5F8-176EA674AD89}" dt="2024-12-03T06:30:14.838" v="5" actId="1076"/>
      <pc:docMkLst>
        <pc:docMk/>
      </pc:docMkLst>
      <pc:sldChg chg="modSp">
        <pc:chgData name="木村　湊" userId="S::3005g232315@pssk.hyogo-c.ed.jp::18030a92-e387-4fb8-9fb3-56230bee2947" providerId="AD" clId="Web-{2F6EFFD4-2D23-2D0A-A5F8-176EA674AD89}" dt="2024-12-03T06:30:14.838" v="5" actId="1076"/>
        <pc:sldMkLst>
          <pc:docMk/>
          <pc:sldMk cId="299630127" sldId="256"/>
        </pc:sldMkLst>
        <pc:spChg chg="mod">
          <ac:chgData name="木村　湊" userId="S::3005g232315@pssk.hyogo-c.ed.jp::18030a92-e387-4fb8-9fb3-56230bee2947" providerId="AD" clId="Web-{2F6EFFD4-2D23-2D0A-A5F8-176EA674AD89}" dt="2024-12-03T06:29:04.962" v="4" actId="1076"/>
          <ac:spMkLst>
            <pc:docMk/>
            <pc:sldMk cId="299630127" sldId="256"/>
            <ac:spMk id="15" creationId="{FE0B266E-4A5B-0582-2E26-57C555BC7D79}"/>
          </ac:spMkLst>
        </pc:spChg>
        <pc:spChg chg="mod">
          <ac:chgData name="木村　湊" userId="S::3005g232315@pssk.hyogo-c.ed.jp::18030a92-e387-4fb8-9fb3-56230bee2947" providerId="AD" clId="Web-{2F6EFFD4-2D23-2D0A-A5F8-176EA674AD89}" dt="2024-12-03T06:28:54.680" v="2" actId="1076"/>
          <ac:spMkLst>
            <pc:docMk/>
            <pc:sldMk cId="299630127" sldId="256"/>
            <ac:spMk id="16" creationId="{C26B405A-B2D1-50F4-1308-D0999D61196C}"/>
          </ac:spMkLst>
        </pc:spChg>
        <pc:grpChg chg="mod">
          <ac:chgData name="木村　湊" userId="S::3005g232315@pssk.hyogo-c.ed.jp::18030a92-e387-4fb8-9fb3-56230bee2947" providerId="AD" clId="Web-{2F6EFFD4-2D23-2D0A-A5F8-176EA674AD89}" dt="2024-12-03T06:30:14.838" v="5" actId="1076"/>
          <ac:grpSpMkLst>
            <pc:docMk/>
            <pc:sldMk cId="299630127" sldId="256"/>
            <ac:grpSpMk id="6" creationId="{5BD3AFDB-E3B3-0887-313C-4C87B1FC9788}"/>
          </ac:grpSpMkLst>
        </pc:grpChg>
        <pc:grpChg chg="mod">
          <ac:chgData name="木村　湊" userId="S::3005g232315@pssk.hyogo-c.ed.jp::18030a92-e387-4fb8-9fb3-56230bee2947" providerId="AD" clId="Web-{2F6EFFD4-2D23-2D0A-A5F8-176EA674AD89}" dt="2024-12-03T06:28:57.196" v="3" actId="1076"/>
          <ac:grpSpMkLst>
            <pc:docMk/>
            <pc:sldMk cId="299630127" sldId="256"/>
            <ac:grpSpMk id="14" creationId="{6AB2BF43-83C7-42BF-40BB-446A07D3CBD7}"/>
          </ac:grpSpMkLst>
        </pc:grpChg>
      </pc:sldChg>
    </pc:docChg>
  </pc:docChgLst>
  <pc:docChgLst>
    <pc:chgData name="公文　惟翔" userId="bcf9bcfb-d3d4-4751-b145-9fd5eb07e4cd" providerId="ADAL" clId="{FF430790-16F6-4A5F-959E-931813035C68}"/>
    <pc:docChg chg="undo custSel modSld">
      <pc:chgData name="公文　惟翔" userId="bcf9bcfb-d3d4-4751-b145-9fd5eb07e4cd" providerId="ADAL" clId="{FF430790-16F6-4A5F-959E-931813035C68}" dt="2025-01-24T05:43:12.869" v="2" actId="2711"/>
      <pc:docMkLst>
        <pc:docMk/>
      </pc:docMkLst>
      <pc:sldChg chg="modSp mod">
        <pc:chgData name="公文　惟翔" userId="bcf9bcfb-d3d4-4751-b145-9fd5eb07e4cd" providerId="ADAL" clId="{FF430790-16F6-4A5F-959E-931813035C68}" dt="2025-01-24T05:43:12.869" v="2" actId="2711"/>
        <pc:sldMkLst>
          <pc:docMk/>
          <pc:sldMk cId="299630127" sldId="256"/>
        </pc:sldMkLst>
        <pc:spChg chg="mod">
          <ac:chgData name="公文　惟翔" userId="bcf9bcfb-d3d4-4751-b145-9fd5eb07e4cd" providerId="ADAL" clId="{FF430790-16F6-4A5F-959E-931813035C68}" dt="2025-01-24T05:43:12.869" v="2" actId="2711"/>
          <ac:spMkLst>
            <pc:docMk/>
            <pc:sldMk cId="299630127" sldId="256"/>
            <ac:spMk id="2" creationId="{527E4524-1B0B-00ED-3EB0-2FD02F96C38D}"/>
          </ac:spMkLst>
        </pc:spChg>
      </pc:sldChg>
    </pc:docChg>
  </pc:docChgLst>
  <pc:docChgLst>
    <pc:chgData name="木村　湊" userId="18030a92-e387-4fb8-9fb3-56230bee2947" providerId="ADAL" clId="{CC3DCDC4-86A3-444B-BAE8-BDA243B04EDE}"/>
    <pc:docChg chg="undo modSld">
      <pc:chgData name="木村　湊" userId="18030a92-e387-4fb8-9fb3-56230bee2947" providerId="ADAL" clId="{CC3DCDC4-86A3-444B-BAE8-BDA243B04EDE}" dt="2025-01-28T08:34:56.180" v="456" actId="207"/>
      <pc:docMkLst>
        <pc:docMk/>
      </pc:docMkLst>
      <pc:sldChg chg="addSp delSp modSp setBg">
        <pc:chgData name="木村　湊" userId="18030a92-e387-4fb8-9fb3-56230bee2947" providerId="ADAL" clId="{CC3DCDC4-86A3-444B-BAE8-BDA243B04EDE}" dt="2025-01-28T08:34:56.180" v="456" actId="207"/>
        <pc:sldMkLst>
          <pc:docMk/>
          <pc:sldMk cId="299630127" sldId="256"/>
        </pc:sldMkLst>
        <pc:spChg chg="mod">
          <ac:chgData name="木村　湊" userId="18030a92-e387-4fb8-9fb3-56230bee2947" providerId="ADAL" clId="{CC3DCDC4-86A3-444B-BAE8-BDA243B04EDE}" dt="2025-01-28T07:05:43.934" v="104" actId="113"/>
          <ac:spMkLst>
            <pc:docMk/>
            <pc:sldMk cId="299630127" sldId="256"/>
            <ac:spMk id="2" creationId="{527E4524-1B0B-00ED-3EB0-2FD02F96C38D}"/>
          </ac:spMkLst>
        </pc:spChg>
        <pc:spChg chg="mod">
          <ac:chgData name="木村　湊" userId="18030a92-e387-4fb8-9fb3-56230bee2947" providerId="ADAL" clId="{CC3DCDC4-86A3-444B-BAE8-BDA243B04EDE}" dt="2025-01-28T08:33:49.524" v="443" actId="207"/>
          <ac:spMkLst>
            <pc:docMk/>
            <pc:sldMk cId="299630127" sldId="256"/>
            <ac:spMk id="3" creationId="{3E6C6C4F-911C-60D6-D4D3-1823CA07E476}"/>
          </ac:spMkLst>
        </pc:spChg>
        <pc:spChg chg="mod">
          <ac:chgData name="木村　湊" userId="18030a92-e387-4fb8-9fb3-56230bee2947" providerId="ADAL" clId="{CC3DCDC4-86A3-444B-BAE8-BDA243B04EDE}" dt="2025-01-28T08:34:35.982" v="450" actId="207"/>
          <ac:spMkLst>
            <pc:docMk/>
            <pc:sldMk cId="299630127" sldId="256"/>
            <ac:spMk id="4" creationId="{99E39529-BA49-433D-1B04-97D18618E7E6}"/>
          </ac:spMkLst>
        </pc:spChg>
        <pc:spChg chg="mod">
          <ac:chgData name="木村　湊" userId="18030a92-e387-4fb8-9fb3-56230bee2947" providerId="ADAL" clId="{CC3DCDC4-86A3-444B-BAE8-BDA243B04EDE}" dt="2025-01-28T08:34:39.200" v="451" actId="207"/>
          <ac:spMkLst>
            <pc:docMk/>
            <pc:sldMk cId="299630127" sldId="256"/>
            <ac:spMk id="7" creationId="{337AD14E-BB61-1DB5-D40D-5953D0ECA34A}"/>
          </ac:spMkLst>
        </pc:spChg>
        <pc:spChg chg="mod">
          <ac:chgData name="木村　湊" userId="18030a92-e387-4fb8-9fb3-56230bee2947" providerId="ADAL" clId="{CC3DCDC4-86A3-444B-BAE8-BDA243B04EDE}" dt="2025-01-28T08:33:52.758" v="444" actId="207"/>
          <ac:spMkLst>
            <pc:docMk/>
            <pc:sldMk cId="299630127" sldId="256"/>
            <ac:spMk id="8" creationId="{B6F08484-BE7C-71FE-C0CC-D511DB21A6CB}"/>
          </ac:spMkLst>
        </pc:spChg>
        <pc:spChg chg="mod">
          <ac:chgData name="木村　湊" userId="18030a92-e387-4fb8-9fb3-56230bee2947" providerId="ADAL" clId="{CC3DCDC4-86A3-444B-BAE8-BDA243B04EDE}" dt="2025-01-28T07:05:41.855" v="98" actId="113"/>
          <ac:spMkLst>
            <pc:docMk/>
            <pc:sldMk cId="299630127" sldId="256"/>
            <ac:spMk id="9" creationId="{8B25120D-AB6E-1D8E-AEDF-7FAB30ABE0FD}"/>
          </ac:spMkLst>
        </pc:spChg>
        <pc:spChg chg="mod">
          <ac:chgData name="木村　湊" userId="18030a92-e387-4fb8-9fb3-56230bee2947" providerId="ADAL" clId="{CC3DCDC4-86A3-444B-BAE8-BDA243B04EDE}" dt="2025-01-28T08:34:56.180" v="456" actId="207"/>
          <ac:spMkLst>
            <pc:docMk/>
            <pc:sldMk cId="299630127" sldId="256"/>
            <ac:spMk id="11" creationId="{FE6F8A00-8A58-CF9E-5DB6-D8E1B27D9199}"/>
          </ac:spMkLst>
        </pc:spChg>
        <pc:spChg chg="mod">
          <ac:chgData name="木村　湊" userId="18030a92-e387-4fb8-9fb3-56230bee2947" providerId="ADAL" clId="{CC3DCDC4-86A3-444B-BAE8-BDA243B04EDE}" dt="2025-01-28T08:34:05.583" v="448" actId="207"/>
          <ac:spMkLst>
            <pc:docMk/>
            <pc:sldMk cId="299630127" sldId="256"/>
            <ac:spMk id="12" creationId="{1BA0EDB1-97F4-219A-2F2C-DC49C77752E8}"/>
          </ac:spMkLst>
        </pc:spChg>
        <pc:spChg chg="mod">
          <ac:chgData name="木村　湊" userId="18030a92-e387-4fb8-9fb3-56230bee2947" providerId="ADAL" clId="{CC3DCDC4-86A3-444B-BAE8-BDA243B04EDE}" dt="2025-01-28T08:34:43.605" v="452" actId="207"/>
          <ac:spMkLst>
            <pc:docMk/>
            <pc:sldMk cId="299630127" sldId="256"/>
            <ac:spMk id="15" creationId="{FE0B266E-4A5B-0582-2E26-57C555BC7D79}"/>
          </ac:spMkLst>
        </pc:spChg>
        <pc:spChg chg="mod">
          <ac:chgData name="木村　湊" userId="18030a92-e387-4fb8-9fb3-56230bee2947" providerId="ADAL" clId="{CC3DCDC4-86A3-444B-BAE8-BDA243B04EDE}" dt="2025-01-28T08:33:56.038" v="445" actId="207"/>
          <ac:spMkLst>
            <pc:docMk/>
            <pc:sldMk cId="299630127" sldId="256"/>
            <ac:spMk id="16" creationId="{C26B405A-B2D1-50F4-1308-D0999D61196C}"/>
          </ac:spMkLst>
        </pc:spChg>
        <pc:spChg chg="mod">
          <ac:chgData name="木村　湊" userId="18030a92-e387-4fb8-9fb3-56230bee2947" providerId="ADAL" clId="{CC3DCDC4-86A3-444B-BAE8-BDA243B04EDE}" dt="2025-01-28T08:34:52.634" v="455" actId="207"/>
          <ac:spMkLst>
            <pc:docMk/>
            <pc:sldMk cId="299630127" sldId="256"/>
            <ac:spMk id="19" creationId="{9A8B31EC-6642-EDB1-8F24-EE7FC03A2D7F}"/>
          </ac:spMkLst>
        </pc:spChg>
        <pc:spChg chg="mod">
          <ac:chgData name="木村　湊" userId="18030a92-e387-4fb8-9fb3-56230bee2947" providerId="ADAL" clId="{CC3DCDC4-86A3-444B-BAE8-BDA243B04EDE}" dt="2025-01-28T08:34:10.285" v="449" actId="207"/>
          <ac:spMkLst>
            <pc:docMk/>
            <pc:sldMk cId="299630127" sldId="256"/>
            <ac:spMk id="20" creationId="{F62C0679-4B9F-C17E-0E90-11F00C09152B}"/>
          </ac:spMkLst>
        </pc:spChg>
        <pc:spChg chg="mod">
          <ac:chgData name="木村　湊" userId="18030a92-e387-4fb8-9fb3-56230bee2947" providerId="ADAL" clId="{CC3DCDC4-86A3-444B-BAE8-BDA243B04EDE}" dt="2025-01-28T08:34:49.901" v="454" actId="207"/>
          <ac:spMkLst>
            <pc:docMk/>
            <pc:sldMk cId="299630127" sldId="256"/>
            <ac:spMk id="22" creationId="{6D249C23-FD87-D428-6611-DF88FC1225DB}"/>
          </ac:spMkLst>
        </pc:spChg>
        <pc:spChg chg="mod">
          <ac:chgData name="木村　湊" userId="18030a92-e387-4fb8-9fb3-56230bee2947" providerId="ADAL" clId="{CC3DCDC4-86A3-444B-BAE8-BDA243B04EDE}" dt="2025-01-28T08:34:02.521" v="447" actId="207"/>
          <ac:spMkLst>
            <pc:docMk/>
            <pc:sldMk cId="299630127" sldId="256"/>
            <ac:spMk id="23" creationId="{C5BEA307-879C-D159-D24A-EBFA9C3B40BF}"/>
          </ac:spMkLst>
        </pc:spChg>
        <pc:spChg chg="add mod ord">
          <ac:chgData name="木村　湊" userId="18030a92-e387-4fb8-9fb3-56230bee2947" providerId="ADAL" clId="{CC3DCDC4-86A3-444B-BAE8-BDA243B04EDE}" dt="2025-01-28T08:33:23.341" v="440" actId="207"/>
          <ac:spMkLst>
            <pc:docMk/>
            <pc:sldMk cId="299630127" sldId="256"/>
            <ac:spMk id="24" creationId="{9BE2678F-E6B2-44E1-9667-A55FDF81EC52}"/>
          </ac:spMkLst>
        </pc:spChg>
        <pc:spChg chg="mod">
          <ac:chgData name="木村　湊" userId="18030a92-e387-4fb8-9fb3-56230bee2947" providerId="ADAL" clId="{CC3DCDC4-86A3-444B-BAE8-BDA243B04EDE}" dt="2025-01-28T08:27:01.882" v="412" actId="1076"/>
          <ac:spMkLst>
            <pc:docMk/>
            <pc:sldMk cId="299630127" sldId="256"/>
            <ac:spMk id="25" creationId="{70CBB129-5EE1-D300-4682-6095E5485317}"/>
          </ac:spMkLst>
        </pc:spChg>
        <pc:spChg chg="add del mod">
          <ac:chgData name="木村　湊" userId="18030a92-e387-4fb8-9fb3-56230bee2947" providerId="ADAL" clId="{CC3DCDC4-86A3-444B-BAE8-BDA243B04EDE}" dt="2025-01-28T08:03:45.665" v="261"/>
          <ac:spMkLst>
            <pc:docMk/>
            <pc:sldMk cId="299630127" sldId="256"/>
            <ac:spMk id="26" creationId="{F9D7D303-1993-4F8F-8E53-F8C8CB16C355}"/>
          </ac:spMkLst>
        </pc:spChg>
        <pc:spChg chg="mod">
          <ac:chgData name="木村　湊" userId="18030a92-e387-4fb8-9fb3-56230bee2947" providerId="ADAL" clId="{CC3DCDC4-86A3-444B-BAE8-BDA243B04EDE}" dt="2025-01-28T08:34:46.917" v="453" actId="207"/>
          <ac:spMkLst>
            <pc:docMk/>
            <pc:sldMk cId="299630127" sldId="256"/>
            <ac:spMk id="28" creationId="{C63CC52A-3A08-507A-736B-BEA50562812F}"/>
          </ac:spMkLst>
        </pc:spChg>
        <pc:spChg chg="mod">
          <ac:chgData name="木村　湊" userId="18030a92-e387-4fb8-9fb3-56230bee2947" providerId="ADAL" clId="{CC3DCDC4-86A3-444B-BAE8-BDA243B04EDE}" dt="2025-01-28T08:33:59.537" v="446" actId="207"/>
          <ac:spMkLst>
            <pc:docMk/>
            <pc:sldMk cId="299630127" sldId="256"/>
            <ac:spMk id="29" creationId="{4E5454B0-AEE9-5A38-C4A6-21E7FDF52CAB}"/>
          </ac:spMkLst>
        </pc:spChg>
        <pc:spChg chg="add mod">
          <ac:chgData name="木村　湊" userId="18030a92-e387-4fb8-9fb3-56230bee2947" providerId="ADAL" clId="{CC3DCDC4-86A3-444B-BAE8-BDA243B04EDE}" dt="2025-01-28T08:14:35.873" v="273" actId="1076"/>
          <ac:spMkLst>
            <pc:docMk/>
            <pc:sldMk cId="299630127" sldId="256"/>
            <ac:spMk id="30" creationId="{A2D44631-0ACB-44C4-933F-A98DCE8AE00A}"/>
          </ac:spMkLst>
        </pc:spChg>
        <pc:spChg chg="add">
          <ac:chgData name="木村　湊" userId="18030a92-e387-4fb8-9fb3-56230bee2947" providerId="ADAL" clId="{CC3DCDC4-86A3-444B-BAE8-BDA243B04EDE}" dt="2025-01-28T08:14:16.955" v="269"/>
          <ac:spMkLst>
            <pc:docMk/>
            <pc:sldMk cId="299630127" sldId="256"/>
            <ac:spMk id="31" creationId="{A2D44631-0ACB-44C4-933F-A98DCE8AE00A}"/>
          </ac:spMkLst>
        </pc:spChg>
        <pc:spChg chg="add mod">
          <ac:chgData name="木村　湊" userId="18030a92-e387-4fb8-9fb3-56230bee2947" providerId="ADAL" clId="{CC3DCDC4-86A3-444B-BAE8-BDA243B04EDE}" dt="2025-01-28T08:14:56.555" v="275" actId="1076"/>
          <ac:spMkLst>
            <pc:docMk/>
            <pc:sldMk cId="299630127" sldId="256"/>
            <ac:spMk id="32" creationId="{CDB3EA7A-5115-4D9F-BE5A-A9359A80D8AB}"/>
          </ac:spMkLst>
        </pc:spChg>
        <pc:spChg chg="add mod">
          <ac:chgData name="木村　湊" userId="18030a92-e387-4fb8-9fb3-56230bee2947" providerId="ADAL" clId="{CC3DCDC4-86A3-444B-BAE8-BDA243B04EDE}" dt="2025-01-28T08:17:34.265" v="290" actId="1076"/>
          <ac:spMkLst>
            <pc:docMk/>
            <pc:sldMk cId="299630127" sldId="256"/>
            <ac:spMk id="33" creationId="{907331C2-1B6F-42B9-8118-CC41E70D922F}"/>
          </ac:spMkLst>
        </pc:spChg>
        <pc:spChg chg="add mod">
          <ac:chgData name="木村　湊" userId="18030a92-e387-4fb8-9fb3-56230bee2947" providerId="ADAL" clId="{CC3DCDC4-86A3-444B-BAE8-BDA243B04EDE}" dt="2025-01-28T08:21:20.178" v="296" actId="20577"/>
          <ac:spMkLst>
            <pc:docMk/>
            <pc:sldMk cId="299630127" sldId="256"/>
            <ac:spMk id="34" creationId="{82E2818F-F1B7-4711-846B-4890CF129B2D}"/>
          </ac:spMkLst>
        </pc:spChg>
        <pc:spChg chg="add mod">
          <ac:chgData name="木村　湊" userId="18030a92-e387-4fb8-9fb3-56230bee2947" providerId="ADAL" clId="{CC3DCDC4-86A3-444B-BAE8-BDA243B04EDE}" dt="2025-01-28T08:22:03.466" v="302" actId="1076"/>
          <ac:spMkLst>
            <pc:docMk/>
            <pc:sldMk cId="299630127" sldId="256"/>
            <ac:spMk id="35" creationId="{1B258E43-B59F-44F2-A36A-35B8137183E4}"/>
          </ac:spMkLst>
        </pc:spChg>
        <pc:spChg chg="add mod">
          <ac:chgData name="木村　湊" userId="18030a92-e387-4fb8-9fb3-56230bee2947" providerId="ADAL" clId="{CC3DCDC4-86A3-444B-BAE8-BDA243B04EDE}" dt="2025-01-28T08:23:05.389" v="319" actId="1076"/>
          <ac:spMkLst>
            <pc:docMk/>
            <pc:sldMk cId="299630127" sldId="256"/>
            <ac:spMk id="36" creationId="{87A0EE18-07C2-4F39-83E8-543A2F74CFE0}"/>
          </ac:spMkLst>
        </pc:spChg>
        <pc:spChg chg="add mod">
          <ac:chgData name="木村　湊" userId="18030a92-e387-4fb8-9fb3-56230bee2947" providerId="ADAL" clId="{CC3DCDC4-86A3-444B-BAE8-BDA243B04EDE}" dt="2025-01-28T08:23:18.855" v="331" actId="20577"/>
          <ac:spMkLst>
            <pc:docMk/>
            <pc:sldMk cId="299630127" sldId="256"/>
            <ac:spMk id="37" creationId="{DA74B9EE-9EA2-4149-B999-F2E3ADC07DBF}"/>
          </ac:spMkLst>
        </pc:spChg>
        <pc:spChg chg="add mod">
          <ac:chgData name="木村　湊" userId="18030a92-e387-4fb8-9fb3-56230bee2947" providerId="ADAL" clId="{CC3DCDC4-86A3-444B-BAE8-BDA243B04EDE}" dt="2025-01-28T08:23:52.768" v="337" actId="1076"/>
          <ac:spMkLst>
            <pc:docMk/>
            <pc:sldMk cId="299630127" sldId="256"/>
            <ac:spMk id="38" creationId="{01D44208-1D3C-4B1F-AC4E-63F64E6085C8}"/>
          </ac:spMkLst>
        </pc:spChg>
        <pc:spChg chg="add mod">
          <ac:chgData name="木村　湊" userId="18030a92-e387-4fb8-9fb3-56230bee2947" providerId="ADAL" clId="{CC3DCDC4-86A3-444B-BAE8-BDA243B04EDE}" dt="2025-01-28T08:24:13.388" v="347" actId="20577"/>
          <ac:spMkLst>
            <pc:docMk/>
            <pc:sldMk cId="299630127" sldId="256"/>
            <ac:spMk id="39" creationId="{EEB1A774-D679-4D7A-BDFA-32BE81EDB0C2}"/>
          </ac:spMkLst>
        </pc:spChg>
        <pc:spChg chg="add mod">
          <ac:chgData name="木村　湊" userId="18030a92-e387-4fb8-9fb3-56230bee2947" providerId="ADAL" clId="{CC3DCDC4-86A3-444B-BAE8-BDA243B04EDE}" dt="2025-01-28T08:24:24.526" v="357" actId="20577"/>
          <ac:spMkLst>
            <pc:docMk/>
            <pc:sldMk cId="299630127" sldId="256"/>
            <ac:spMk id="40" creationId="{58347608-DBC5-43D2-9325-0A9CD0F6DCCD}"/>
          </ac:spMkLst>
        </pc:spChg>
        <pc:spChg chg="add mod">
          <ac:chgData name="木村　湊" userId="18030a92-e387-4fb8-9fb3-56230bee2947" providerId="ADAL" clId="{CC3DCDC4-86A3-444B-BAE8-BDA243B04EDE}" dt="2025-01-28T08:24:43.537" v="367" actId="20577"/>
          <ac:spMkLst>
            <pc:docMk/>
            <pc:sldMk cId="299630127" sldId="256"/>
            <ac:spMk id="41" creationId="{908D5510-06F6-4F4F-9133-A71D49A5B7CF}"/>
          </ac:spMkLst>
        </pc:spChg>
        <pc:spChg chg="add mod">
          <ac:chgData name="木村　湊" userId="18030a92-e387-4fb8-9fb3-56230bee2947" providerId="ADAL" clId="{CC3DCDC4-86A3-444B-BAE8-BDA243B04EDE}" dt="2025-01-28T08:25:12.890" v="373" actId="20577"/>
          <ac:spMkLst>
            <pc:docMk/>
            <pc:sldMk cId="299630127" sldId="256"/>
            <ac:spMk id="42" creationId="{43B1065D-0FF7-4684-8A3D-DBC157B4A50C}"/>
          </ac:spMkLst>
        </pc:spChg>
        <pc:spChg chg="add mod">
          <ac:chgData name="木村　湊" userId="18030a92-e387-4fb8-9fb3-56230bee2947" providerId="ADAL" clId="{CC3DCDC4-86A3-444B-BAE8-BDA243B04EDE}" dt="2025-01-28T08:25:34.745" v="385" actId="20577"/>
          <ac:spMkLst>
            <pc:docMk/>
            <pc:sldMk cId="299630127" sldId="256"/>
            <ac:spMk id="43" creationId="{C542945D-5DFB-4512-AA26-4DCFB56A3BDB}"/>
          </ac:spMkLst>
        </pc:spChg>
        <pc:spChg chg="add mod">
          <ac:chgData name="木村　湊" userId="18030a92-e387-4fb8-9fb3-56230bee2947" providerId="ADAL" clId="{CC3DCDC4-86A3-444B-BAE8-BDA243B04EDE}" dt="2025-01-28T08:25:53.319" v="395" actId="20577"/>
          <ac:spMkLst>
            <pc:docMk/>
            <pc:sldMk cId="299630127" sldId="256"/>
            <ac:spMk id="44" creationId="{B7B3775D-1B6D-49C6-8A9A-D6F7FF31FC27}"/>
          </ac:spMkLst>
        </pc:spChg>
        <pc:spChg chg="add mod">
          <ac:chgData name="木村　湊" userId="18030a92-e387-4fb8-9fb3-56230bee2947" providerId="ADAL" clId="{CC3DCDC4-86A3-444B-BAE8-BDA243B04EDE}" dt="2025-01-28T08:26:06.926" v="409" actId="20577"/>
          <ac:spMkLst>
            <pc:docMk/>
            <pc:sldMk cId="299630127" sldId="256"/>
            <ac:spMk id="45" creationId="{3DBF7788-3D8A-4CD7-B81B-FC11E13E6FDC}"/>
          </ac:spMkLst>
        </pc:spChg>
        <pc:grpChg chg="mod">
          <ac:chgData name="木村　湊" userId="18030a92-e387-4fb8-9fb3-56230bee2947" providerId="ADAL" clId="{CC3DCDC4-86A3-444B-BAE8-BDA243B04EDE}" dt="2025-01-28T08:14:11.457" v="268" actId="1076"/>
          <ac:grpSpMkLst>
            <pc:docMk/>
            <pc:sldMk cId="299630127" sldId="256"/>
            <ac:grpSpMk id="5" creationId="{E719DE35-0691-F8EF-42F3-5CACBDCA1394}"/>
          </ac:grpSpMkLst>
        </pc:grpChg>
        <pc:grpChg chg="mod">
          <ac:chgData name="木村　湊" userId="18030a92-e387-4fb8-9fb3-56230bee2947" providerId="ADAL" clId="{CC3DCDC4-86A3-444B-BAE8-BDA243B04EDE}" dt="2025-01-28T08:28:52.863" v="424" actId="1076"/>
          <ac:grpSpMkLst>
            <pc:docMk/>
            <pc:sldMk cId="299630127" sldId="256"/>
            <ac:grpSpMk id="14" creationId="{6AB2BF43-83C7-42BF-40BB-446A07D3CBD7}"/>
          </ac:grpSpMkLst>
        </pc:grpChg>
        <pc:grpChg chg="mod">
          <ac:chgData name="木村　湊" userId="18030a92-e387-4fb8-9fb3-56230bee2947" providerId="ADAL" clId="{CC3DCDC4-86A3-444B-BAE8-BDA243B04EDE}" dt="2025-01-28T08:29:47.257" v="429" actId="1076"/>
          <ac:grpSpMkLst>
            <pc:docMk/>
            <pc:sldMk cId="299630127" sldId="256"/>
            <ac:grpSpMk id="21" creationId="{682553AA-3922-81EB-80CE-DA46B864CEC8}"/>
          </ac:grpSpMkLst>
        </pc:grpChg>
        <pc:grpChg chg="mod">
          <ac:chgData name="木村　湊" userId="18030a92-e387-4fb8-9fb3-56230bee2947" providerId="ADAL" clId="{CC3DCDC4-86A3-444B-BAE8-BDA243B04EDE}" dt="2025-01-28T08:29:38.321" v="428" actId="1076"/>
          <ac:grpSpMkLst>
            <pc:docMk/>
            <pc:sldMk cId="299630127" sldId="256"/>
            <ac:grpSpMk id="27" creationId="{1FD92CAC-2C3D-8773-98B5-9E39490F3747}"/>
          </ac:grpSpMkLst>
        </pc:grpChg>
        <pc:graphicFrameChg chg="mod">
          <ac:chgData name="木村　湊" userId="18030a92-e387-4fb8-9fb3-56230bee2947" providerId="ADAL" clId="{CC3DCDC4-86A3-444B-BAE8-BDA243B04EDE}" dt="2025-01-28T08:14:24.641" v="270"/>
          <ac:graphicFrameMkLst>
            <pc:docMk/>
            <pc:sldMk cId="299630127" sldId="256"/>
            <ac:graphicFrameMk id="17" creationId="{898DCD06-40E0-D55C-745E-132C42E4C341}"/>
          </ac:graphicFrameMkLst>
        </pc:graphicFrameChg>
        <pc:picChg chg="mod modCrop">
          <ac:chgData name="木村　湊" userId="18030a92-e387-4fb8-9fb3-56230bee2947" providerId="ADAL" clId="{CC3DCDC4-86A3-444B-BAE8-BDA243B04EDE}" dt="2025-01-28T08:30:15.266" v="430" actId="732"/>
          <ac:picMkLst>
            <pc:docMk/>
            <pc:sldMk cId="299630127" sldId="256"/>
            <ac:picMk id="13" creationId="{50DC7523-23BE-118C-2D50-52F7EE94CCD9}"/>
          </ac:picMkLst>
        </pc:picChg>
      </pc:sldChg>
    </pc:docChg>
  </pc:docChgLst>
  <pc:docChgLst>
    <pc:chgData name="公文　惟翔" userId="bcf9bcfb-d3d4-4751-b145-9fd5eb07e4cd" providerId="ADAL" clId="{8EC12F2A-0A84-43F7-A095-0CDEB8BF8681}"/>
    <pc:docChg chg="undo custSel modSld">
      <pc:chgData name="公文　惟翔" userId="bcf9bcfb-d3d4-4751-b145-9fd5eb07e4cd" providerId="ADAL" clId="{8EC12F2A-0A84-43F7-A095-0CDEB8BF8681}" dt="2024-11-15T06:15:28.393" v="895"/>
      <pc:docMkLst>
        <pc:docMk/>
      </pc:docMkLst>
      <pc:sldChg chg="addSp modSp mod setBg">
        <pc:chgData name="公文　惟翔" userId="bcf9bcfb-d3d4-4751-b145-9fd5eb07e4cd" providerId="ADAL" clId="{8EC12F2A-0A84-43F7-A095-0CDEB8BF8681}" dt="2024-11-15T06:15:28.393" v="895"/>
        <pc:sldMkLst>
          <pc:docMk/>
          <pc:sldMk cId="299630127" sldId="256"/>
        </pc:sldMkLst>
        <pc:spChg chg="mod">
          <ac:chgData name="公文　惟翔" userId="bcf9bcfb-d3d4-4751-b145-9fd5eb07e4cd" providerId="ADAL" clId="{8EC12F2A-0A84-43F7-A095-0CDEB8BF8681}" dt="2024-11-15T06:03:17.042" v="382" actId="14100"/>
          <ac:spMkLst>
            <pc:docMk/>
            <pc:sldMk cId="299630127" sldId="256"/>
            <ac:spMk id="2" creationId="{527E4524-1B0B-00ED-3EB0-2FD02F96C38D}"/>
          </ac:spMkLst>
        </pc:spChg>
        <pc:spChg chg="add mod">
          <ac:chgData name="公文　惟翔" userId="bcf9bcfb-d3d4-4751-b145-9fd5eb07e4cd" providerId="ADAL" clId="{8EC12F2A-0A84-43F7-A095-0CDEB8BF8681}" dt="2024-11-15T06:15:28.393" v="895"/>
          <ac:spMkLst>
            <pc:docMk/>
            <pc:sldMk cId="299630127" sldId="256"/>
            <ac:spMk id="3" creationId="{3E6C6C4F-911C-60D6-D4D3-1823CA07E476}"/>
          </ac:spMkLst>
        </pc:spChg>
        <pc:spChg chg="mod">
          <ac:chgData name="公文　惟翔" userId="bcf9bcfb-d3d4-4751-b145-9fd5eb07e4cd" providerId="ADAL" clId="{8EC12F2A-0A84-43F7-A095-0CDEB8BF8681}" dt="2024-11-15T06:14:59.927" v="712"/>
          <ac:spMkLst>
            <pc:docMk/>
            <pc:sldMk cId="299630127" sldId="256"/>
            <ac:spMk id="4" creationId="{99E39529-BA49-433D-1B04-97D18618E7E6}"/>
          </ac:spMkLst>
        </pc:spChg>
        <pc:spChg chg="mod">
          <ac:chgData name="公文　惟翔" userId="bcf9bcfb-d3d4-4751-b145-9fd5eb07e4cd" providerId="ADAL" clId="{8EC12F2A-0A84-43F7-A095-0CDEB8BF8681}" dt="2024-11-15T06:14:46.460" v="696"/>
          <ac:spMkLst>
            <pc:docMk/>
            <pc:sldMk cId="299630127" sldId="256"/>
            <ac:spMk id="7" creationId="{337AD14E-BB61-1DB5-D40D-5953D0ECA34A}"/>
          </ac:spMkLst>
        </pc:spChg>
        <pc:spChg chg="mod">
          <ac:chgData name="公文　惟翔" userId="bcf9bcfb-d3d4-4751-b145-9fd5eb07e4cd" providerId="ADAL" clId="{8EC12F2A-0A84-43F7-A095-0CDEB8BF8681}" dt="2024-11-15T06:13:46.599" v="650"/>
          <ac:spMkLst>
            <pc:docMk/>
            <pc:sldMk cId="299630127" sldId="256"/>
            <ac:spMk id="8" creationId="{B6F08484-BE7C-71FE-C0CC-D511DB21A6CB}"/>
          </ac:spMkLst>
        </pc:spChg>
        <pc:grpChg chg="add mod">
          <ac:chgData name="公文　惟翔" userId="bcf9bcfb-d3d4-4751-b145-9fd5eb07e4cd" providerId="ADAL" clId="{8EC12F2A-0A84-43F7-A095-0CDEB8BF8681}" dt="2024-11-15T06:13:39.648" v="649" actId="14100"/>
          <ac:grpSpMkLst>
            <pc:docMk/>
            <pc:sldMk cId="299630127" sldId="256"/>
            <ac:grpSpMk id="5" creationId="{E719DE35-0691-F8EF-42F3-5CACBDCA1394}"/>
          </ac:grpSpMkLst>
        </pc:grpChg>
        <pc:grpChg chg="add mod">
          <ac:chgData name="公文　惟翔" userId="bcf9bcfb-d3d4-4751-b145-9fd5eb07e4cd" providerId="ADAL" clId="{8EC12F2A-0A84-43F7-A095-0CDEB8BF8681}" dt="2024-11-15T06:14:24.687" v="654" actId="14100"/>
          <ac:grpSpMkLst>
            <pc:docMk/>
            <pc:sldMk cId="299630127" sldId="256"/>
            <ac:grpSpMk id="6" creationId="{5BD3AFDB-E3B3-0887-313C-4C87B1FC9788}"/>
          </ac:grpSpMkLst>
        </pc:grpChg>
      </pc:sldChg>
    </pc:docChg>
  </pc:docChgLst>
  <pc:docChgLst>
    <pc:chgData name="公文　惟翔" userId="S::3005g232211@pssk.hyogo-c.ed.jp::bcf9bcfb-d3d4-4751-b145-9fd5eb07e4cd" providerId="AD" clId="Web-{CC6DEFAD-A8A8-EB8A-B744-0B2A5B513CDF}"/>
    <pc:docChg chg="modSld">
      <pc:chgData name="公文　惟翔" userId="S::3005g232211@pssk.hyogo-c.ed.jp::bcf9bcfb-d3d4-4751-b145-9fd5eb07e4cd" providerId="AD" clId="Web-{CC6DEFAD-A8A8-EB8A-B744-0B2A5B513CDF}" dt="2025-01-24T05:38:42.735" v="86" actId="20577"/>
      <pc:docMkLst>
        <pc:docMk/>
      </pc:docMkLst>
      <pc:sldChg chg="modSp">
        <pc:chgData name="公文　惟翔" userId="S::3005g232211@pssk.hyogo-c.ed.jp::bcf9bcfb-d3d4-4751-b145-9fd5eb07e4cd" providerId="AD" clId="Web-{CC6DEFAD-A8A8-EB8A-B744-0B2A5B513CDF}" dt="2025-01-24T05:38:42.735" v="86" actId="20577"/>
        <pc:sldMkLst>
          <pc:docMk/>
          <pc:sldMk cId="299630127" sldId="256"/>
        </pc:sldMkLst>
        <pc:spChg chg="ord">
          <ac:chgData name="公文　惟翔" userId="S::3005g232211@pssk.hyogo-c.ed.jp::bcf9bcfb-d3d4-4751-b145-9fd5eb07e4cd" providerId="AD" clId="Web-{CC6DEFAD-A8A8-EB8A-B744-0B2A5B513CDF}" dt="2025-01-24T04:37:45.463" v="24"/>
          <ac:spMkLst>
            <pc:docMk/>
            <pc:sldMk cId="299630127" sldId="256"/>
            <ac:spMk id="2" creationId="{527E4524-1B0B-00ED-3EB0-2FD02F96C38D}"/>
          </ac:spMkLst>
        </pc:spChg>
        <pc:spChg chg="mod">
          <ac:chgData name="公文　惟翔" userId="S::3005g232211@pssk.hyogo-c.ed.jp::bcf9bcfb-d3d4-4751-b145-9fd5eb07e4cd" providerId="AD" clId="Web-{CC6DEFAD-A8A8-EB8A-B744-0B2A5B513CDF}" dt="2025-01-24T05:38:42.735" v="86" actId="20577"/>
          <ac:spMkLst>
            <pc:docMk/>
            <pc:sldMk cId="299630127" sldId="256"/>
            <ac:spMk id="16" creationId="{C26B405A-B2D1-50F4-1308-D0999D61196C}"/>
          </ac:spMkLst>
        </pc:spChg>
        <pc:grpChg chg="ord">
          <ac:chgData name="公文　惟翔" userId="S::3005g232211@pssk.hyogo-c.ed.jp::bcf9bcfb-d3d4-4751-b145-9fd5eb07e4cd" providerId="AD" clId="Web-{CC6DEFAD-A8A8-EB8A-B744-0B2A5B513CDF}" dt="2025-01-24T04:37:53.011" v="57"/>
          <ac:grpSpMkLst>
            <pc:docMk/>
            <pc:sldMk cId="299630127" sldId="256"/>
            <ac:grpSpMk id="5" creationId="{E719DE35-0691-F8EF-42F3-5CACBDCA1394}"/>
          </ac:grpSpMkLst>
        </pc:grpChg>
        <pc:grpChg chg="ord">
          <ac:chgData name="公文　惟翔" userId="S::3005g232211@pssk.hyogo-c.ed.jp::bcf9bcfb-d3d4-4751-b145-9fd5eb07e4cd" providerId="AD" clId="Web-{CC6DEFAD-A8A8-EB8A-B744-0B2A5B513CDF}" dt="2025-01-24T04:37:53.292" v="58"/>
          <ac:grpSpMkLst>
            <pc:docMk/>
            <pc:sldMk cId="299630127" sldId="256"/>
            <ac:grpSpMk id="6" creationId="{5BD3AFDB-E3B3-0887-313C-4C87B1FC9788}"/>
          </ac:grpSpMkLst>
        </pc:grpChg>
        <pc:grpChg chg="ord">
          <ac:chgData name="公文　惟翔" userId="S::3005g232211@pssk.hyogo-c.ed.jp::bcf9bcfb-d3d4-4751-b145-9fd5eb07e4cd" providerId="AD" clId="Web-{CC6DEFAD-A8A8-EB8A-B744-0B2A5B513CDF}" dt="2025-01-24T04:37:53.495" v="59"/>
          <ac:grpSpMkLst>
            <pc:docMk/>
            <pc:sldMk cId="299630127" sldId="256"/>
            <ac:grpSpMk id="10" creationId="{8D5200F2-D051-06D6-7A6C-0B36594D9A93}"/>
          </ac:grpSpMkLst>
        </pc:grpChg>
        <pc:grpChg chg="ord">
          <ac:chgData name="公文　惟翔" userId="S::3005g232211@pssk.hyogo-c.ed.jp::bcf9bcfb-d3d4-4751-b145-9fd5eb07e4cd" providerId="AD" clId="Web-{CC6DEFAD-A8A8-EB8A-B744-0B2A5B513CDF}" dt="2025-01-24T04:37:42.823" v="14"/>
          <ac:grpSpMkLst>
            <pc:docMk/>
            <pc:sldMk cId="299630127" sldId="256"/>
            <ac:grpSpMk id="14" creationId="{6AB2BF43-83C7-42BF-40BB-446A07D3CBD7}"/>
          </ac:grpSpMkLst>
        </pc:grpChg>
        <pc:grpChg chg="ord">
          <ac:chgData name="公文　惟翔" userId="S::3005g232211@pssk.hyogo-c.ed.jp::bcf9bcfb-d3d4-4751-b145-9fd5eb07e4cd" providerId="AD" clId="Web-{CC6DEFAD-A8A8-EB8A-B744-0B2A5B513CDF}" dt="2025-01-24T04:37:50.979" v="48"/>
          <ac:grpSpMkLst>
            <pc:docMk/>
            <pc:sldMk cId="299630127" sldId="256"/>
            <ac:grpSpMk id="27" creationId="{1FD92CAC-2C3D-8773-98B5-9E39490F3747}"/>
          </ac:grpSpMkLst>
        </pc:grpChg>
        <pc:graphicFrameChg chg="ord">
          <ac:chgData name="公文　惟翔" userId="S::3005g232211@pssk.hyogo-c.ed.jp::bcf9bcfb-d3d4-4751-b145-9fd5eb07e4cd" providerId="AD" clId="Web-{CC6DEFAD-A8A8-EB8A-B744-0B2A5B513CDF}" dt="2025-01-24T04:40:14.349" v="68"/>
          <ac:graphicFrameMkLst>
            <pc:docMk/>
            <pc:sldMk cId="299630127" sldId="256"/>
            <ac:graphicFrameMk id="17" creationId="{898DCD06-40E0-D55C-745E-132C42E4C341}"/>
          </ac:graphicFrameMkLst>
        </pc:graphicFrameChg>
        <pc:picChg chg="ord">
          <ac:chgData name="公文　惟翔" userId="S::3005g232211@pssk.hyogo-c.ed.jp::bcf9bcfb-d3d4-4751-b145-9fd5eb07e4cd" providerId="AD" clId="Web-{CC6DEFAD-A8A8-EB8A-B744-0B2A5B513CDF}" dt="2025-01-24T04:37:46.917" v="31"/>
          <ac:picMkLst>
            <pc:docMk/>
            <pc:sldMk cId="299630127" sldId="256"/>
            <ac:picMk id="13" creationId="{50DC7523-23BE-118C-2D50-52F7EE94CCD9}"/>
          </ac:picMkLst>
        </pc:picChg>
      </pc:sldChg>
    </pc:docChg>
  </pc:docChgLst>
  <pc:docChgLst>
    <pc:chgData name="公文　惟翔" userId="S::3005g232211@pssk.hyogo-c.ed.jp::bcf9bcfb-d3d4-4751-b145-9fd5eb07e4cd" providerId="AD" clId="Web-{D3BDE3E0-341D-FFF8-4ED0-DF858C047F7B}"/>
    <pc:docChg chg="modSld">
      <pc:chgData name="公文　惟翔" userId="S::3005g232211@pssk.hyogo-c.ed.jp::bcf9bcfb-d3d4-4751-b145-9fd5eb07e4cd" providerId="AD" clId="Web-{D3BDE3E0-341D-FFF8-4ED0-DF858C047F7B}" dt="2025-04-17T03:33:32.870" v="1" actId="1076"/>
      <pc:docMkLst>
        <pc:docMk/>
      </pc:docMkLst>
      <pc:sldChg chg="modSp">
        <pc:chgData name="公文　惟翔" userId="S::3005g232211@pssk.hyogo-c.ed.jp::bcf9bcfb-d3d4-4751-b145-9fd5eb07e4cd" providerId="AD" clId="Web-{D3BDE3E0-341D-FFF8-4ED0-DF858C047F7B}" dt="2025-04-17T03:33:32.870" v="1" actId="1076"/>
        <pc:sldMkLst>
          <pc:docMk/>
          <pc:sldMk cId="299630127" sldId="256"/>
        </pc:sldMkLst>
        <pc:picChg chg="mod">
          <ac:chgData name="公文　惟翔" userId="S::3005g232211@pssk.hyogo-c.ed.jp::bcf9bcfb-d3d4-4751-b145-9fd5eb07e4cd" providerId="AD" clId="Web-{D3BDE3E0-341D-FFF8-4ED0-DF858C047F7B}" dt="2025-04-17T03:33:32.870" v="1" actId="1076"/>
          <ac:picMkLst>
            <pc:docMk/>
            <pc:sldMk cId="299630127" sldId="256"/>
            <ac:picMk id="13" creationId="{50DC7523-23BE-118C-2D50-52F7EE94CCD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okat\Downloads\SHOUN%20POSTER%20FINDER&#12450;&#12531;&#12465;&#12540;&#12488;&#65288;&#22238;&#31572;&#65289;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200" b="1" i="0" u="none" strike="noStrike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1200"/>
              <a:t>2</a:t>
            </a:r>
            <a:r>
              <a:rPr lang="ja-JP" altLang="en-US" sz="1200"/>
              <a:t>年の検索システムを使ったの感想の割合</a:t>
            </a:r>
            <a:endParaRPr lang="en-US" sz="1200"/>
          </a:p>
        </c:rich>
      </c:tx>
      <c:layout>
        <c:manualLayout>
          <c:xMode val="edge"/>
          <c:yMode val="edge"/>
          <c:x val="0.18835365167194412"/>
          <c:y val="0.920403610165712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200" b="1" i="0" u="none" strike="noStrike" kern="1200" cap="all" spc="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109653895940604"/>
          <c:y val="6.6396325185151678E-2"/>
          <c:w val="0.77779596600856904"/>
          <c:h val="0.6318221338060411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はい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 操作しやすい</c:v>
                </c:pt>
                <c:pt idx="1">
                  <c:v> 今後も使用したいと思う</c:v>
                </c:pt>
                <c:pt idx="2">
                  <c:v> ポスター検索システムがあれば探究の授業が円滑に行えた</c:v>
                </c:pt>
                <c:pt idx="3">
                  <c:v> 後輩に勧めたい</c:v>
                </c:pt>
                <c:pt idx="4">
                  <c:v>合計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13</c:v>
                </c:pt>
                <c:pt idx="1">
                  <c:v>13</c:v>
                </c:pt>
                <c:pt idx="2">
                  <c:v>6</c:v>
                </c:pt>
                <c:pt idx="3">
                  <c:v>11</c:v>
                </c:pt>
                <c:pt idx="4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A-4C69-8FFB-DEE5231928C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どちらかというとはい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 操作しやすい</c:v>
                </c:pt>
                <c:pt idx="1">
                  <c:v> 今後も使用したいと思う</c:v>
                </c:pt>
                <c:pt idx="2">
                  <c:v> ポスター検索システムがあれば探究の授業が円滑に行えた</c:v>
                </c:pt>
                <c:pt idx="3">
                  <c:v> 後輩に勧めたい</c:v>
                </c:pt>
                <c:pt idx="4">
                  <c:v>合計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6</c:v>
                </c:pt>
                <c:pt idx="3">
                  <c:v>3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DA-4C69-8FFB-DEE5231928C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どちらともいえない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 操作しやすい</c:v>
                </c:pt>
                <c:pt idx="1">
                  <c:v> 今後も使用したいと思う</c:v>
                </c:pt>
                <c:pt idx="2">
                  <c:v> ポスター検索システムがあれば探究の授業が円滑に行えた</c:v>
                </c:pt>
                <c:pt idx="3">
                  <c:v> 後輩に勧めたい</c:v>
                </c:pt>
                <c:pt idx="4">
                  <c:v>合計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DA-4C69-8FFB-DEE5231928C5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どちらかというといいえ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 操作しやすい</c:v>
                </c:pt>
                <c:pt idx="1">
                  <c:v> 今後も使用したいと思う</c:v>
                </c:pt>
                <c:pt idx="2">
                  <c:v> ポスター検索システムがあれば探究の授業が円滑に行えた</c:v>
                </c:pt>
                <c:pt idx="3">
                  <c:v> 後輩に勧めたい</c:v>
                </c:pt>
                <c:pt idx="4">
                  <c:v>合計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DA-4C69-8FFB-DEE5231928C5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いいえ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 操作しやすい</c:v>
                </c:pt>
                <c:pt idx="1">
                  <c:v> 今後も使用したいと思う</c:v>
                </c:pt>
                <c:pt idx="2">
                  <c:v> ポスター検索システムがあれば探究の授業が円滑に行えた</c:v>
                </c:pt>
                <c:pt idx="3">
                  <c:v> 後輩に勧めたい</c:v>
                </c:pt>
                <c:pt idx="4">
                  <c:v>合計</c:v>
                </c:pt>
              </c:strCache>
            </c:strRef>
          </c:cat>
          <c:val>
            <c:numRef>
              <c:f>Sheet1!$B$6:$F$6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DA-4C69-8FFB-DEE5231928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604078984"/>
        <c:axId val="604079344"/>
      </c:barChart>
      <c:catAx>
        <c:axId val="60407898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604079344"/>
        <c:crosses val="autoZero"/>
        <c:auto val="1"/>
        <c:lblAlgn val="ctr"/>
        <c:lblOffset val="100"/>
        <c:tickLblSkip val="1"/>
        <c:noMultiLvlLbl val="0"/>
      </c:catAx>
      <c:valAx>
        <c:axId val="60407934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04078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422856275721289"/>
          <c:w val="0.9685209172562026"/>
          <c:h val="0.211514146155896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0"/>
            </a:lnSpc>
            <a:defRPr lang="ja-JP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ja-JP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0.00574</cdr:x>
      <cdr:y>0.10387</cdr:y>
    </cdr:from>
    <cdr:to>
      <cdr:x>0.17429</cdr:x>
      <cdr:y>0.17253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0AD7544F-6C06-0D79-CD61-83F6BC82BDF4}"/>
            </a:ext>
          </a:extLst>
        </cdr:cNvPr>
        <cdr:cNvSpPr txBox="1"/>
      </cdr:nvSpPr>
      <cdr:spPr>
        <a:xfrm xmlns:a="http://schemas.openxmlformats.org/drawingml/2006/main">
          <a:off x="26621" y="399740"/>
          <a:ext cx="781516" cy="26423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>
            <a:lnSpc>
              <a:spcPct val="80000"/>
            </a:lnSpc>
          </a:pPr>
          <a:r>
            <a:rPr lang="ja-JP" altLang="en-US" sz="1200" b="0" kern="1200" dirty="0">
              <a:solidFill>
                <a:schemeClr val="tx1"/>
              </a:solidFill>
            </a:rPr>
            <a:t>全体</a:t>
          </a:r>
        </a:p>
      </cdr:txBody>
    </cdr:sp>
  </cdr:relSizeAnchor>
  <cdr:relSizeAnchor xmlns:cdr="http://schemas.openxmlformats.org/drawingml/2006/chartDrawing">
    <cdr:from>
      <cdr:x>0</cdr:x>
      <cdr:y>0.59805</cdr:y>
    </cdr:from>
    <cdr:to>
      <cdr:x>0.17624</cdr:x>
      <cdr:y>0.66389</cdr:y>
    </cdr:to>
    <cdr:sp macro="" textlink="">
      <cdr:nvSpPr>
        <cdr:cNvPr id="3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3FF7E8F9-2A53-8ACD-077C-9040BBE41577}"/>
            </a:ext>
          </a:extLst>
        </cdr:cNvPr>
        <cdr:cNvSpPr txBox="1"/>
      </cdr:nvSpPr>
      <cdr:spPr>
        <a:xfrm xmlns:a="http://schemas.openxmlformats.org/drawingml/2006/main">
          <a:off x="-4964502" y="2301565"/>
          <a:ext cx="817172" cy="2533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>
            <a:lnSpc>
              <a:spcPct val="80000"/>
            </a:lnSpc>
          </a:pPr>
          <a:r>
            <a:rPr lang="ja-JP" altLang="en-US" sz="1200" dirty="0"/>
            <a:t>操作しやすい</a:t>
          </a:r>
        </a:p>
      </cdr:txBody>
    </cdr:sp>
  </cdr:relSizeAnchor>
  <cdr:relSizeAnchor xmlns:cdr="http://schemas.openxmlformats.org/drawingml/2006/chartDrawing">
    <cdr:from>
      <cdr:x>0</cdr:x>
      <cdr:y>0.21192</cdr:y>
    </cdr:from>
    <cdr:to>
      <cdr:x>0.17316</cdr:x>
      <cdr:y>0.29492</cdr:y>
    </cdr:to>
    <cdr:sp macro="" textlink="">
      <cdr:nvSpPr>
        <cdr:cNvPr id="6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743CD542-4871-7197-C788-70990B7631BC}"/>
            </a:ext>
          </a:extLst>
        </cdr:cNvPr>
        <cdr:cNvSpPr txBox="1"/>
      </cdr:nvSpPr>
      <cdr:spPr>
        <a:xfrm xmlns:a="http://schemas.openxmlformats.org/drawingml/2006/main">
          <a:off x="0" y="815577"/>
          <a:ext cx="802886" cy="31942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>
            <a:lnSpc>
              <a:spcPct val="80000"/>
            </a:lnSpc>
          </a:pPr>
          <a:r>
            <a:rPr lang="ja-JP" altLang="en-US" sz="1200" dirty="0"/>
            <a:t>後輩に勧めたい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3094C-B57D-45ED-8C59-15476E1E204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B2650-1B32-4E1F-99FC-7174851F6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54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B2650-1B32-4E1F-99FC-7174851F6B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10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16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58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956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04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172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12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05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2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19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420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54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208E-9A30-4BF8-A410-46F8F8A13B9A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CFF92-B338-4BCC-8926-4C63D2CBB6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0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kumimoji="1"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kumimoji="1"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BE2678F-E6B2-44E1-9667-A55FDF81EC52}"/>
              </a:ext>
            </a:extLst>
          </p:cNvPr>
          <p:cNvSpPr/>
          <p:nvPr/>
        </p:nvSpPr>
        <p:spPr>
          <a:xfrm>
            <a:off x="0" y="0"/>
            <a:ext cx="9601200" cy="15746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27E4524-1B0B-00ED-3EB0-2FD02F96C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9601200" cy="1147381"/>
          </a:xfrm>
          <a:noFill/>
          <a:effectLst/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altLang="ja-JP" sz="9800" err="1">
                <a:ln w="2857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noFill/>
                <a:effectLst/>
              </a:rPr>
              <a:t>Shoun</a:t>
            </a:r>
            <a:r>
              <a:rPr lang="ja-JP" altLang="en-US" sz="9800">
                <a:ln w="2857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noFill/>
                <a:effectLst/>
              </a:rPr>
              <a:t> </a:t>
            </a:r>
            <a:r>
              <a:rPr lang="en-US" altLang="ja-JP" sz="9800">
                <a:ln w="2857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noFill/>
                <a:effectLst/>
              </a:rPr>
              <a:t>Poster</a:t>
            </a:r>
            <a:r>
              <a:rPr lang="ja-JP" altLang="en-US" sz="9800">
                <a:ln w="2857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noFill/>
                <a:effectLst/>
              </a:rPr>
              <a:t> </a:t>
            </a:r>
            <a:r>
              <a:rPr lang="en-US" altLang="ja-JP" sz="9800">
                <a:ln w="2857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noFill/>
                <a:effectLst/>
                <a:latin typeface="クラフト"/>
              </a:rPr>
              <a:t>Finder</a:t>
            </a:r>
            <a:endParaRPr kumimoji="1" lang="ja-JP" altLang="en-US" sz="2200">
              <a:ln w="28575">
                <a:solidFill>
                  <a:schemeClr val="tx1"/>
                </a:solidFill>
                <a:prstDash val="solid"/>
              </a:ln>
              <a:noFill/>
              <a:effectLst/>
              <a:latin typeface="クラフト"/>
              <a:cs typeface="Cascadia Code" panose="020B0609020000020004" pitchFamily="49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719DE35-0691-F8EF-42F3-5CACBDCA1394}"/>
              </a:ext>
            </a:extLst>
          </p:cNvPr>
          <p:cNvGrpSpPr/>
          <p:nvPr/>
        </p:nvGrpSpPr>
        <p:grpSpPr>
          <a:xfrm>
            <a:off x="136610" y="1711780"/>
            <a:ext cx="4500088" cy="2464223"/>
            <a:chOff x="136610" y="1197120"/>
            <a:chExt cx="4632350" cy="2464223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99E39529-BA49-433D-1B04-97D18618E7E6}"/>
                </a:ext>
              </a:extLst>
            </p:cNvPr>
            <p:cNvSpPr txBox="1"/>
            <p:nvPr/>
          </p:nvSpPr>
          <p:spPr>
            <a:xfrm>
              <a:off x="136610" y="1197120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背景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3E6C6C4F-911C-60D6-D4D3-1823CA07E476}"/>
                </a:ext>
              </a:extLst>
            </p:cNvPr>
            <p:cNvSpPr txBox="1"/>
            <p:nvPr/>
          </p:nvSpPr>
          <p:spPr>
            <a:xfrm>
              <a:off x="136610" y="1599240"/>
              <a:ext cx="4632350" cy="20621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kumimoji="1" lang="en-US" altLang="ja-JP" sz="1600">
                  <a:latin typeface="+mn-ea"/>
                </a:rPr>
                <a:t>20</a:t>
              </a:r>
              <a:r>
                <a:rPr kumimoji="1" lang="ja-JP" altLang="en-US" sz="1600">
                  <a:latin typeface="+mn-ea"/>
                </a:rPr>
                <a:t>回生が制作したポスター検索システムが使われていない理由は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ポスターが古い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ﾚｲｱｳﾄが崩れるなど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使いにくい状態が原因だと考えた</a:t>
              </a:r>
              <a:r>
                <a:rPr kumimoji="1" lang="en-US" altLang="ja-JP" sz="1600">
                  <a:latin typeface="+mn-ea"/>
                </a:rPr>
                <a:t>｡</a:t>
              </a:r>
            </a:p>
            <a:p>
              <a:r>
                <a:rPr kumimoji="1" lang="ja-JP" altLang="en-US" sz="1600">
                  <a:latin typeface="+mn-ea"/>
                </a:rPr>
                <a:t>そこで私たちは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授業内で使ってもらえる完成度を目指した</a:t>
              </a:r>
              <a:r>
                <a:rPr kumimoji="1" lang="en-US" altLang="ja-JP" sz="1600">
                  <a:latin typeface="+mn-ea"/>
                </a:rPr>
                <a:t>｡</a:t>
              </a:r>
            </a:p>
            <a:p>
              <a:r>
                <a:rPr kumimoji="1" lang="en-US" altLang="ja-JP" sz="1600" b="1">
                  <a:latin typeface="+mn-ea"/>
                </a:rPr>
                <a:t>RQ</a:t>
              </a:r>
              <a:r>
                <a:rPr kumimoji="1" lang="en-US" altLang="ja-JP" sz="1600">
                  <a:latin typeface="+mn-ea"/>
                </a:rPr>
                <a:t>:</a:t>
              </a:r>
              <a:r>
                <a:rPr kumimoji="1" lang="ja-JP" altLang="en-US" sz="1600">
                  <a:latin typeface="+mn-ea"/>
                </a:rPr>
                <a:t>もっと探究の授業がやりやすくなるのでは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 b="1">
                  <a:latin typeface="+mn-ea"/>
                </a:rPr>
                <a:t>目的</a:t>
              </a:r>
              <a:r>
                <a:rPr kumimoji="1" lang="en-US" altLang="ja-JP" sz="1600">
                  <a:latin typeface="+mn-ea"/>
                </a:rPr>
                <a:t>:</a:t>
              </a:r>
              <a:r>
                <a:rPr kumimoji="1" lang="ja-JP" altLang="en-US" sz="1600">
                  <a:latin typeface="+mn-ea"/>
                </a:rPr>
                <a:t>探究の授業を円滑に進める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 b="1">
                  <a:latin typeface="+mn-ea"/>
                </a:rPr>
                <a:t>仮説</a:t>
              </a:r>
              <a:r>
                <a:rPr kumimoji="1" lang="en-US" altLang="ja-JP" sz="1600">
                  <a:latin typeface="+mn-ea"/>
                </a:rPr>
                <a:t>:UX</a:t>
              </a:r>
              <a:r>
                <a:rPr kumimoji="1" lang="ja-JP" altLang="en-US" sz="1600">
                  <a:latin typeface="+mn-ea"/>
                </a:rPr>
                <a:t>が良いものを作れば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授業が円滑になる</a:t>
              </a:r>
              <a:endParaRPr kumimoji="1" lang="en-US" altLang="ja-JP" sz="1600">
                <a:latin typeface="+mn-ea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BD3AFDB-E3B3-0887-313C-4C87B1FC9788}"/>
              </a:ext>
            </a:extLst>
          </p:cNvPr>
          <p:cNvGrpSpPr/>
          <p:nvPr/>
        </p:nvGrpSpPr>
        <p:grpSpPr>
          <a:xfrm>
            <a:off x="136610" y="4323496"/>
            <a:ext cx="4500088" cy="1707058"/>
            <a:chOff x="136610" y="1201004"/>
            <a:chExt cx="4632350" cy="1707058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37AD14E-BB61-1DB5-D40D-5953D0ECA34A}"/>
                </a:ext>
              </a:extLst>
            </p:cNvPr>
            <p:cNvSpPr txBox="1"/>
            <p:nvPr/>
          </p:nvSpPr>
          <p:spPr>
            <a:xfrm>
              <a:off x="136610" y="1201004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研究手法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F08484-BE7C-71FE-C0CC-D511DB21A6CB}"/>
                </a:ext>
              </a:extLst>
            </p:cNvPr>
            <p:cNvSpPr txBox="1"/>
            <p:nvPr/>
          </p:nvSpPr>
          <p:spPr>
            <a:xfrm>
              <a:off x="136610" y="1584623"/>
              <a:ext cx="4632350" cy="13234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kumimoji="1" lang="ja-JP" altLang="en-US" sz="1600">
                  <a:latin typeface="+mn-ea"/>
                </a:rPr>
                <a:t>①</a:t>
              </a:r>
              <a:r>
                <a:rPr kumimoji="1" lang="en-US" altLang="ja-JP" sz="1600">
                  <a:latin typeface="+mn-ea"/>
                </a:rPr>
                <a:t>PDF</a:t>
              </a:r>
              <a:r>
                <a:rPr kumimoji="1" lang="ja-JP" altLang="en-US" sz="1600">
                  <a:latin typeface="+mn-ea"/>
                </a:rPr>
                <a:t>を整理する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②検索や絞込などの必要な機能を追加する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③</a:t>
              </a:r>
              <a:r>
                <a:rPr kumimoji="1" lang="en-US" altLang="ja-JP" sz="1600">
                  <a:latin typeface="+mn-ea"/>
                </a:rPr>
                <a:t>UI(</a:t>
              </a:r>
              <a:r>
                <a:rPr kumimoji="1" lang="ja-JP" altLang="en-US" sz="1600">
                  <a:latin typeface="+mn-ea"/>
                </a:rPr>
                <a:t>ユーザーインターフェース</a:t>
              </a:r>
              <a:r>
                <a:rPr kumimoji="1" lang="en-US" altLang="ja-JP" sz="1600">
                  <a:latin typeface="+mn-ea"/>
                </a:rPr>
                <a:t>)</a:t>
              </a:r>
              <a:r>
                <a:rPr kumimoji="1" lang="ja-JP" altLang="en-US" sz="1600">
                  <a:latin typeface="+mn-ea"/>
                </a:rPr>
                <a:t>を整える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④校内で公開し</a:t>
              </a:r>
              <a:r>
                <a:rPr kumimoji="1" lang="en-US" altLang="ja-JP" sz="1600">
                  <a:latin typeface="+mn-ea"/>
                </a:rPr>
                <a:t>､2</a:t>
              </a:r>
              <a:r>
                <a:rPr kumimoji="1" lang="ja-JP" altLang="en-US" sz="1600">
                  <a:latin typeface="+mn-ea"/>
                </a:rPr>
                <a:t>年次にアンケートを取る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⑤不評だった箇所を改善</a:t>
              </a:r>
              <a:r>
                <a:rPr kumimoji="1" lang="en-US" altLang="ja-JP" sz="1600">
                  <a:latin typeface="+mn-ea"/>
                </a:rPr>
                <a:t>&amp;</a:t>
              </a:r>
              <a:r>
                <a:rPr kumimoji="1" lang="ja-JP" altLang="en-US" sz="1600">
                  <a:latin typeface="+mn-ea"/>
                </a:rPr>
                <a:t>アップデート</a:t>
              </a:r>
              <a:endParaRPr kumimoji="1" lang="en-US" altLang="ja-JP" sz="1600">
                <a:latin typeface="+mn-ea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D5200F2-D051-06D6-7A6C-0B36594D9A93}"/>
              </a:ext>
            </a:extLst>
          </p:cNvPr>
          <p:cNvGrpSpPr/>
          <p:nvPr/>
        </p:nvGrpSpPr>
        <p:grpSpPr>
          <a:xfrm>
            <a:off x="4964502" y="1715664"/>
            <a:ext cx="4500088" cy="5663089"/>
            <a:chOff x="-142836" y="-633641"/>
            <a:chExt cx="4632350" cy="5663089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E6F8A00-8A58-CF9E-5DB6-D8E1B27D9199}"/>
                </a:ext>
              </a:extLst>
            </p:cNvPr>
            <p:cNvSpPr txBox="1"/>
            <p:nvPr/>
          </p:nvSpPr>
          <p:spPr>
            <a:xfrm>
              <a:off x="-142836" y="-633641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研究成果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BA0EDB1-97F4-219A-2F2C-DC49C77752E8}"/>
                </a:ext>
              </a:extLst>
            </p:cNvPr>
            <p:cNvSpPr txBox="1"/>
            <p:nvPr/>
          </p:nvSpPr>
          <p:spPr>
            <a:xfrm>
              <a:off x="-142836" y="-233531"/>
              <a:ext cx="4632350" cy="526297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ja-JP" altLang="en-US" sz="1600">
                  <a:latin typeface="+mn-ea"/>
                </a:rPr>
                <a:t>アンケート結果が少なかったため正確な統計は取れないが、探究の授業を円滑に行えたのかという質問は肯定的な結果が</a:t>
              </a:r>
              <a:r>
                <a:rPr lang="en-US" altLang="ja-JP" sz="1600">
                  <a:latin typeface="+mn-ea"/>
                </a:rPr>
                <a:t>80%</a:t>
              </a:r>
              <a:r>
                <a:rPr lang="ja-JP" altLang="en-US" sz="1600">
                  <a:latin typeface="+mn-ea"/>
                </a:rPr>
                <a:t>を超え、成果があったと言える。今後も使用したい人や後輩に勧めたい人が</a:t>
              </a:r>
              <a:r>
                <a:rPr lang="en-US" altLang="ja-JP" sz="1600">
                  <a:latin typeface="+mn-ea"/>
                </a:rPr>
                <a:t>90%</a:t>
              </a:r>
              <a:r>
                <a:rPr lang="ja-JP" altLang="en-US" sz="1600">
                  <a:latin typeface="+mn-ea"/>
                </a:rPr>
                <a:t>なので、今後も開発をする意義があると考えられる。</a:t>
              </a:r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  <a:p>
              <a:endParaRPr lang="en-US" altLang="ja-JP" sz="1600">
                <a:latin typeface="+mn-ea"/>
              </a:endParaRPr>
            </a:p>
          </p:txBody>
        </p:sp>
      </p:grpSp>
      <p:graphicFrame>
        <p:nvGraphicFramePr>
          <p:cNvPr id="17" name="グラフ 16">
            <a:extLst>
              <a:ext uri="{FF2B5EF4-FFF2-40B4-BE49-F238E27FC236}">
                <a16:creationId xmlns:a16="http://schemas.microsoft.com/office/drawing/2014/main" id="{898DCD06-40E0-D55C-745E-132C42E4C3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3733105"/>
              </p:ext>
            </p:extLst>
          </p:nvPr>
        </p:nvGraphicFramePr>
        <p:xfrm>
          <a:off x="4964502" y="3354558"/>
          <a:ext cx="4636698" cy="3848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AB2BF43-83C7-42BF-40BB-446A07D3CBD7}"/>
              </a:ext>
            </a:extLst>
          </p:cNvPr>
          <p:cNvGrpSpPr/>
          <p:nvPr/>
        </p:nvGrpSpPr>
        <p:grpSpPr>
          <a:xfrm>
            <a:off x="136610" y="6168145"/>
            <a:ext cx="4500088" cy="1480495"/>
            <a:chOff x="136610" y="1322244"/>
            <a:chExt cx="4632350" cy="1480495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E0B266E-4A5B-0582-2E26-57C555BC7D79}"/>
                </a:ext>
              </a:extLst>
            </p:cNvPr>
            <p:cNvSpPr txBox="1"/>
            <p:nvPr/>
          </p:nvSpPr>
          <p:spPr>
            <a:xfrm>
              <a:off x="136610" y="1322244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開発環境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C26B405A-B2D1-50F4-1308-D0999D61196C}"/>
                </a:ext>
              </a:extLst>
            </p:cNvPr>
            <p:cNvSpPr txBox="1"/>
            <p:nvPr/>
          </p:nvSpPr>
          <p:spPr>
            <a:xfrm>
              <a:off x="136610" y="1725521"/>
              <a:ext cx="4632350" cy="10772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kumimoji="1" lang="en-US" altLang="ja-JP" sz="1600">
                  <a:latin typeface="+mn-ea"/>
                </a:rPr>
                <a:t>【</a:t>
              </a:r>
              <a:r>
                <a:rPr kumimoji="1" lang="ja-JP" altLang="en-US" sz="1600">
                  <a:latin typeface="+mn-ea"/>
                </a:rPr>
                <a:t>使用言語</a:t>
              </a:r>
              <a:r>
                <a:rPr kumimoji="1" lang="en-US" altLang="ja-JP" sz="1600">
                  <a:latin typeface="+mn-ea"/>
                </a:rPr>
                <a:t>】		【</a:t>
              </a:r>
              <a:r>
                <a:rPr kumimoji="1" lang="ja-JP" altLang="en-US" sz="1600">
                  <a:latin typeface="+mn-ea"/>
                </a:rPr>
                <a:t>使用ソフト</a:t>
              </a:r>
              <a:r>
                <a:rPr kumimoji="1" lang="en-US" altLang="ja-JP" sz="1600">
                  <a:latin typeface="+mn-ea"/>
                </a:rPr>
                <a:t>】</a:t>
              </a:r>
            </a:p>
            <a:p>
              <a:r>
                <a:rPr kumimoji="1" lang="ja-JP" altLang="en-US" sz="1600">
                  <a:latin typeface="+mn-ea"/>
                </a:rPr>
                <a:t>　</a:t>
              </a:r>
              <a:r>
                <a:rPr kumimoji="1" lang="en-US" altLang="ja-JP" sz="1600">
                  <a:latin typeface="+mn-ea"/>
                </a:rPr>
                <a:t>HTML			</a:t>
              </a:r>
              <a:r>
                <a:rPr kumimoji="1" lang="ja-JP" altLang="en-US" sz="1600">
                  <a:latin typeface="+mn-ea"/>
                </a:rPr>
                <a:t>　</a:t>
              </a:r>
              <a:r>
                <a:rPr kumimoji="1" lang="en-US" altLang="ja-JP" sz="1600">
                  <a:latin typeface="+mn-ea"/>
                </a:rPr>
                <a:t>Visual Studio Code</a:t>
              </a:r>
              <a:endParaRPr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　</a:t>
              </a:r>
              <a:r>
                <a:rPr kumimoji="1" lang="en-US" altLang="ja-JP" sz="1600">
                  <a:latin typeface="+mn-ea"/>
                </a:rPr>
                <a:t>CSS			</a:t>
              </a:r>
              <a:r>
                <a:rPr kumimoji="1" lang="ja-JP" altLang="en-US" sz="1600">
                  <a:latin typeface="+mn-ea"/>
                </a:rPr>
                <a:t>　</a:t>
              </a:r>
              <a:r>
                <a:rPr kumimoji="1" lang="en-US" altLang="ja-JP" sz="1600">
                  <a:latin typeface="+mn-ea"/>
                </a:rPr>
                <a:t>Microsoft Edge</a:t>
              </a:r>
              <a:endParaRPr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　</a:t>
              </a:r>
              <a:r>
                <a:rPr kumimoji="1" lang="en-US" altLang="ja-JP" sz="1600">
                  <a:latin typeface="+mn-ea"/>
                </a:rPr>
                <a:t>JavaScript		</a:t>
              </a:r>
              <a:r>
                <a:rPr kumimoji="1" lang="ja-JP" altLang="en-US" sz="1600">
                  <a:latin typeface="+mn-ea"/>
                </a:rPr>
                <a:t>　Google Chrome</a:t>
              </a:r>
              <a:endParaRPr kumimoji="1" lang="en-US" altLang="ja-JP" sz="1600">
                <a:latin typeface="+mn-ea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182A113-17D5-2C75-FFEB-83971653F382}"/>
              </a:ext>
            </a:extLst>
          </p:cNvPr>
          <p:cNvGrpSpPr/>
          <p:nvPr/>
        </p:nvGrpSpPr>
        <p:grpSpPr>
          <a:xfrm>
            <a:off x="4964502" y="7522809"/>
            <a:ext cx="4500088" cy="1967896"/>
            <a:chOff x="136610" y="1201004"/>
            <a:chExt cx="4632350" cy="1967896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A8B31EC-6642-EDB1-8F24-EE7FC03A2D7F}"/>
                </a:ext>
              </a:extLst>
            </p:cNvPr>
            <p:cNvSpPr txBox="1"/>
            <p:nvPr/>
          </p:nvSpPr>
          <p:spPr>
            <a:xfrm>
              <a:off x="136610" y="1201004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結果と今後の展望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62C0679-4B9F-C17E-0E90-11F00C09152B}"/>
                </a:ext>
              </a:extLst>
            </p:cNvPr>
            <p:cNvSpPr txBox="1"/>
            <p:nvPr/>
          </p:nvSpPr>
          <p:spPr>
            <a:xfrm>
              <a:off x="136610" y="1599240"/>
              <a:ext cx="4632350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kumimoji="1" lang="ja-JP" altLang="en-US" sz="1600">
                  <a:latin typeface="+mn-ea"/>
                </a:rPr>
                <a:t>全体的に好評な結果だとわかったので、今後より一層改善を進めていきたい。また、ユーザーからの意見を訊くためのフォームを活用して、より使いやすいものにする。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今回のアンケートでは回答数が少なかったので、次回は数を増やせるように模索する。</a:t>
              </a:r>
              <a:endParaRPr kumimoji="1" lang="en-US" altLang="ja-JP" sz="1600">
                <a:latin typeface="+mn-ea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82553AA-3922-81EB-80CE-DA46B864CEC8}"/>
              </a:ext>
            </a:extLst>
          </p:cNvPr>
          <p:cNvGrpSpPr/>
          <p:nvPr/>
        </p:nvGrpSpPr>
        <p:grpSpPr>
          <a:xfrm>
            <a:off x="127282" y="11642706"/>
            <a:ext cx="4500088" cy="968394"/>
            <a:chOff x="136610" y="1201004"/>
            <a:chExt cx="4632350" cy="968394"/>
          </a:xfrm>
        </p:grpSpPr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D249C23-FD87-D428-6611-DF88FC1225DB}"/>
                </a:ext>
              </a:extLst>
            </p:cNvPr>
            <p:cNvSpPr txBox="1"/>
            <p:nvPr/>
          </p:nvSpPr>
          <p:spPr>
            <a:xfrm>
              <a:off x="136610" y="1201004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参考文献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5BEA307-879C-D159-D24A-EBFA9C3B40BF}"/>
                </a:ext>
              </a:extLst>
            </p:cNvPr>
            <p:cNvSpPr txBox="1"/>
            <p:nvPr/>
          </p:nvSpPr>
          <p:spPr>
            <a:xfrm>
              <a:off x="136610" y="1584623"/>
              <a:ext cx="463235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>
                  <a:latin typeface="+mn-ea"/>
                  <a:cs typeface="+mn-lt"/>
                </a:rPr>
                <a:t>Mozilla(2005~).</a:t>
              </a:r>
              <a:r>
                <a:rPr lang="en-US" altLang="ja-JP" sz="1600">
                  <a:latin typeface="+mn-ea"/>
                  <a:cs typeface="+mn-lt"/>
                </a:rPr>
                <a:t>｢</a:t>
              </a:r>
              <a:r>
                <a:rPr lang="en-US" sz="1600">
                  <a:latin typeface="+mn-ea"/>
                  <a:cs typeface="+mn-lt"/>
                </a:rPr>
                <a:t>MDN Web Docs</a:t>
              </a:r>
              <a:r>
                <a:rPr lang="en-US" altLang="ja-JP" sz="1600">
                  <a:latin typeface="+mn-ea"/>
                  <a:cs typeface="+mn-lt"/>
                </a:rPr>
                <a:t>｣.</a:t>
              </a:r>
              <a:br>
                <a:rPr lang="en-US" sz="1600">
                  <a:latin typeface="+mn-ea"/>
                  <a:cs typeface="+mn-lt"/>
                </a:rPr>
              </a:br>
              <a:r>
                <a:rPr lang="en-US" sz="1600">
                  <a:latin typeface="+mn-ea"/>
                  <a:cs typeface="+mn-lt"/>
                </a:rPr>
                <a:t>https://developer.mozilla.org/ja/</a:t>
              </a:r>
              <a:r>
                <a:rPr lang="ja-JP" altLang="en-US" sz="1600">
                  <a:latin typeface="+mn-ea"/>
                  <a:cs typeface="+mn-lt"/>
                </a:rPr>
                <a:t> 　</a:t>
              </a:r>
              <a:r>
                <a:rPr lang="en-US" altLang="ja-JP" sz="1600">
                  <a:latin typeface="+mn-ea"/>
                  <a:cs typeface="+mn-lt"/>
                </a:rPr>
                <a:t>2024</a:t>
              </a:r>
              <a:r>
                <a:rPr lang="ja-JP" altLang="en-US" sz="1600">
                  <a:latin typeface="+mn-ea"/>
                  <a:cs typeface="+mn-lt"/>
                </a:rPr>
                <a:t>年</a:t>
              </a:r>
              <a:r>
                <a:rPr lang="en-US" altLang="ja-JP" sz="1600">
                  <a:latin typeface="+mn-ea"/>
                  <a:cs typeface="+mn-lt"/>
                </a:rPr>
                <a:t>8</a:t>
              </a:r>
              <a:r>
                <a:rPr lang="ja-JP" altLang="en-US" sz="1600">
                  <a:latin typeface="+mn-ea"/>
                  <a:cs typeface="+mn-lt"/>
                </a:rPr>
                <a:t>月末</a:t>
              </a:r>
              <a:endParaRPr lang="en-US" sz="1600">
                <a:latin typeface="+mn-ea"/>
                <a:cs typeface="+mn-lt"/>
              </a:endParaRPr>
            </a:p>
          </p:txBody>
        </p:sp>
      </p:grpSp>
      <p:pic>
        <p:nvPicPr>
          <p:cNvPr id="13" name="図 12" descr="カレンダー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0DC7523-23BE-118C-2D50-52F7EE94CC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" t="-1989" r="185" b="16092"/>
          <a:stretch/>
        </p:blipFill>
        <p:spPr>
          <a:xfrm>
            <a:off x="4973831" y="9562167"/>
            <a:ext cx="4481658" cy="3048933"/>
          </a:xfrm>
          <a:prstGeom prst="rect">
            <a:avLst/>
          </a:prstGeom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FD92CAC-2C3D-8773-98B5-9E39490F3747}"/>
              </a:ext>
            </a:extLst>
          </p:cNvPr>
          <p:cNvGrpSpPr/>
          <p:nvPr/>
        </p:nvGrpSpPr>
        <p:grpSpPr>
          <a:xfrm>
            <a:off x="145711" y="7793600"/>
            <a:ext cx="4500088" cy="3691445"/>
            <a:chOff x="136610" y="1201004"/>
            <a:chExt cx="4632350" cy="3691445"/>
          </a:xfrm>
        </p:grpSpPr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63CC52A-3A08-507A-736B-BEA50562812F}"/>
                </a:ext>
              </a:extLst>
            </p:cNvPr>
            <p:cNvSpPr txBox="1"/>
            <p:nvPr/>
          </p:nvSpPr>
          <p:spPr>
            <a:xfrm>
              <a:off x="136610" y="1201004"/>
              <a:ext cx="4632350" cy="40011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solidFill>
                    <a:schemeClr val="bg1"/>
                  </a:solidFill>
                  <a:latin typeface="+mn-ea"/>
                </a:rPr>
                <a:t>システムの概要</a:t>
              </a:r>
              <a:endParaRPr kumimoji="1" lang="en-US" altLang="ja-JP" sz="2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4E5454B0-AEE9-5A38-C4A6-21E7FDF52CAB}"/>
                </a:ext>
              </a:extLst>
            </p:cNvPr>
            <p:cNvSpPr txBox="1"/>
            <p:nvPr/>
          </p:nvSpPr>
          <p:spPr>
            <a:xfrm>
              <a:off x="136610" y="1599240"/>
              <a:ext cx="4632350" cy="32932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+mn-ea"/>
                </a:rPr>
                <a:t>･これまでの祥雲生のポスターを閲覧できる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･タイトル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作者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キーワードから検索できる</a:t>
              </a:r>
              <a:br>
                <a:rPr kumimoji="1" lang="en-US" altLang="ja-JP" sz="1600">
                  <a:latin typeface="+mn-ea"/>
                </a:rPr>
              </a:br>
              <a:r>
                <a:rPr kumimoji="1" lang="ja-JP" altLang="en-US" sz="1600">
                  <a:latin typeface="+mn-ea"/>
                </a:rPr>
                <a:t>･ジャンル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期生で絞り込みできる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･レスポンシブデザインに対応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ja-JP" altLang="en-US" sz="1600">
                  <a:latin typeface="+mn-ea"/>
                </a:rPr>
                <a:t>･ポスターの追加も簡単</a:t>
              </a:r>
              <a:endParaRPr kumimoji="1" lang="en-US" altLang="ja-JP" sz="1600">
                <a:latin typeface="+mn-ea"/>
              </a:endParaRPr>
            </a:p>
            <a:p>
              <a:endParaRPr kumimoji="1" lang="en-US" altLang="ja-JP" sz="1600">
                <a:latin typeface="+mn-ea"/>
              </a:endParaRPr>
            </a:p>
            <a:p>
              <a:r>
                <a:rPr kumimoji="1" lang="en-US" altLang="ja-JP" sz="1600">
                  <a:latin typeface="+mn-ea"/>
                </a:rPr>
                <a:t>HTML</a:t>
              </a:r>
              <a:r>
                <a:rPr kumimoji="1" lang="ja-JP" altLang="en-US" sz="1600">
                  <a:latin typeface="+mn-ea"/>
                </a:rPr>
                <a:t>でシステムの土台を作り</a:t>
              </a:r>
              <a:r>
                <a:rPr kumimoji="1" lang="en-US" altLang="ja-JP" sz="1600">
                  <a:latin typeface="+mn-ea"/>
                </a:rPr>
                <a:t>､JavaScript</a:t>
              </a:r>
              <a:r>
                <a:rPr kumimoji="1" lang="ja-JP" altLang="en-US" sz="1600">
                  <a:latin typeface="+mn-ea"/>
                </a:rPr>
                <a:t>で動的な部分を作り</a:t>
              </a:r>
              <a:r>
                <a:rPr kumimoji="1" lang="en-US" altLang="ja-JP" sz="1600">
                  <a:latin typeface="+mn-ea"/>
                </a:rPr>
                <a:t>､CSS</a:t>
              </a:r>
              <a:r>
                <a:rPr kumimoji="1" lang="ja-JP" altLang="en-US" sz="1600">
                  <a:latin typeface="+mn-ea"/>
                </a:rPr>
                <a:t>で見た目を整えた。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en-US" altLang="ja-JP" sz="1600">
                  <a:latin typeface="+mn-ea"/>
                </a:rPr>
                <a:t>PDF</a:t>
              </a:r>
              <a:r>
                <a:rPr kumimoji="1" lang="ja-JP" altLang="en-US" sz="1600">
                  <a:latin typeface="+mn-ea"/>
                </a:rPr>
                <a:t>のタイトル･作者･キーワード･期生･ジャンルを</a:t>
              </a:r>
              <a:r>
                <a:rPr kumimoji="1" lang="en-US" altLang="ja-JP" sz="1600">
                  <a:latin typeface="+mn-ea"/>
                </a:rPr>
                <a:t>JSON</a:t>
              </a:r>
              <a:r>
                <a:rPr kumimoji="1" lang="ja-JP" altLang="en-US" sz="1600">
                  <a:latin typeface="+mn-ea"/>
                </a:rPr>
                <a:t>形式にまとめ、</a:t>
              </a:r>
              <a:r>
                <a:rPr kumimoji="1" lang="en-US" altLang="ja-JP" sz="1600">
                  <a:latin typeface="+mn-ea"/>
                </a:rPr>
                <a:t>JS</a:t>
              </a:r>
              <a:r>
                <a:rPr kumimoji="1" lang="ja-JP" altLang="en-US" sz="1600">
                  <a:latin typeface="+mn-ea"/>
                </a:rPr>
                <a:t>から読み込む。</a:t>
              </a:r>
              <a:endParaRPr kumimoji="1" lang="en-US" altLang="ja-JP" sz="1600">
                <a:latin typeface="+mn-ea"/>
              </a:endParaRPr>
            </a:p>
            <a:p>
              <a:r>
                <a:rPr kumimoji="1" lang="en-US" altLang="ja-JP" sz="1600">
                  <a:latin typeface="+mn-ea"/>
                </a:rPr>
                <a:t>JS</a:t>
              </a:r>
              <a:r>
                <a:rPr kumimoji="1" lang="ja-JP" altLang="en-US" sz="1600">
                  <a:latin typeface="+mn-ea"/>
                </a:rPr>
                <a:t>で</a:t>
              </a:r>
              <a:r>
                <a:rPr kumimoji="1" lang="en-US" altLang="ja-JP" sz="1600">
                  <a:latin typeface="+mn-ea"/>
                </a:rPr>
                <a:t>JSON</a:t>
              </a:r>
              <a:r>
                <a:rPr kumimoji="1" lang="ja-JP" altLang="en-US" sz="1600">
                  <a:latin typeface="+mn-ea"/>
                </a:rPr>
                <a:t>の内容に一致する箇所を検索し</a:t>
              </a:r>
              <a:r>
                <a:rPr kumimoji="1" lang="en-US" altLang="ja-JP" sz="1600">
                  <a:latin typeface="+mn-ea"/>
                </a:rPr>
                <a:t>､</a:t>
              </a:r>
              <a:r>
                <a:rPr kumimoji="1" lang="ja-JP" altLang="en-US" sz="1600">
                  <a:latin typeface="+mn-ea"/>
                </a:rPr>
                <a:t>該当する</a:t>
              </a:r>
              <a:r>
                <a:rPr kumimoji="1" lang="en-US" altLang="ja-JP" sz="1600">
                  <a:latin typeface="+mn-ea"/>
                </a:rPr>
                <a:t>PDF</a:t>
              </a:r>
              <a:r>
                <a:rPr kumimoji="1" lang="ja-JP" altLang="en-US" sz="1600">
                  <a:latin typeface="+mn-ea"/>
                </a:rPr>
                <a:t>のみ表示する。クリックで新しいタブで</a:t>
              </a:r>
              <a:r>
                <a:rPr kumimoji="1" lang="en-US" altLang="ja-JP" sz="1600">
                  <a:latin typeface="+mn-ea"/>
                </a:rPr>
                <a:t>PDF</a:t>
              </a:r>
              <a:r>
                <a:rPr kumimoji="1" lang="ja-JP" altLang="en-US" sz="1600">
                  <a:latin typeface="+mn-ea"/>
                </a:rPr>
                <a:t>を開く。</a:t>
              </a:r>
              <a:endParaRPr kumimoji="1" lang="en-US" altLang="ja-JP" sz="1600">
                <a:latin typeface="+mn-ea"/>
              </a:endParaRP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25120D-AB6E-1D8E-AEDF-7FAB30ABE0FD}"/>
              </a:ext>
            </a:extLst>
          </p:cNvPr>
          <p:cNvSpPr txBox="1"/>
          <p:nvPr/>
        </p:nvSpPr>
        <p:spPr>
          <a:xfrm>
            <a:off x="0" y="832772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solidFill>
                  <a:schemeClr val="bg1"/>
                </a:solidFill>
                <a:latin typeface="+mn-ea"/>
              </a:rPr>
              <a:t>&lt;</a:t>
            </a:r>
            <a:r>
              <a:rPr kumimoji="1" lang="ja-JP" altLang="en-US" sz="2400">
                <a:solidFill>
                  <a:schemeClr val="bg1"/>
                </a:solidFill>
                <a:latin typeface="+mn-ea"/>
              </a:rPr>
              <a:t>探究活動を円滑に進めるためのポスター検索システムの開発</a:t>
            </a:r>
            <a:r>
              <a:rPr kumimoji="1" lang="en-US" altLang="ja-JP" sz="2400">
                <a:solidFill>
                  <a:schemeClr val="bg1"/>
                </a:solidFill>
                <a:latin typeface="+mn-ea"/>
              </a:rPr>
              <a:t>&gt;</a:t>
            </a:r>
            <a:endParaRPr kumimoji="1" lang="ja-JP" altLang="en-US" sz="24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0CBB129-5EE1-D300-4682-6095E5485317}"/>
              </a:ext>
            </a:extLst>
          </p:cNvPr>
          <p:cNvSpPr txBox="1"/>
          <p:nvPr/>
        </p:nvSpPr>
        <p:spPr>
          <a:xfrm>
            <a:off x="0" y="1204857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800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latin typeface="+mn-ea"/>
                <a:cs typeface="Cascadia Code" panose="020B0609020000020004" pitchFamily="49" charset="0"/>
              </a:rPr>
              <a:t>兵庫県立三田祥雲館高等学校情報班 </a:t>
            </a:r>
            <a:r>
              <a:rPr lang="en-US" altLang="ja-JP" sz="1800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latin typeface="+mn-ea"/>
                <a:cs typeface="Cascadia Code" panose="020B0609020000020004" pitchFamily="49" charset="0"/>
              </a:rPr>
              <a:t>22</a:t>
            </a:r>
            <a:r>
              <a:rPr lang="ja-JP" altLang="en-US" sz="1800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latin typeface="+mn-ea"/>
                <a:cs typeface="Cascadia Code" panose="020B0609020000020004" pitchFamily="49" charset="0"/>
              </a:rPr>
              <a:t>回生　木村湊 公文惟翔</a:t>
            </a:r>
            <a:endParaRPr lang="ja-JP" altLang="en-US">
              <a:latin typeface="+mn-ea"/>
            </a:endParaRPr>
          </a:p>
        </p:txBody>
      </p:sp>
      <p:sp>
        <p:nvSpPr>
          <p:cNvPr id="30" name="テキスト ボックス 1">
            <a:extLst>
              <a:ext uri="{FF2B5EF4-FFF2-40B4-BE49-F238E27FC236}">
                <a16:creationId xmlns:a16="http://schemas.microsoft.com/office/drawing/2014/main" id="{A2D44631-0ACB-44C4-933F-A98DCE8AE00A}"/>
              </a:ext>
            </a:extLst>
          </p:cNvPr>
          <p:cNvSpPr txBox="1"/>
          <p:nvPr/>
        </p:nvSpPr>
        <p:spPr>
          <a:xfrm>
            <a:off x="4800600" y="4612545"/>
            <a:ext cx="1026723" cy="463381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80000"/>
              </a:lnSpc>
            </a:pPr>
            <a:r>
              <a:rPr lang="ja-JP" altLang="en-US" sz="1000">
                <a:latin typeface="+mn-ea"/>
              </a:rPr>
              <a:t>検索ｼｽﾃﾑがあれば授業が円滑に行えた</a:t>
            </a:r>
          </a:p>
        </p:txBody>
      </p:sp>
      <p:sp>
        <p:nvSpPr>
          <p:cNvPr id="32" name="テキスト ボックス 1">
            <a:extLst>
              <a:ext uri="{FF2B5EF4-FFF2-40B4-BE49-F238E27FC236}">
                <a16:creationId xmlns:a16="http://schemas.microsoft.com/office/drawing/2014/main" id="{CDB3EA7A-5115-4D9F-BE5A-A9359A80D8AB}"/>
              </a:ext>
            </a:extLst>
          </p:cNvPr>
          <p:cNvSpPr txBox="1"/>
          <p:nvPr/>
        </p:nvSpPr>
        <p:spPr>
          <a:xfrm>
            <a:off x="4973831" y="5147388"/>
            <a:ext cx="817172" cy="319423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80000"/>
              </a:lnSpc>
            </a:pPr>
            <a:r>
              <a:rPr lang="ja-JP" altLang="en-US" sz="1200">
                <a:latin typeface="+mn-ea"/>
              </a:rPr>
              <a:t>今後も使用したい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07331C2-1B6F-42B9-8118-CC41E70D922F}"/>
              </a:ext>
            </a:extLst>
          </p:cNvPr>
          <p:cNvSpPr txBox="1"/>
          <p:nvPr/>
        </p:nvSpPr>
        <p:spPr>
          <a:xfrm>
            <a:off x="6844701" y="3708288"/>
            <a:ext cx="603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71.6%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2E2818F-F1B7-4711-846B-4890CF129B2D}"/>
              </a:ext>
            </a:extLst>
          </p:cNvPr>
          <p:cNvSpPr txBox="1"/>
          <p:nvPr/>
        </p:nvSpPr>
        <p:spPr>
          <a:xfrm>
            <a:off x="8425851" y="3708288"/>
            <a:ext cx="603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21.6%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B258E43-B59F-44F2-A36A-35B8137183E4}"/>
              </a:ext>
            </a:extLst>
          </p:cNvPr>
          <p:cNvSpPr txBox="1"/>
          <p:nvPr/>
        </p:nvSpPr>
        <p:spPr>
          <a:xfrm>
            <a:off x="8989072" y="3708287"/>
            <a:ext cx="603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6.6%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7A0EE18-07C2-4F39-83E8-543A2F74CFE0}"/>
              </a:ext>
            </a:extLst>
          </p:cNvPr>
          <p:cNvSpPr txBox="1"/>
          <p:nvPr/>
        </p:nvSpPr>
        <p:spPr>
          <a:xfrm>
            <a:off x="6844700" y="4199007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73.3%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A74B9EE-9EA2-4149-B999-F2E3ADC07DBF}"/>
              </a:ext>
            </a:extLst>
          </p:cNvPr>
          <p:cNvSpPr txBox="1"/>
          <p:nvPr/>
        </p:nvSpPr>
        <p:spPr>
          <a:xfrm>
            <a:off x="8425851" y="4199008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20.0%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1D44208-1D3C-4B1F-AC4E-63F64E6085C8}"/>
              </a:ext>
            </a:extLst>
          </p:cNvPr>
          <p:cNvSpPr txBox="1"/>
          <p:nvPr/>
        </p:nvSpPr>
        <p:spPr>
          <a:xfrm>
            <a:off x="8989072" y="4199006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6.6%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EB1A774-D679-4D7A-BDFA-32BE81EDB0C2}"/>
              </a:ext>
            </a:extLst>
          </p:cNvPr>
          <p:cNvSpPr txBox="1"/>
          <p:nvPr/>
        </p:nvSpPr>
        <p:spPr>
          <a:xfrm>
            <a:off x="6136076" y="4699431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40.0%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8347608-DBC5-43D2-9325-0A9CD0F6DCCD}"/>
              </a:ext>
            </a:extLst>
          </p:cNvPr>
          <p:cNvSpPr txBox="1"/>
          <p:nvPr/>
        </p:nvSpPr>
        <p:spPr>
          <a:xfrm>
            <a:off x="7613051" y="4693126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40.0%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08D5510-06F6-4F4F-9133-A71D49A5B7CF}"/>
              </a:ext>
            </a:extLst>
          </p:cNvPr>
          <p:cNvSpPr txBox="1"/>
          <p:nvPr/>
        </p:nvSpPr>
        <p:spPr>
          <a:xfrm>
            <a:off x="8706197" y="4693081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20.0%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3B1065D-0FF7-4684-8A3D-DBC157B4A50C}"/>
              </a:ext>
            </a:extLst>
          </p:cNvPr>
          <p:cNvSpPr txBox="1"/>
          <p:nvPr/>
        </p:nvSpPr>
        <p:spPr>
          <a:xfrm>
            <a:off x="7127574" y="5168599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86.6%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542945D-5DFB-4512-AA26-4DCFB56A3BDB}"/>
              </a:ext>
            </a:extLst>
          </p:cNvPr>
          <p:cNvSpPr txBox="1"/>
          <p:nvPr/>
        </p:nvSpPr>
        <p:spPr>
          <a:xfrm>
            <a:off x="8797690" y="5176978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13.3%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7B3775D-1B6D-49C6-8A9A-D6F7FF31FC27}"/>
              </a:ext>
            </a:extLst>
          </p:cNvPr>
          <p:cNvSpPr txBox="1"/>
          <p:nvPr/>
        </p:nvSpPr>
        <p:spPr>
          <a:xfrm>
            <a:off x="7127574" y="5654897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86.6%</a:t>
            </a:r>
            <a:endParaRPr kumimoji="1" lang="ja-JP" altLang="en-US" sz="1200">
              <a:latin typeface="+mn-ea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3DBF7788-3D8A-4CD7-B81B-FC11E13E6FDC}"/>
              </a:ext>
            </a:extLst>
          </p:cNvPr>
          <p:cNvSpPr txBox="1"/>
          <p:nvPr/>
        </p:nvSpPr>
        <p:spPr>
          <a:xfrm>
            <a:off x="8797688" y="5654896"/>
            <a:ext cx="60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13.3%</a:t>
            </a:r>
            <a:endParaRPr kumimoji="1" lang="ja-JP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630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695479-9f86-4d28-a255-dc4936a6e9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3B503CAD69548468CB86F96F2CA481C" ma:contentTypeVersion="15" ma:contentTypeDescription="新しいドキュメントを作成します。" ma:contentTypeScope="" ma:versionID="25d00784e923b93df05cd1365f059c30">
  <xsd:schema xmlns:xsd="http://www.w3.org/2001/XMLSchema" xmlns:xs="http://www.w3.org/2001/XMLSchema" xmlns:p="http://schemas.microsoft.com/office/2006/metadata/properties" xmlns:ns3="5e695479-9f86-4d28-a255-dc4936a6e9d5" xmlns:ns4="418b2016-e423-42e4-8697-24ae404e757a" targetNamespace="http://schemas.microsoft.com/office/2006/metadata/properties" ma:root="true" ma:fieldsID="f59cf8f2519ef40e25230d565f136c7c" ns3:_="" ns4:_="">
    <xsd:import namespace="5e695479-9f86-4d28-a255-dc4936a6e9d5"/>
    <xsd:import namespace="418b2016-e423-42e4-8697-24ae404e757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95479-9f86-4d28-a255-dc4936a6e9d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b2016-e423-42e4-8697-24ae404e757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F0691A-63EC-462C-80EB-108CBBFB73AE}">
  <ds:schemaRefs>
    <ds:schemaRef ds:uri="418b2016-e423-42e4-8697-24ae404e757a"/>
    <ds:schemaRef ds:uri="5e695479-9f86-4d28-a255-dc4936a6e9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BB1E31A-AD3B-43C0-BB77-1681E09DA127}">
  <ds:schemaRefs>
    <ds:schemaRef ds:uri="418b2016-e423-42e4-8697-24ae404e757a"/>
    <ds:schemaRef ds:uri="5e695479-9f86-4d28-a255-dc4936a6e9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FA4DB5-9B55-4BAB-AF6A-77B1F8C419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A3 Paper (297x420 mm)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Shoun Poster Finder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Shoun Poster Finder 兵庫県立三田祥雲館高等学校情報班 22回生　木村湊 公文惟翔</dc:title>
  <dc:creator>木村　湊</dc:creator>
  <cp:revision>1</cp:revision>
  <dcterms:created xsi:type="dcterms:W3CDTF">2024-11-15T04:58:29Z</dcterms:created>
  <dcterms:modified xsi:type="dcterms:W3CDTF">2025-04-17T03:33:50Z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0x01010003B503CAD69548468CB86F96F2CA481C</vt:lpwstr>
  </property>
</Properties>
</file>