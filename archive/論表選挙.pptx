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278" r:id="rId5"/>
    <p:sldId id="279" r:id="rId6"/>
    <p:sldId id="280" r:id="rId7"/>
    <p:sldId id="281" r:id="rId8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18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F47A4A-6EFA-4D65-B8B3-ED88DC1FBDAF}" v="115" dt="2024-11-26T13:02:59.5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3" autoAdjust="0"/>
    <p:restoredTop sz="94619" autoAdjust="0"/>
  </p:normalViewPr>
  <p:slideViewPr>
    <p:cSldViewPr snapToGrid="0">
      <p:cViewPr varScale="1">
        <p:scale>
          <a:sx n="128" d="100"/>
          <a:sy n="128" d="100"/>
        </p:scale>
        <p:origin x="192" y="2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木村　湊" userId="18030a92-e387-4fb8-9fb3-56230bee2947" providerId="ADAL" clId="{B1F47A4A-6EFA-4D65-B8B3-ED88DC1FBDAF}"/>
    <pc:docChg chg="undo redo custSel modSld">
      <pc:chgData name="木村　湊" userId="18030a92-e387-4fb8-9fb3-56230bee2947" providerId="ADAL" clId="{B1F47A4A-6EFA-4D65-B8B3-ED88DC1FBDAF}" dt="2024-11-26T13:10:24.717" v="317" actId="14100"/>
      <pc:docMkLst>
        <pc:docMk/>
      </pc:docMkLst>
      <pc:sldChg chg="addSp delSp modSp mod delDesignElem">
        <pc:chgData name="木村　湊" userId="18030a92-e387-4fb8-9fb3-56230bee2947" providerId="ADAL" clId="{B1F47A4A-6EFA-4D65-B8B3-ED88DC1FBDAF}" dt="2024-11-26T13:10:24.717" v="317" actId="14100"/>
        <pc:sldMkLst>
          <pc:docMk/>
          <pc:sldMk cId="4167884232" sldId="278"/>
        </pc:sldMkLst>
        <pc:spChg chg="mod">
          <ac:chgData name="木村　湊" userId="18030a92-e387-4fb8-9fb3-56230bee2947" providerId="ADAL" clId="{B1F47A4A-6EFA-4D65-B8B3-ED88DC1FBDAF}" dt="2024-11-26T12:08:13.258" v="100" actId="207"/>
          <ac:spMkLst>
            <pc:docMk/>
            <pc:sldMk cId="4167884232" sldId="278"/>
            <ac:spMk id="2" creationId="{0D1F047C-C727-42A7-85C5-68C5AA1B1A93}"/>
          </ac:spMkLst>
        </pc:spChg>
        <pc:spChg chg="add mod ord">
          <ac:chgData name="木村　湊" userId="18030a92-e387-4fb8-9fb3-56230bee2947" providerId="ADAL" clId="{B1F47A4A-6EFA-4D65-B8B3-ED88DC1FBDAF}" dt="2024-11-26T13:10:24.717" v="317" actId="14100"/>
          <ac:spMkLst>
            <pc:docMk/>
            <pc:sldMk cId="4167884232" sldId="278"/>
            <ac:spMk id="3" creationId="{0295EBFD-7375-D4B1-E582-B36F9804C48E}"/>
          </ac:spMkLst>
        </pc:spChg>
        <pc:spChg chg="add del">
          <ac:chgData name="木村　湊" userId="18030a92-e387-4fb8-9fb3-56230bee2947" providerId="ADAL" clId="{B1F47A4A-6EFA-4D65-B8B3-ED88DC1FBDAF}" dt="2024-11-26T13:02:18.850" v="285"/>
          <ac:spMkLst>
            <pc:docMk/>
            <pc:sldMk cId="4167884232" sldId="278"/>
            <ac:spMk id="103" creationId="{FE469E50-3893-4ED6-92BA-2985C32B0CA6}"/>
          </ac:spMkLst>
        </pc:spChg>
        <pc:picChg chg="mod">
          <ac:chgData name="木村　湊" userId="18030a92-e387-4fb8-9fb3-56230bee2947" providerId="ADAL" clId="{B1F47A4A-6EFA-4D65-B8B3-ED88DC1FBDAF}" dt="2024-11-26T13:09:28.906" v="309" actId="14100"/>
          <ac:picMkLst>
            <pc:docMk/>
            <pc:sldMk cId="4167884232" sldId="278"/>
            <ac:picMk id="5" creationId="{F8A1C807-B9AD-4C9B-BF9F-60F03428998E}"/>
          </ac:picMkLst>
        </pc:picChg>
      </pc:sldChg>
      <pc:sldChg chg="addSp delSp modSp mod modTransition setBg delDesignElem">
        <pc:chgData name="木村　湊" userId="18030a92-e387-4fb8-9fb3-56230bee2947" providerId="ADAL" clId="{B1F47A4A-6EFA-4D65-B8B3-ED88DC1FBDAF}" dt="2024-11-26T13:03:59.109" v="308" actId="1037"/>
        <pc:sldMkLst>
          <pc:docMk/>
          <pc:sldMk cId="3220235682" sldId="279"/>
        </pc:sldMkLst>
        <pc:spChg chg="mod">
          <ac:chgData name="木村　湊" userId="18030a92-e387-4fb8-9fb3-56230bee2947" providerId="ADAL" clId="{B1F47A4A-6EFA-4D65-B8B3-ED88DC1FBDAF}" dt="2024-11-26T13:03:59.109" v="308" actId="1037"/>
          <ac:spMkLst>
            <pc:docMk/>
            <pc:sldMk cId="3220235682" sldId="279"/>
            <ac:spMk id="2" creationId="{89559F60-4CE1-4E2F-86EA-1B60679F1F4A}"/>
          </ac:spMkLst>
        </pc:spChg>
        <pc:spChg chg="mod">
          <ac:chgData name="木村　湊" userId="18030a92-e387-4fb8-9fb3-56230bee2947" providerId="ADAL" clId="{B1F47A4A-6EFA-4D65-B8B3-ED88DC1FBDAF}" dt="2024-11-26T13:03:45.563" v="299" actId="27636"/>
          <ac:spMkLst>
            <pc:docMk/>
            <pc:sldMk cId="3220235682" sldId="279"/>
            <ac:spMk id="24" creationId="{F260476B-CCA6-412B-A9C5-399C34AE6F05}"/>
          </ac:spMkLst>
        </pc:spChg>
        <pc:spChg chg="add del">
          <ac:chgData name="木村　湊" userId="18030a92-e387-4fb8-9fb3-56230bee2947" providerId="ADAL" clId="{B1F47A4A-6EFA-4D65-B8B3-ED88DC1FBDAF}" dt="2024-11-26T12:08:15.295" v="109" actId="26606"/>
          <ac:spMkLst>
            <pc:docMk/>
            <pc:sldMk cId="3220235682" sldId="279"/>
            <ac:spMk id="29" creationId="{D009D6D5-DAC2-4A8B-A17A-E206B9012D09}"/>
          </ac:spMkLst>
        </pc:spChg>
        <pc:spChg chg="add del">
          <ac:chgData name="木村　湊" userId="18030a92-e387-4fb8-9fb3-56230bee2947" providerId="ADAL" clId="{B1F47A4A-6EFA-4D65-B8B3-ED88DC1FBDAF}" dt="2024-11-26T13:02:18.850" v="285"/>
          <ac:spMkLst>
            <pc:docMk/>
            <pc:sldMk cId="3220235682" sldId="279"/>
            <ac:spMk id="55" creationId="{0EF2A0DA-AE81-4A45-972E-646AC2870C2F}"/>
          </ac:spMkLst>
        </pc:spChg>
        <pc:picChg chg="del mod ord">
          <ac:chgData name="木村　湊" userId="18030a92-e387-4fb8-9fb3-56230bee2947" providerId="ADAL" clId="{B1F47A4A-6EFA-4D65-B8B3-ED88DC1FBDAF}" dt="2024-11-26T12:08:25.116" v="118" actId="478"/>
          <ac:picMkLst>
            <pc:docMk/>
            <pc:sldMk cId="3220235682" sldId="279"/>
            <ac:picMk id="3" creationId="{72B2D6DE-C9B5-4678-91EF-77E85F2350DA}"/>
          </ac:picMkLst>
        </pc:picChg>
        <pc:picChg chg="add mod">
          <ac:chgData name="木村　湊" userId="18030a92-e387-4fb8-9fb3-56230bee2947" providerId="ADAL" clId="{B1F47A4A-6EFA-4D65-B8B3-ED88DC1FBDAF}" dt="2024-11-26T13:03:30.928" v="295" actId="14100"/>
          <ac:picMkLst>
            <pc:docMk/>
            <pc:sldMk cId="3220235682" sldId="279"/>
            <ac:picMk id="4" creationId="{C3BC0366-39CC-2C01-C054-F788B574C6BB}"/>
          </ac:picMkLst>
        </pc:picChg>
        <pc:picChg chg="add del">
          <ac:chgData name="木村　湊" userId="18030a92-e387-4fb8-9fb3-56230bee2947" providerId="ADAL" clId="{B1F47A4A-6EFA-4D65-B8B3-ED88DC1FBDAF}" dt="2024-11-26T13:02:18.850" v="285"/>
          <ac:picMkLst>
            <pc:docMk/>
            <pc:sldMk cId="3220235682" sldId="279"/>
            <ac:picMk id="57" creationId="{B536FA4E-0152-4E27-91DA-0FC22D1846BB}"/>
          </ac:picMkLst>
        </pc:picChg>
      </pc:sldChg>
      <pc:sldChg chg="addSp delSp modSp mod modTransition setBg delDesignElem">
        <pc:chgData name="木村　湊" userId="18030a92-e387-4fb8-9fb3-56230bee2947" providerId="ADAL" clId="{B1F47A4A-6EFA-4D65-B8B3-ED88DC1FBDAF}" dt="2024-11-26T13:02:18.850" v="285"/>
        <pc:sldMkLst>
          <pc:docMk/>
          <pc:sldMk cId="401718919" sldId="280"/>
        </pc:sldMkLst>
        <pc:spChg chg="mod ord">
          <ac:chgData name="木村　湊" userId="18030a92-e387-4fb8-9fb3-56230bee2947" providerId="ADAL" clId="{B1F47A4A-6EFA-4D65-B8B3-ED88DC1FBDAF}" dt="2024-11-26T12:37:36.299" v="255" actId="166"/>
          <ac:spMkLst>
            <pc:docMk/>
            <pc:sldMk cId="401718919" sldId="280"/>
            <ac:spMk id="2" creationId="{5B1FB950-A5A8-0AAE-8BA4-EE3BFFC2F749}"/>
          </ac:spMkLst>
        </pc:spChg>
        <pc:spChg chg="add del mod ord">
          <ac:chgData name="木村　湊" userId="18030a92-e387-4fb8-9fb3-56230bee2947" providerId="ADAL" clId="{B1F47A4A-6EFA-4D65-B8B3-ED88DC1FBDAF}" dt="2024-11-26T12:37:26.695" v="252" actId="478"/>
          <ac:spMkLst>
            <pc:docMk/>
            <pc:sldMk cId="401718919" sldId="280"/>
            <ac:spMk id="10" creationId="{23AA2A0B-FBB4-A666-2661-9F3866E2D297}"/>
          </ac:spMkLst>
        </pc:spChg>
        <pc:spChg chg="mod">
          <ac:chgData name="木村　湊" userId="18030a92-e387-4fb8-9fb3-56230bee2947" providerId="ADAL" clId="{B1F47A4A-6EFA-4D65-B8B3-ED88DC1FBDAF}" dt="2024-11-26T12:32:19.906" v="152"/>
          <ac:spMkLst>
            <pc:docMk/>
            <pc:sldMk cId="401718919" sldId="280"/>
            <ac:spMk id="11" creationId="{5CBF043B-F329-81C1-F1D0-6876E552DD99}"/>
          </ac:spMkLst>
        </pc:spChg>
        <pc:spChg chg="mod">
          <ac:chgData name="木村　湊" userId="18030a92-e387-4fb8-9fb3-56230bee2947" providerId="ADAL" clId="{B1F47A4A-6EFA-4D65-B8B3-ED88DC1FBDAF}" dt="2024-11-26T12:36:11.808" v="212"/>
          <ac:spMkLst>
            <pc:docMk/>
            <pc:sldMk cId="401718919" sldId="280"/>
            <ac:spMk id="14" creationId="{B95CD145-2775-E747-2DE0-C114A9B36AD3}"/>
          </ac:spMkLst>
        </pc:spChg>
        <pc:spChg chg="mod">
          <ac:chgData name="木村　湊" userId="18030a92-e387-4fb8-9fb3-56230bee2947" providerId="ADAL" clId="{B1F47A4A-6EFA-4D65-B8B3-ED88DC1FBDAF}" dt="2024-11-26T12:36:43.959" v="226"/>
          <ac:spMkLst>
            <pc:docMk/>
            <pc:sldMk cId="401718919" sldId="280"/>
            <ac:spMk id="15" creationId="{2415CAC4-DA17-5F61-376C-62DBEB88393F}"/>
          </ac:spMkLst>
        </pc:spChg>
        <pc:spChg chg="mod">
          <ac:chgData name="木村　湊" userId="18030a92-e387-4fb8-9fb3-56230bee2947" providerId="ADAL" clId="{B1F47A4A-6EFA-4D65-B8B3-ED88DC1FBDAF}" dt="2024-11-26T12:36:50.473" v="228"/>
          <ac:spMkLst>
            <pc:docMk/>
            <pc:sldMk cId="401718919" sldId="280"/>
            <ac:spMk id="16" creationId="{34BE5F5C-E171-110E-F479-DC9119472779}"/>
          </ac:spMkLst>
        </pc:spChg>
        <pc:spChg chg="mod ord">
          <ac:chgData name="木村　湊" userId="18030a92-e387-4fb8-9fb3-56230bee2947" providerId="ADAL" clId="{B1F47A4A-6EFA-4D65-B8B3-ED88DC1FBDAF}" dt="2024-11-26T12:37:58.872" v="259" actId="14100"/>
          <ac:spMkLst>
            <pc:docMk/>
            <pc:sldMk cId="401718919" sldId="280"/>
            <ac:spMk id="24" creationId="{BED1129B-CFB8-EB7B-E91C-56D6D5A44381}"/>
          </ac:spMkLst>
        </pc:spChg>
        <pc:spChg chg="add del">
          <ac:chgData name="木村　湊" userId="18030a92-e387-4fb8-9fb3-56230bee2947" providerId="ADAL" clId="{B1F47A4A-6EFA-4D65-B8B3-ED88DC1FBDAF}" dt="2024-11-26T12:08:15.444" v="110" actId="26606"/>
          <ac:spMkLst>
            <pc:docMk/>
            <pc:sldMk cId="401718919" sldId="280"/>
            <ac:spMk id="29" creationId="{79BB35BC-D5C2-4C8B-A22A-A71E6191913B}"/>
          </ac:spMkLst>
        </pc:spChg>
        <pc:spChg chg="add del">
          <ac:chgData name="木村　湊" userId="18030a92-e387-4fb8-9fb3-56230bee2947" providerId="ADAL" clId="{B1F47A4A-6EFA-4D65-B8B3-ED88DC1FBDAF}" dt="2024-11-26T13:02:18.850" v="285"/>
          <ac:spMkLst>
            <pc:docMk/>
            <pc:sldMk cId="401718919" sldId="280"/>
            <ac:spMk id="55" creationId="{3C49A6A8-CA92-696F-915D-9509C4CDF25D}"/>
          </ac:spMkLst>
        </pc:spChg>
        <pc:picChg chg="del mod ord">
          <ac:chgData name="木村　湊" userId="18030a92-e387-4fb8-9fb3-56230bee2947" providerId="ADAL" clId="{B1F47A4A-6EFA-4D65-B8B3-ED88DC1FBDAF}" dt="2024-11-26T12:28:46.559" v="125" actId="478"/>
          <ac:picMkLst>
            <pc:docMk/>
            <pc:sldMk cId="401718919" sldId="280"/>
            <ac:picMk id="3" creationId="{98B90CCD-1FE8-0EC0-0F08-14F469B4C076}"/>
          </ac:picMkLst>
        </pc:picChg>
        <pc:picChg chg="add del">
          <ac:chgData name="木村　湊" userId="18030a92-e387-4fb8-9fb3-56230bee2947" providerId="ADAL" clId="{B1F47A4A-6EFA-4D65-B8B3-ED88DC1FBDAF}" dt="2024-11-26T12:28:41.614" v="124" actId="478"/>
          <ac:picMkLst>
            <pc:docMk/>
            <pc:sldMk cId="401718919" sldId="280"/>
            <ac:picMk id="5" creationId="{E64FD64D-D190-9B1C-5790-60DDE9144CDA}"/>
          </ac:picMkLst>
        </pc:picChg>
        <pc:picChg chg="add del">
          <ac:chgData name="木村　湊" userId="18030a92-e387-4fb8-9fb3-56230bee2947" providerId="ADAL" clId="{B1F47A4A-6EFA-4D65-B8B3-ED88DC1FBDAF}" dt="2024-11-26T12:28:52.348" v="127" actId="22"/>
          <ac:picMkLst>
            <pc:docMk/>
            <pc:sldMk cId="401718919" sldId="280"/>
            <ac:picMk id="7" creationId="{5FEFB9AB-AABA-B148-C74C-0BCE79D8A56E}"/>
          </ac:picMkLst>
        </pc:picChg>
        <pc:picChg chg="add del mod ord">
          <ac:chgData name="木村　湊" userId="18030a92-e387-4fb8-9fb3-56230bee2947" providerId="ADAL" clId="{B1F47A4A-6EFA-4D65-B8B3-ED88DC1FBDAF}" dt="2024-11-26T12:37:53.139" v="258" actId="1076"/>
          <ac:picMkLst>
            <pc:docMk/>
            <pc:sldMk cId="401718919" sldId="280"/>
            <ac:picMk id="9" creationId="{4F989086-4FFC-8F44-7AE8-4B58E6999E71}"/>
          </ac:picMkLst>
        </pc:picChg>
        <pc:picChg chg="add del mod">
          <ac:chgData name="木村　湊" userId="18030a92-e387-4fb8-9fb3-56230bee2947" providerId="ADAL" clId="{B1F47A4A-6EFA-4D65-B8B3-ED88DC1FBDAF}" dt="2024-11-26T12:37:21.430" v="244" actId="22"/>
          <ac:picMkLst>
            <pc:docMk/>
            <pc:sldMk cId="401718919" sldId="280"/>
            <ac:picMk id="13" creationId="{55EE8D85-CBF1-2734-8CF9-7C57EE1973B7}"/>
          </ac:picMkLst>
        </pc:picChg>
        <pc:picChg chg="add del">
          <ac:chgData name="木村　湊" userId="18030a92-e387-4fb8-9fb3-56230bee2947" providerId="ADAL" clId="{B1F47A4A-6EFA-4D65-B8B3-ED88DC1FBDAF}" dt="2024-11-26T13:02:18.850" v="285"/>
          <ac:picMkLst>
            <pc:docMk/>
            <pc:sldMk cId="401718919" sldId="280"/>
            <ac:picMk id="57" creationId="{D127B068-75C5-1B63-AACE-558EE1B6ECA3}"/>
          </ac:picMkLst>
        </pc:picChg>
      </pc:sldChg>
      <pc:sldChg chg="addSp delSp modSp mod modTransition setBg delDesignElem">
        <pc:chgData name="木村　湊" userId="18030a92-e387-4fb8-9fb3-56230bee2947" providerId="ADAL" clId="{B1F47A4A-6EFA-4D65-B8B3-ED88DC1FBDAF}" dt="2024-11-26T13:02:18.850" v="285"/>
        <pc:sldMkLst>
          <pc:docMk/>
          <pc:sldMk cId="1951592957" sldId="281"/>
        </pc:sldMkLst>
        <pc:spChg chg="mod">
          <ac:chgData name="木村　湊" userId="18030a92-e387-4fb8-9fb3-56230bee2947" providerId="ADAL" clId="{B1F47A4A-6EFA-4D65-B8B3-ED88DC1FBDAF}" dt="2024-11-26T12:08:15.644" v="112"/>
          <ac:spMkLst>
            <pc:docMk/>
            <pc:sldMk cId="1951592957" sldId="281"/>
            <ac:spMk id="2" creationId="{DC5DC349-7C80-0B20-B630-8123B79FFEBF}"/>
          </ac:spMkLst>
        </pc:spChg>
        <pc:spChg chg="mod">
          <ac:chgData name="木村　湊" userId="18030a92-e387-4fb8-9fb3-56230bee2947" providerId="ADAL" clId="{B1F47A4A-6EFA-4D65-B8B3-ED88DC1FBDAF}" dt="2024-11-26T12:59:35.300" v="263" actId="27636"/>
          <ac:spMkLst>
            <pc:docMk/>
            <pc:sldMk cId="1951592957" sldId="281"/>
            <ac:spMk id="24" creationId="{58D7AEA1-325D-3A98-28CA-5EA73B08DEA8}"/>
          </ac:spMkLst>
        </pc:spChg>
        <pc:spChg chg="add del">
          <ac:chgData name="木村　湊" userId="18030a92-e387-4fb8-9fb3-56230bee2947" providerId="ADAL" clId="{B1F47A4A-6EFA-4D65-B8B3-ED88DC1FBDAF}" dt="2024-11-26T12:08:15.058" v="108" actId="26606"/>
          <ac:spMkLst>
            <pc:docMk/>
            <pc:sldMk cId="1951592957" sldId="281"/>
            <ac:spMk id="29" creationId="{D009D6D5-DAC2-4A8B-A17A-E206B9012D09}"/>
          </ac:spMkLst>
        </pc:spChg>
        <pc:spChg chg="add del">
          <ac:chgData name="木村　湊" userId="18030a92-e387-4fb8-9fb3-56230bee2947" providerId="ADAL" clId="{B1F47A4A-6EFA-4D65-B8B3-ED88DC1FBDAF}" dt="2024-11-26T13:02:18.850" v="285"/>
          <ac:spMkLst>
            <pc:docMk/>
            <pc:sldMk cId="1951592957" sldId="281"/>
            <ac:spMk id="55" creationId="{B2878898-A5EA-A4A7-E006-67FAB9B857FD}"/>
          </ac:spMkLst>
        </pc:spChg>
        <pc:picChg chg="mod ord">
          <ac:chgData name="木村　湊" userId="18030a92-e387-4fb8-9fb3-56230bee2947" providerId="ADAL" clId="{B1F47A4A-6EFA-4D65-B8B3-ED88DC1FBDAF}" dt="2024-11-26T12:59:55.155" v="266" actId="14100"/>
          <ac:picMkLst>
            <pc:docMk/>
            <pc:sldMk cId="1951592957" sldId="281"/>
            <ac:picMk id="3" creationId="{A261E254-408E-D473-34EC-6E86376BD9D8}"/>
          </ac:picMkLst>
        </pc:picChg>
        <pc:picChg chg="add del">
          <ac:chgData name="木村　湊" userId="18030a92-e387-4fb8-9fb3-56230bee2947" providerId="ADAL" clId="{B1F47A4A-6EFA-4D65-B8B3-ED88DC1FBDAF}" dt="2024-11-26T13:02:18.850" v="285"/>
          <ac:picMkLst>
            <pc:docMk/>
            <pc:sldMk cId="1951592957" sldId="281"/>
            <ac:picMk id="57" creationId="{32E51F4E-A908-4502-3933-F47ED85FBC9D}"/>
          </ac:picMkLst>
        </pc:picChg>
      </pc:sldChg>
    </pc:docChg>
  </pc:docChgLst>
  <pc:docChgLst>
    <pc:chgData name="木村　湊" userId="18030a92-e387-4fb8-9fb3-56230bee2947" providerId="ADAL" clId="{0FEF9EE9-09C8-43B5-A870-04EF2660F7D9}"/>
    <pc:docChg chg="undo custSel modSld">
      <pc:chgData name="木村　湊" userId="18030a92-e387-4fb8-9fb3-56230bee2947" providerId="ADAL" clId="{0FEF9EE9-09C8-43B5-A870-04EF2660F7D9}" dt="2024-11-20T02:34:57.772" v="247" actId="20577"/>
      <pc:docMkLst>
        <pc:docMk/>
      </pc:docMkLst>
      <pc:sldChg chg="modSp mod">
        <pc:chgData name="木村　湊" userId="18030a92-e387-4fb8-9fb3-56230bee2947" providerId="ADAL" clId="{0FEF9EE9-09C8-43B5-A870-04EF2660F7D9}" dt="2024-11-20T02:25:19.202" v="11" actId="1076"/>
        <pc:sldMkLst>
          <pc:docMk/>
          <pc:sldMk cId="4167884232" sldId="278"/>
        </pc:sldMkLst>
        <pc:spChg chg="mod">
          <ac:chgData name="木村　湊" userId="18030a92-e387-4fb8-9fb3-56230bee2947" providerId="ADAL" clId="{0FEF9EE9-09C8-43B5-A870-04EF2660F7D9}" dt="2024-11-20T02:25:19.202" v="11" actId="1076"/>
          <ac:spMkLst>
            <pc:docMk/>
            <pc:sldMk cId="4167884232" sldId="278"/>
            <ac:spMk id="6" creationId="{F5892F4D-0A60-47F6-CD41-BBAD4BE3B8C6}"/>
          </ac:spMkLst>
        </pc:spChg>
      </pc:sldChg>
      <pc:sldChg chg="modSp mod">
        <pc:chgData name="木村　湊" userId="18030a92-e387-4fb8-9fb3-56230bee2947" providerId="ADAL" clId="{0FEF9EE9-09C8-43B5-A870-04EF2660F7D9}" dt="2024-11-20T02:33:31.695" v="243" actId="1076"/>
        <pc:sldMkLst>
          <pc:docMk/>
          <pc:sldMk cId="3220235682" sldId="279"/>
        </pc:sldMkLst>
        <pc:spChg chg="mod">
          <ac:chgData name="木村　湊" userId="18030a92-e387-4fb8-9fb3-56230bee2947" providerId="ADAL" clId="{0FEF9EE9-09C8-43B5-A870-04EF2660F7D9}" dt="2024-11-20T02:33:31.695" v="243" actId="1076"/>
          <ac:spMkLst>
            <pc:docMk/>
            <pc:sldMk cId="3220235682" sldId="279"/>
            <ac:spMk id="2" creationId="{89559F60-4CE1-4E2F-86EA-1B60679F1F4A}"/>
          </ac:spMkLst>
        </pc:spChg>
      </pc:sldChg>
      <pc:sldChg chg="modSp mod">
        <pc:chgData name="木村　湊" userId="18030a92-e387-4fb8-9fb3-56230bee2947" providerId="ADAL" clId="{0FEF9EE9-09C8-43B5-A870-04EF2660F7D9}" dt="2024-11-20T02:34:57.772" v="247" actId="20577"/>
        <pc:sldMkLst>
          <pc:docMk/>
          <pc:sldMk cId="401718919" sldId="280"/>
        </pc:sldMkLst>
        <pc:spChg chg="mod">
          <ac:chgData name="木村　湊" userId="18030a92-e387-4fb8-9fb3-56230bee2947" providerId="ADAL" clId="{0FEF9EE9-09C8-43B5-A870-04EF2660F7D9}" dt="2024-11-20T02:34:57.772" v="247" actId="20577"/>
          <ac:spMkLst>
            <pc:docMk/>
            <pc:sldMk cId="401718919" sldId="280"/>
            <ac:spMk id="2" creationId="{5B1FB950-A5A8-0AAE-8BA4-EE3BFFC2F749}"/>
          </ac:spMkLst>
        </pc:spChg>
        <pc:spChg chg="mod">
          <ac:chgData name="木村　湊" userId="18030a92-e387-4fb8-9fb3-56230bee2947" providerId="ADAL" clId="{0FEF9EE9-09C8-43B5-A870-04EF2660F7D9}" dt="2024-11-20T02:31:40.503" v="219" actId="1076"/>
          <ac:spMkLst>
            <pc:docMk/>
            <pc:sldMk cId="401718919" sldId="280"/>
            <ac:spMk id="24" creationId="{BED1129B-CFB8-EB7B-E91C-56D6D5A44381}"/>
          </ac:spMkLst>
        </pc:spChg>
        <pc:picChg chg="mod">
          <ac:chgData name="木村　湊" userId="18030a92-e387-4fb8-9fb3-56230bee2947" providerId="ADAL" clId="{0FEF9EE9-09C8-43B5-A870-04EF2660F7D9}" dt="2024-11-20T02:31:46.447" v="220" actId="14100"/>
          <ac:picMkLst>
            <pc:docMk/>
            <pc:sldMk cId="401718919" sldId="280"/>
            <ac:picMk id="3" creationId="{98B90CCD-1FE8-0EC0-0F08-14F469B4C076}"/>
          </ac:picMkLst>
        </pc:picChg>
      </pc:sldChg>
      <pc:sldChg chg="modSp mod">
        <pc:chgData name="木村　湊" userId="18030a92-e387-4fb8-9fb3-56230bee2947" providerId="ADAL" clId="{0FEF9EE9-09C8-43B5-A870-04EF2660F7D9}" dt="2024-11-20T02:32:33.399" v="237" actId="403"/>
        <pc:sldMkLst>
          <pc:docMk/>
          <pc:sldMk cId="1951592957" sldId="281"/>
        </pc:sldMkLst>
        <pc:spChg chg="mod">
          <ac:chgData name="木村　湊" userId="18030a92-e387-4fb8-9fb3-56230bee2947" providerId="ADAL" clId="{0FEF9EE9-09C8-43B5-A870-04EF2660F7D9}" dt="2024-11-20T02:32:33.399" v="237" actId="403"/>
          <ac:spMkLst>
            <pc:docMk/>
            <pc:sldMk cId="1951592957" sldId="281"/>
            <ac:spMk id="2" creationId="{DC5DC349-7C80-0B20-B630-8123B79FFEB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5A07E0-CC7B-4241-9B54-CDEE121FD86D}" type="datetime1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2024/11/26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27A32E-33FA-41A6-B26C-FC0061491BE1}" type="slidenum">
              <a:rPr kumimoji="1"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4804383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B07AB95F-E008-4F21-8D4E-E34750D6AE84}" type="datetime1">
              <a:rPr lang="ja-JP" altLang="en-US" smtClean="0"/>
              <a:pPr/>
              <a:t>2024/11/26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マスター テキストの書式設定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E6DE88F-1F85-4A27-9D34-D74A50E7B0DA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5998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altLang="ja-JP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ja-JP" altLang="en-US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A6AE5-2456-D9EB-3AA7-B706B72E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F9EE7BC-DB1B-28E6-E629-812BEDDF5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2B3F8B7-08D9-56F3-0FF9-EC53ED25E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FC18955-EF93-6F99-02C5-5A35100E1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altLang="ja-JP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ja-JP" altLang="en-US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3563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21CD2-B52A-51DB-01FB-DD86351C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7CAF859-E1DC-C6E9-E44D-FBEDAB94F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0F57F7-C76A-4D41-3C01-1F18D98A7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419F40-EDAB-E69C-2098-005587108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altLang="ja-JP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ja-JP" altLang="en-US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4519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ja-JP" altLang="en-US" noProof="0"/>
              <a:t>マスター サブタイトルの書式設定</a:t>
            </a:r>
            <a:endParaRPr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D32F2A-1FF8-402F-8BF6-24CDAFCB97CD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ja-JP" altLang="en-US" noProof="0"/>
              <a:t>マスター テキストの書式設定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004C8D-6C76-4892-A136-9C6099763C96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42A2D7E-FFE8-4444-8A69-4D054D6A7FB1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ja-JP" altLang="en-US" noProof="0"/>
              <a:t>マスター テキストの書式設定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ja-JP" altLang="en-US" noProof="0"/>
              <a:t>マスター テキストの書式設定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A15EDF-B1A1-4F5B-B886-5281F007CEC2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画像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画像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 rtl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ja-JP" altLang="en-US" noProof="0"/>
              <a:t>マスター テキストの書式設定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 rtl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ja-JP" altLang="en-US" noProof="0"/>
              <a:t>マスター テキストの書式設定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CBA674-B12E-4A9C-870A-505978E4D347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0CD04C-9C91-47B9-AD1B-CB5E3C5F2EB7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F54A936-8D81-45C6-BA98-389C9C639694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ja-JP" altLang="en-US" noProof="0"/>
              <a:t>マスター テキストの書式設定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883EF0-5A1D-49BE-9E30-E5F416FD9E02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キャプション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画像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図プレースホルダー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D676E5-1814-49F1-B0B7-1FEF88ACB80D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画像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図プレースホルダー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B44967-C232-4B29-B0D5-AF2B33F4C243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3589E8-8D7F-4ADD-96C7-DF27B20E5F67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キャプション付き引用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12" name="テキスト プレースホルダー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5DFCAC1-4519-47A9-9B3C-ACE9953DB739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ja-JP" altLang="en-US" sz="8000" noProof="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“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ja-JP" altLang="en-US" sz="8000" noProof="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5E7119-F629-4623-9483-E82E084BC006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タイトル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7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8" name="テキスト プレースホルダー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9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 rtl="0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1" name="テキスト プレースホルダー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2" name="テキスト プレースホルダー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14AE7A-496F-4FD2-B2CB-0CCBD0D639BA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写真の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像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画像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画像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タイトル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19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20" name="図プレースホルダー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  <p:sp>
        <p:nvSpPr>
          <p:cNvPr id="21" name="テキスト プレースホルダー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22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23" name="図プレースホルダー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  <p:sp>
        <p:nvSpPr>
          <p:cNvPr id="24" name="テキスト プレースホルダー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25" name="テキスト プレースホルダー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26" name="図プレースホルダー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  <p:sp>
        <p:nvSpPr>
          <p:cNvPr id="27" name="テキスト プレースホルダー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2109E-8914-46D8-8FC4-05BA55489BC5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ja-JP" altLang="en-US" noProof="0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ja-JP" altLang="en-US" noProof="0" dirty="0"/>
              <a:t>マスター テキストの書式設定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6487C1B-3789-46FF-9A5F-B29A0DECFF86}" type="datetime1">
              <a:rPr lang="ja-JP" altLang="en-US" noProof="0" smtClean="0"/>
              <a:t>2024/11/26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kumimoji="1"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kumimoji="1"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kumimoji="1"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画像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0295EBFD-7375-D4B1-E582-B36F9804C48E}"/>
              </a:ext>
            </a:extLst>
          </p:cNvPr>
          <p:cNvSpPr/>
          <p:nvPr/>
        </p:nvSpPr>
        <p:spPr>
          <a:xfrm>
            <a:off x="6993863" y="1701385"/>
            <a:ext cx="4263750" cy="3507698"/>
          </a:xfrm>
          <a:prstGeom prst="roundRect">
            <a:avLst>
              <a:gd name="adj" fmla="val 10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58651" y="2031903"/>
            <a:ext cx="3777730" cy="2808576"/>
          </a:xfrm>
        </p:spPr>
        <p:txBody>
          <a:bodyPr rtlCol="0">
            <a:normAutofit/>
          </a:bodyPr>
          <a:lstStyle/>
          <a:p>
            <a:pPr algn="l"/>
            <a:r>
              <a:rPr lang="en-US" altLang="ja-JP" sz="6600" dirty="0">
                <a:latin typeface="Algerian" panose="04020705040A02060702" pitchFamily="82" charset="0"/>
              </a:rPr>
              <a:t>Always</a:t>
            </a:r>
            <a:br>
              <a:rPr lang="en-US" altLang="ja-JP" sz="6600" dirty="0">
                <a:latin typeface="Algerian" panose="04020705040A02060702" pitchFamily="82" charset="0"/>
              </a:rPr>
            </a:br>
            <a:r>
              <a:rPr lang="en-US" altLang="ja-JP" sz="6600" dirty="0">
                <a:latin typeface="Algerian" panose="04020705040A02060702" pitchFamily="82" charset="0"/>
              </a:rPr>
              <a:t>we have</a:t>
            </a:r>
            <a:br>
              <a:rPr lang="en-US" altLang="ja-JP" sz="6600" dirty="0">
                <a:latin typeface="Algerian" panose="04020705040A02060702" pitchFamily="82" charset="0"/>
              </a:rPr>
            </a:br>
            <a:r>
              <a:rPr lang="en-US" altLang="ja-JP" sz="6600" dirty="0">
                <a:latin typeface="Algerian" panose="04020705040A02060702" pitchFamily="82" charset="0"/>
              </a:rPr>
              <a:t>won!!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6DD42D-6C02-2E41-8420-6C67D760F8C1}"/>
              </a:ext>
            </a:extLst>
          </p:cNvPr>
          <p:cNvSpPr txBox="1"/>
          <p:nvPr/>
        </p:nvSpPr>
        <p:spPr>
          <a:xfrm>
            <a:off x="1316963" y="-545855"/>
            <a:ext cx="5676900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1300" dirty="0">
                <a:solidFill>
                  <a:schemeClr val="bg1"/>
                </a:solidFill>
                <a:latin typeface="Algerian" panose="04020705040A02060702" pitchFamily="82" charset="0"/>
              </a:rPr>
              <a:t>@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5892F4D-0A60-47F6-CD41-BBAD4BE3B8C6}"/>
              </a:ext>
            </a:extLst>
          </p:cNvPr>
          <p:cNvSpPr txBox="1"/>
          <p:nvPr/>
        </p:nvSpPr>
        <p:spPr>
          <a:xfrm>
            <a:off x="660446" y="5451898"/>
            <a:ext cx="5676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dirty="0">
                <a:solidFill>
                  <a:schemeClr val="bg1"/>
                </a:solidFill>
                <a:latin typeface="Algerian" panose="04020705040A02060702" pitchFamily="82" charset="0"/>
              </a:rPr>
              <a:t>m.Kimura		Y.eto</a:t>
            </a:r>
            <a:endParaRPr kumimoji="1" lang="ja-JP" altLang="en-US" sz="44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8515" y="460469"/>
            <a:ext cx="6160895" cy="798285"/>
          </a:xfrm>
        </p:spPr>
        <p:txBody>
          <a:bodyPr rtlCol="0" anchor="b">
            <a:noAutofit/>
          </a:bodyPr>
          <a:lstStyle/>
          <a:p>
            <a:pPr algn="l"/>
            <a:r>
              <a:rPr lang="en-US" altLang="ja-JP" sz="4400" dirty="0">
                <a:latin typeface="Algerian" panose="04020705040A02060702" pitchFamily="82" charset="0"/>
              </a:rPr>
              <a:t>Reasons for running</a:t>
            </a:r>
          </a:p>
        </p:txBody>
      </p:sp>
      <p:sp>
        <p:nvSpPr>
          <p:cNvPr id="24" name="コンテンツ プレースホルダー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0980" y="1732448"/>
            <a:ext cx="5971020" cy="4871551"/>
          </a:xfrm>
        </p:spPr>
        <p:txBody>
          <a:bodyPr rtlCol="0" anchor="t">
            <a:normAutofit fontScale="92500"/>
          </a:bodyPr>
          <a:lstStyle/>
          <a:p>
            <a:pPr rtl="0"/>
            <a:r>
              <a:rPr lang="en-US" altLang="ja-JP" sz="3200" dirty="0"/>
              <a:t>We can use AI well.</a:t>
            </a:r>
          </a:p>
          <a:p>
            <a:pPr rtl="0"/>
            <a: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We have very strong mental, we can accept  any opinion.</a:t>
            </a:r>
          </a:p>
          <a:p>
            <a:pPr rtl="0"/>
            <a:r>
              <a:rPr lang="en-US" altLang="ja-JP" sz="3200" dirty="0"/>
              <a:t>There is a need for AI these days and he has a lot of the knowledge we need.</a:t>
            </a:r>
          </a:p>
          <a:p>
            <a:pPr rtl="0"/>
            <a:r>
              <a:rPr lang="en-US" altLang="ja-JP" sz="3200" dirty="0"/>
              <a:t>Now, he recommends class reader.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3BC0366-39CC-2C01-C054-F788B574C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44" y="-13226"/>
            <a:ext cx="6257925" cy="687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BA227A-BF78-7DD0-A5C6-75D7BF7B0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4F989086-4FFC-8F44-7AE8-4B58E6999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025" y="0"/>
            <a:ext cx="6257925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5B1FB950-A5A8-0AAE-8BA4-EE3BFFC2F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57" y="542596"/>
            <a:ext cx="6937830" cy="970450"/>
          </a:xfrm>
        </p:spPr>
        <p:txBody>
          <a:bodyPr rtlCol="0" anchor="b">
            <a:noAutofit/>
          </a:bodyPr>
          <a:lstStyle/>
          <a:p>
            <a:pPr algn="l"/>
            <a:r>
              <a:rPr lang="en-US" altLang="ja-JP" sz="4400" dirty="0">
                <a:latin typeface="Algerian" panose="04020705040A02060702" pitchFamily="82" charset="0"/>
              </a:rPr>
              <a:t>What we want to do</a:t>
            </a:r>
          </a:p>
        </p:txBody>
      </p:sp>
      <p:sp>
        <p:nvSpPr>
          <p:cNvPr id="24" name="コンテンツ プレースホルダー 2">
            <a:extLst>
              <a:ext uri="{FF2B5EF4-FFF2-40B4-BE49-F238E27FC236}">
                <a16:creationId xmlns:a16="http://schemas.microsoft.com/office/drawing/2014/main" id="{BED1129B-CFB8-EB7B-E91C-56D6D5A44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57" y="2055641"/>
            <a:ext cx="6097367" cy="4058751"/>
          </a:xfrm>
        </p:spPr>
        <p:txBody>
          <a:bodyPr rtlCol="0" anchor="t">
            <a:normAutofit/>
          </a:bodyPr>
          <a:lstStyle/>
          <a:p>
            <a:pPr rtl="0"/>
            <a:r>
              <a:rPr lang="en-US" altLang="ja-JP" sz="3200" dirty="0"/>
              <a:t>We want to increase class using PCs.</a:t>
            </a:r>
          </a:p>
          <a:p>
            <a:pPr rtl="0"/>
            <a: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We want to improve </a:t>
            </a:r>
            <a:r>
              <a:rPr lang="en-US" altLang="ja-JP" sz="3200" dirty="0"/>
              <a:t>quality of BYODs.</a:t>
            </a:r>
          </a:p>
          <a:p>
            <a:pPr rtl="0"/>
            <a: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We want to increase class of </a:t>
            </a:r>
            <a:r>
              <a:rPr lang="en-US" altLang="ja-JP" sz="3200" dirty="0"/>
              <a:t>internet literacy.</a:t>
            </a:r>
            <a:endParaRPr lang="ja-JP" alt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7189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07F49-9635-773A-6789-D76B5F8D2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画像 2">
            <a:extLst>
              <a:ext uri="{FF2B5EF4-FFF2-40B4-BE49-F238E27FC236}">
                <a16:creationId xmlns:a16="http://schemas.microsoft.com/office/drawing/2014/main" id="{A261E254-408E-D473-34EC-6E86376BD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1" y="0"/>
            <a:ext cx="6257026" cy="686174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DC5DC349-7C80-0B20-B630-8123B79FF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rtlCol="0" anchor="b">
            <a:normAutofit/>
          </a:bodyPr>
          <a:lstStyle/>
          <a:p>
            <a:pPr algn="l"/>
            <a:r>
              <a:rPr lang="en-US" altLang="ja-JP" sz="4400" dirty="0">
                <a:latin typeface="Algerian" panose="04020705040A02060702" pitchFamily="82" charset="0"/>
              </a:rPr>
              <a:t>Pros and Cons	</a:t>
            </a:r>
          </a:p>
        </p:txBody>
      </p:sp>
      <p:sp>
        <p:nvSpPr>
          <p:cNvPr id="24" name="コンテンツ プレースホルダー 2">
            <a:extLst>
              <a:ext uri="{FF2B5EF4-FFF2-40B4-BE49-F238E27FC236}">
                <a16:creationId xmlns:a16="http://schemas.microsoft.com/office/drawing/2014/main" id="{58D7AEA1-325D-3A98-28CA-5EA73B08D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5291506" cy="4058751"/>
          </a:xfrm>
        </p:spPr>
        <p:txBody>
          <a:bodyPr rtlCol="0" anchor="t">
            <a:normAutofit/>
          </a:bodyPr>
          <a:lstStyle/>
          <a:p>
            <a:pPr rtl="0"/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It can lean skill of feature society.</a:t>
            </a:r>
          </a:p>
          <a:p>
            <a:pPr rtl="0"/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It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cost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more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money,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so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we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need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to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be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supported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by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educational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institutions.</a:t>
            </a:r>
          </a:p>
          <a:p>
            <a:pPr rtl="0"/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Eyesight deteriorates. but we often using smartphone, it’s more problem.</a:t>
            </a:r>
          </a:p>
        </p:txBody>
      </p:sp>
    </p:spTree>
    <p:extLst>
      <p:ext uri="{BB962C8B-B14F-4D97-AF65-F5344CB8AC3E}">
        <p14:creationId xmlns:p14="http://schemas.microsoft.com/office/powerpoint/2010/main" val="1951592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076_TF55705232.potx" id="{9C76CAAA-146E-4EF3-BE74-EC30526F7B33}" vid="{5EC517AD-818B-49F8-A10D-9AEE91E0B4F4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3B503CAD69548468CB86F96F2CA481C" ma:contentTypeVersion="15" ma:contentTypeDescription="新しいドキュメントを作成します。" ma:contentTypeScope="" ma:versionID="25d00784e923b93df05cd1365f059c30">
  <xsd:schema xmlns:xsd="http://www.w3.org/2001/XMLSchema" xmlns:xs="http://www.w3.org/2001/XMLSchema" xmlns:p="http://schemas.microsoft.com/office/2006/metadata/properties" xmlns:ns3="5e695479-9f86-4d28-a255-dc4936a6e9d5" xmlns:ns4="418b2016-e423-42e4-8697-24ae404e757a" targetNamespace="http://schemas.microsoft.com/office/2006/metadata/properties" ma:root="true" ma:fieldsID="f59cf8f2519ef40e25230d565f136c7c" ns3:_="" ns4:_="">
    <xsd:import namespace="5e695479-9f86-4d28-a255-dc4936a6e9d5"/>
    <xsd:import namespace="418b2016-e423-42e4-8697-24ae404e757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695479-9f86-4d28-a255-dc4936a6e9d5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8b2016-e423-42e4-8697-24ae404e757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e695479-9f86-4d28-a255-dc4936a6e9d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9511D4-EB6A-4A5E-B0C2-89C206227E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695479-9f86-4d28-a255-dc4936a6e9d5"/>
    <ds:schemaRef ds:uri="418b2016-e423-42e4-8697-24ae404e75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5e695479-9f86-4d28-a255-dc4936a6e9d5"/>
    <ds:schemaRef ds:uri="418b2016-e423-42e4-8697-24ae404e757a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137</Words>
  <Application>Microsoft Office PowerPoint</Application>
  <PresentationFormat>ワイド画面</PresentationFormat>
  <Paragraphs>20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Meiryo UI</vt:lpstr>
      <vt:lpstr>Algerian</vt:lpstr>
      <vt:lpstr>Wingdings 2</vt:lpstr>
      <vt:lpstr>SlateVTI</vt:lpstr>
      <vt:lpstr>Always we have won!!</vt:lpstr>
      <vt:lpstr>Reasons for running</vt:lpstr>
      <vt:lpstr>What we want to do</vt:lpstr>
      <vt:lpstr>Pros and Cons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木村　湊</dc:creator>
  <cp:lastModifiedBy>木村　湊</cp:lastModifiedBy>
  <cp:revision>1</cp:revision>
  <dcterms:created xsi:type="dcterms:W3CDTF">2024-11-20T01:53:09Z</dcterms:created>
  <dcterms:modified xsi:type="dcterms:W3CDTF">2024-11-26T13:10:25Z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0x01010003B503CAD69548468CB86F96F2CA481C</vt:lpwstr>
  </property>
</Properties>
</file>