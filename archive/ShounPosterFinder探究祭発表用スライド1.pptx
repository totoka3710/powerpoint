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ink/ink1.xml" ContentType="application/inkml+xml"/>
  <Override PartName="/ppt/ink/ink2.xml" ContentType="application/inkml+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59" r:id="rId3"/>
    <p:sldId id="260" r:id="rId4"/>
    <p:sldId id="257" r:id="rId5"/>
    <p:sldId id="330" r:id="rId6"/>
    <p:sldId id="258" r:id="rId7"/>
    <p:sldId id="261" r:id="rId8"/>
    <p:sldId id="331" r:id="rId9"/>
    <p:sldId id="262" r:id="rId10"/>
    <p:sldId id="264" r:id="rId11"/>
    <p:sldId id="263" r:id="rId12"/>
    <p:sldId id="265" r:id="rId13"/>
    <p:sldId id="266" r:id="rId14"/>
    <p:sldId id="337" r:id="rId15"/>
    <p:sldId id="267" r:id="rId16"/>
    <p:sldId id="268" r:id="rId17"/>
    <p:sldId id="273" r:id="rId18"/>
    <p:sldId id="272" r:id="rId19"/>
    <p:sldId id="274" r:id="rId20"/>
    <p:sldId id="276" r:id="rId21"/>
    <p:sldId id="299" r:id="rId22"/>
    <p:sldId id="300" r:id="rId23"/>
    <p:sldId id="293" r:id="rId24"/>
    <p:sldId id="292" r:id="rId25"/>
    <p:sldId id="295" r:id="rId26"/>
    <p:sldId id="297" r:id="rId27"/>
    <p:sldId id="304" r:id="rId28"/>
    <p:sldId id="294" r:id="rId29"/>
    <p:sldId id="298" r:id="rId30"/>
    <p:sldId id="305" r:id="rId31"/>
    <p:sldId id="296" r:id="rId32"/>
    <p:sldId id="281" r:id="rId33"/>
    <p:sldId id="282" r:id="rId34"/>
    <p:sldId id="284" r:id="rId35"/>
    <p:sldId id="285" r:id="rId36"/>
    <p:sldId id="286" r:id="rId37"/>
    <p:sldId id="287" r:id="rId38"/>
    <p:sldId id="289" r:id="rId39"/>
    <p:sldId id="290" r:id="rId40"/>
    <p:sldId id="291" r:id="rId41"/>
    <p:sldId id="277" r:id="rId42"/>
    <p:sldId id="278" r:id="rId43"/>
    <p:sldId id="279" r:id="rId44"/>
    <p:sldId id="301" r:id="rId45"/>
    <p:sldId id="334" r:id="rId46"/>
    <p:sldId id="343" r:id="rId47"/>
    <p:sldId id="332" r:id="rId48"/>
    <p:sldId id="335" r:id="rId49"/>
    <p:sldId id="269" r:id="rId50"/>
    <p:sldId id="270" r:id="rId51"/>
    <p:sldId id="336" r:id="rId52"/>
    <p:sldId id="307" r:id="rId53"/>
    <p:sldId id="308" r:id="rId54"/>
    <p:sldId id="309" r:id="rId55"/>
    <p:sldId id="310" r:id="rId56"/>
    <p:sldId id="311" r:id="rId57"/>
    <p:sldId id="341" r:id="rId58"/>
    <p:sldId id="340" r:id="rId59"/>
    <p:sldId id="312" r:id="rId60"/>
    <p:sldId id="313" r:id="rId61"/>
    <p:sldId id="314" r:id="rId62"/>
    <p:sldId id="316" r:id="rId63"/>
    <p:sldId id="324" r:id="rId64"/>
    <p:sldId id="326" r:id="rId65"/>
    <p:sldId id="325" r:id="rId66"/>
    <p:sldId id="317" r:id="rId67"/>
    <p:sldId id="318" r:id="rId68"/>
    <p:sldId id="319" r:id="rId69"/>
    <p:sldId id="320" r:id="rId70"/>
    <p:sldId id="322" r:id="rId71"/>
    <p:sldId id="321" r:id="rId72"/>
    <p:sldId id="327" r:id="rId7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1A56C4FC-FA99-4620-9DD1-CE12722A5CB8}">
          <p14:sldIdLst>
            <p14:sldId id="256"/>
            <p14:sldId id="259"/>
            <p14:sldId id="260"/>
            <p14:sldId id="257"/>
            <p14:sldId id="330"/>
            <p14:sldId id="258"/>
            <p14:sldId id="261"/>
            <p14:sldId id="331"/>
            <p14:sldId id="262"/>
            <p14:sldId id="264"/>
            <p14:sldId id="263"/>
            <p14:sldId id="265"/>
            <p14:sldId id="266"/>
            <p14:sldId id="337"/>
            <p14:sldId id="267"/>
            <p14:sldId id="268"/>
            <p14:sldId id="273"/>
            <p14:sldId id="272"/>
            <p14:sldId id="274"/>
            <p14:sldId id="276"/>
            <p14:sldId id="299"/>
            <p14:sldId id="300"/>
            <p14:sldId id="293"/>
            <p14:sldId id="292"/>
            <p14:sldId id="295"/>
            <p14:sldId id="297"/>
            <p14:sldId id="304"/>
            <p14:sldId id="294"/>
            <p14:sldId id="298"/>
            <p14:sldId id="305"/>
            <p14:sldId id="296"/>
            <p14:sldId id="281"/>
            <p14:sldId id="282"/>
            <p14:sldId id="284"/>
            <p14:sldId id="285"/>
            <p14:sldId id="286"/>
            <p14:sldId id="287"/>
            <p14:sldId id="289"/>
            <p14:sldId id="290"/>
            <p14:sldId id="291"/>
            <p14:sldId id="277"/>
            <p14:sldId id="278"/>
            <p14:sldId id="279"/>
            <p14:sldId id="301"/>
            <p14:sldId id="334"/>
            <p14:sldId id="343"/>
            <p14:sldId id="332"/>
            <p14:sldId id="335"/>
            <p14:sldId id="269"/>
            <p14:sldId id="270"/>
            <p14:sldId id="336"/>
            <p14:sldId id="307"/>
            <p14:sldId id="308"/>
            <p14:sldId id="309"/>
            <p14:sldId id="310"/>
            <p14:sldId id="311"/>
            <p14:sldId id="341"/>
            <p14:sldId id="340"/>
            <p14:sldId id="312"/>
            <p14:sldId id="313"/>
            <p14:sldId id="314"/>
            <p14:sldId id="316"/>
            <p14:sldId id="324"/>
            <p14:sldId id="326"/>
            <p14:sldId id="325"/>
            <p14:sldId id="317"/>
            <p14:sldId id="318"/>
            <p14:sldId id="319"/>
            <p14:sldId id="320"/>
            <p14:sldId id="322"/>
            <p14:sldId id="321"/>
            <p14:sldId id="32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a:srgbClr val="333333"/>
    <a:srgbClr val="1E1E1E"/>
    <a:srgbClr val="121212"/>
    <a:srgbClr val="494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2EC518-3B44-4A9C-87E5-9D1591FB3C20}" v="1888" dt="2025-09-26T15:39:09.7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69" autoAdjust="0"/>
    <p:restoredTop sz="96850" autoAdjust="0"/>
  </p:normalViewPr>
  <p:slideViewPr>
    <p:cSldViewPr snapToGrid="0" showGuides="1">
      <p:cViewPr varScale="1">
        <p:scale>
          <a:sx n="252" d="100"/>
          <a:sy n="252" d="100"/>
        </p:scale>
        <p:origin x="1032" y="210"/>
      </p:cViewPr>
      <p:guideLst>
        <p:guide orient="horz" pos="2160"/>
        <p:guide pos="3840"/>
      </p:guideLst>
    </p:cSldViewPr>
  </p:slideViewPr>
  <p:notesTextViewPr>
    <p:cViewPr>
      <p:scale>
        <a:sx n="1" d="1"/>
        <a:sy n="1" d="1"/>
      </p:scale>
      <p:origin x="0" y="0"/>
    </p:cViewPr>
  </p:notesTextViewPr>
  <p:notesViewPr>
    <p:cSldViewPr snapToGrid="0" showGuides="1">
      <p:cViewPr varScale="1">
        <p:scale>
          <a:sx n="191" d="100"/>
          <a:sy n="191" d="100"/>
        </p:scale>
        <p:origin x="6414" y="15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5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134E-4CF5-82A6-E0F808779103}"/>
              </c:ext>
            </c:extLst>
          </c:dPt>
          <c:dPt>
            <c:idx val="3"/>
            <c:invertIfNegative val="0"/>
            <c:bubble3D val="0"/>
            <c:spPr>
              <a:solidFill>
                <a:schemeClr val="accent1">
                  <a:lumMod val="5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5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C-134E-4CF5-82A6-E0F808779103}"/>
              </c:ext>
            </c:extLst>
          </c:dPt>
          <c:dPt>
            <c:idx val="3"/>
            <c:invertIfNegative val="0"/>
            <c:bubble3D val="0"/>
            <c:spPr>
              <a:solidFill>
                <a:schemeClr val="accent5">
                  <a:lumMod val="5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5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134E-4CF5-82A6-E0F808779103}"/>
              </c:ext>
            </c:extLst>
          </c:dPt>
          <c:dPt>
            <c:idx val="3"/>
            <c:invertIfNegative val="0"/>
            <c:bubble3D val="0"/>
            <c:spPr>
              <a:solidFill>
                <a:schemeClr val="accent1">
                  <a:lumMod val="5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5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C-134E-4CF5-82A6-E0F808779103}"/>
              </c:ext>
            </c:extLst>
          </c:dPt>
          <c:dPt>
            <c:idx val="3"/>
            <c:invertIfNegative val="0"/>
            <c:bubble3D val="0"/>
            <c:spPr>
              <a:solidFill>
                <a:schemeClr val="accent5">
                  <a:lumMod val="5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5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134E-4CF5-82A6-E0F808779103}"/>
              </c:ext>
            </c:extLst>
          </c:dPt>
          <c:dPt>
            <c:idx val="3"/>
            <c:invertIfNegative val="0"/>
            <c:bubble3D val="0"/>
            <c:spPr>
              <a:solidFill>
                <a:schemeClr val="accent1">
                  <a:lumMod val="5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5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C-134E-4CF5-82A6-E0F808779103}"/>
              </c:ext>
            </c:extLst>
          </c:dPt>
          <c:dPt>
            <c:idx val="3"/>
            <c:invertIfNegative val="0"/>
            <c:bubble3D val="0"/>
            <c:spPr>
              <a:solidFill>
                <a:schemeClr val="accent5">
                  <a:lumMod val="5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50000"/>
                </a:schemeClr>
              </a:solidFill>
              <a:ln>
                <a:noFill/>
              </a:ln>
              <a:effectLst/>
            </c:spPr>
            <c:extLst>
              <c:ext xmlns:c16="http://schemas.microsoft.com/office/drawing/2014/chart" uri="{C3380CC4-5D6E-409C-BE32-E72D297353CC}">
                <c16:uniqueId val="{00000014-FA85-4607-A460-7F28664355E4}"/>
              </c:ext>
            </c:extLst>
          </c:dPt>
          <c:dPt>
            <c:idx val="3"/>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50000"/>
                </a:schemeClr>
              </a:solidFill>
              <a:ln>
                <a:noFill/>
              </a:ln>
              <a:effectLst/>
            </c:spPr>
            <c:extLst>
              <c:ext xmlns:c16="http://schemas.microsoft.com/office/drawing/2014/chart" uri="{C3380CC4-5D6E-409C-BE32-E72D297353CC}">
                <c16:uniqueId val="{00000015-FA85-4607-A460-7F28664355E4}"/>
              </c:ext>
            </c:extLst>
          </c:dPt>
          <c:dPt>
            <c:idx val="3"/>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2"/>
            <c:invertIfNegative val="0"/>
            <c:bubble3D val="0"/>
            <c:spPr>
              <a:solidFill>
                <a:schemeClr val="accent6">
                  <a:lumMod val="50000"/>
                </a:schemeClr>
              </a:solidFill>
              <a:ln>
                <a:noFill/>
              </a:ln>
              <a:effectLst/>
            </c:spPr>
            <c:extLst>
              <c:ext xmlns:c16="http://schemas.microsoft.com/office/drawing/2014/chart" uri="{C3380CC4-5D6E-409C-BE32-E72D297353CC}">
                <c16:uniqueId val="{00000016-FA85-4607-A460-7F28664355E4}"/>
              </c:ext>
            </c:extLst>
          </c:dPt>
          <c:dPt>
            <c:idx val="3"/>
            <c:invertIfNegative val="0"/>
            <c:bubble3D val="0"/>
            <c:spPr>
              <a:solidFill>
                <a:schemeClr val="accent3">
                  <a:lumMod val="40000"/>
                  <a:lumOff val="6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0:07:50.145"/>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17T10:10:23.543"/>
    </inkml:context>
    <inkml:brush xml:id="br0">
      <inkml:brushProperty name="width" value="0.05" units="cm"/>
      <inkml:brushProperty name="height" value="0.05" units="cm"/>
      <inkml:brushProperty name="color" value="#FFFFFF"/>
    </inkml:brush>
  </inkml:definitions>
  <inkml:trace contextRef="#ctx0" brushRef="#br0">1 1 316 0 0,'0'0'12053'0'0,"19"22"-8024"0"0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310A66-64A8-48D2-95F7-69C00742B704}" type="datetimeFigureOut">
              <a:rPr kumimoji="1" lang="ja-JP" altLang="en-US" smtClean="0"/>
              <a:t>2025/9/29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611C39-5275-4525-A24E-8AB6781B5901}" type="slidenum">
              <a:rPr kumimoji="1" lang="ja-JP" altLang="en-US" smtClean="0"/>
              <a:t>‹#›</a:t>
            </a:fld>
            <a:endParaRPr kumimoji="1" lang="ja-JP" altLang="en-US"/>
          </a:p>
        </p:txBody>
      </p:sp>
    </p:spTree>
    <p:extLst>
      <p:ext uri="{BB962C8B-B14F-4D97-AF65-F5344CB8AC3E}">
        <p14:creationId xmlns:p14="http://schemas.microsoft.com/office/powerpoint/2010/main" val="17565776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今から「</a:t>
            </a:r>
            <a:r>
              <a:rPr kumimoji="1" lang="en-US" altLang="ja-JP" dirty="0"/>
              <a:t>Shoun Poster Finder </a:t>
            </a:r>
            <a:r>
              <a:rPr kumimoji="1" lang="ja-JP" altLang="en-US" dirty="0"/>
              <a:t>探究を円滑に進めるためのポスター検索システムの開発」の発表を始めます。</a:t>
            </a:r>
          </a:p>
        </p:txBody>
      </p:sp>
      <p:sp>
        <p:nvSpPr>
          <p:cNvPr id="4" name="スライド番号プレースホルダー 3"/>
          <p:cNvSpPr>
            <a:spLocks noGrp="1"/>
          </p:cNvSpPr>
          <p:nvPr>
            <p:ph type="sldNum" sz="quarter" idx="5"/>
          </p:nvPr>
        </p:nvSpPr>
        <p:spPr/>
        <p:txBody>
          <a:bodyPr/>
          <a:lstStyle/>
          <a:p>
            <a:fld id="{5D611C39-5275-4525-A24E-8AB6781B5901}" type="slidenum">
              <a:rPr kumimoji="1" lang="ja-JP" altLang="en-US" smtClean="0"/>
              <a:t>1</a:t>
            </a:fld>
            <a:endParaRPr kumimoji="1" lang="ja-JP" altLang="en-US"/>
          </a:p>
        </p:txBody>
      </p:sp>
    </p:spTree>
    <p:extLst>
      <p:ext uri="{BB962C8B-B14F-4D97-AF65-F5344CB8AC3E}">
        <p14:creationId xmlns:p14="http://schemas.microsoft.com/office/powerpoint/2010/main" val="2159664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27494-58F5-378C-2A8D-7F8AF8E854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24A020-DCF2-976D-C282-AFC77E9DE0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82711E7-8701-208A-5BDA-B769720C9CF8}"/>
              </a:ext>
            </a:extLst>
          </p:cNvPr>
          <p:cNvSpPr>
            <a:spLocks noGrp="1"/>
          </p:cNvSpPr>
          <p:nvPr>
            <p:ph type="body" idx="1"/>
          </p:nvPr>
        </p:nvSpPr>
        <p:spPr/>
        <p:txBody>
          <a:bodyPr/>
          <a:lstStyle/>
          <a:p>
            <a:r>
              <a:rPr kumimoji="1" lang="ja-JP" altLang="en-US" dirty="0"/>
              <a:t>まず</a:t>
            </a:r>
          </a:p>
        </p:txBody>
      </p:sp>
      <p:sp>
        <p:nvSpPr>
          <p:cNvPr id="4" name="スライド番号プレースホルダー 3">
            <a:extLst>
              <a:ext uri="{FF2B5EF4-FFF2-40B4-BE49-F238E27FC236}">
                <a16:creationId xmlns:a16="http://schemas.microsoft.com/office/drawing/2014/main" id="{AF30DEF6-04B3-14BD-2C21-FEF16FF4456A}"/>
              </a:ext>
            </a:extLst>
          </p:cNvPr>
          <p:cNvSpPr>
            <a:spLocks noGrp="1"/>
          </p:cNvSpPr>
          <p:nvPr>
            <p:ph type="sldNum" sz="quarter" idx="5"/>
          </p:nvPr>
        </p:nvSpPr>
        <p:spPr/>
        <p:txBody>
          <a:bodyPr/>
          <a:lstStyle/>
          <a:p>
            <a:fld id="{5D611C39-5275-4525-A24E-8AB6781B5901}" type="slidenum">
              <a:rPr kumimoji="1" lang="ja-JP" altLang="en-US" smtClean="0"/>
              <a:t>2</a:t>
            </a:fld>
            <a:endParaRPr kumimoji="1" lang="ja-JP" altLang="en-US"/>
          </a:p>
        </p:txBody>
      </p:sp>
    </p:spTree>
    <p:extLst>
      <p:ext uri="{BB962C8B-B14F-4D97-AF65-F5344CB8AC3E}">
        <p14:creationId xmlns:p14="http://schemas.microsoft.com/office/powerpoint/2010/main" val="2997834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4892-169C-FB6D-8A04-7D93502638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1971FB-AA3C-E991-4FB4-A68891796CE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0A9D69F-2DEE-65D1-E7DE-6B1734F7C145}"/>
              </a:ext>
            </a:extLst>
          </p:cNvPr>
          <p:cNvSpPr>
            <a:spLocks noGrp="1"/>
          </p:cNvSpPr>
          <p:nvPr>
            <p:ph type="body" idx="1"/>
          </p:nvPr>
        </p:nvSpPr>
        <p:spPr/>
        <p:txBody>
          <a:bodyPr/>
          <a:lstStyle/>
          <a:p>
            <a:r>
              <a:rPr kumimoji="1" lang="ja-JP" altLang="en-US" dirty="0"/>
              <a:t>研究背景から説明します。</a:t>
            </a:r>
          </a:p>
        </p:txBody>
      </p:sp>
      <p:sp>
        <p:nvSpPr>
          <p:cNvPr id="4" name="スライド番号プレースホルダー 3">
            <a:extLst>
              <a:ext uri="{FF2B5EF4-FFF2-40B4-BE49-F238E27FC236}">
                <a16:creationId xmlns:a16="http://schemas.microsoft.com/office/drawing/2014/main" id="{FBA738AE-BC65-2C63-7504-9287584B7E81}"/>
              </a:ext>
            </a:extLst>
          </p:cNvPr>
          <p:cNvSpPr>
            <a:spLocks noGrp="1"/>
          </p:cNvSpPr>
          <p:nvPr>
            <p:ph type="sldNum" sz="quarter" idx="5"/>
          </p:nvPr>
        </p:nvSpPr>
        <p:spPr/>
        <p:txBody>
          <a:bodyPr/>
          <a:lstStyle/>
          <a:p>
            <a:fld id="{5D611C39-5275-4525-A24E-8AB6781B5901}" type="slidenum">
              <a:rPr kumimoji="1" lang="ja-JP" altLang="en-US" smtClean="0"/>
              <a:t>3</a:t>
            </a:fld>
            <a:endParaRPr kumimoji="1" lang="ja-JP" altLang="en-US"/>
          </a:p>
        </p:txBody>
      </p:sp>
    </p:spTree>
    <p:extLst>
      <p:ext uri="{BB962C8B-B14F-4D97-AF65-F5344CB8AC3E}">
        <p14:creationId xmlns:p14="http://schemas.microsoft.com/office/powerpoint/2010/main" val="3208401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私たちは初めに、「</a:t>
            </a:r>
            <a:r>
              <a:rPr kumimoji="1" lang="en-US" altLang="ja-JP" dirty="0"/>
              <a:t>20</a:t>
            </a:r>
            <a:r>
              <a:rPr kumimoji="1" lang="ja-JP" altLang="en-US" dirty="0"/>
              <a:t>回生が制作したポスター検索システムが使用されていない」ことに目を付けました。</a:t>
            </a:r>
            <a:endParaRPr kumimoji="1" lang="en-US" altLang="ja-JP" dirty="0"/>
          </a:p>
          <a:p>
            <a:r>
              <a:rPr kumimoji="1" lang="ja-JP" altLang="en-US" dirty="0"/>
              <a:t>その原因を私たちで考えました。理由は二つあって、</a:t>
            </a:r>
            <a:endParaRPr kumimoji="1" lang="en-US" altLang="ja-JP" dirty="0"/>
          </a:p>
        </p:txBody>
      </p:sp>
      <p:sp>
        <p:nvSpPr>
          <p:cNvPr id="4" name="スライド番号プレースホルダー 3"/>
          <p:cNvSpPr>
            <a:spLocks noGrp="1"/>
          </p:cNvSpPr>
          <p:nvPr>
            <p:ph type="sldNum" sz="quarter" idx="5"/>
          </p:nvPr>
        </p:nvSpPr>
        <p:spPr/>
        <p:txBody>
          <a:bodyPr/>
          <a:lstStyle/>
          <a:p>
            <a:fld id="{5D611C39-5275-4525-A24E-8AB6781B5901}" type="slidenum">
              <a:rPr kumimoji="1" lang="ja-JP" altLang="en-US" smtClean="0"/>
              <a:t>4</a:t>
            </a:fld>
            <a:endParaRPr kumimoji="1" lang="ja-JP" altLang="en-US"/>
          </a:p>
        </p:txBody>
      </p:sp>
    </p:spTree>
    <p:extLst>
      <p:ext uri="{BB962C8B-B14F-4D97-AF65-F5344CB8AC3E}">
        <p14:creationId xmlns:p14="http://schemas.microsoft.com/office/powerpoint/2010/main" val="2815392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C7DB7-E5B2-5D2A-EBEC-1F069B5D67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47CC467-6580-EB80-DD07-3086047ED4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E2C2FE9-3467-469E-1D6E-CD909A7A8C4F}"/>
              </a:ext>
            </a:extLst>
          </p:cNvPr>
          <p:cNvSpPr>
            <a:spLocks noGrp="1"/>
          </p:cNvSpPr>
          <p:nvPr>
            <p:ph type="body" idx="1"/>
          </p:nvPr>
        </p:nvSpPr>
        <p:spPr/>
        <p:txBody>
          <a:bodyPr/>
          <a:lstStyle/>
          <a:p>
            <a:r>
              <a:rPr kumimoji="1" lang="ja-JP" altLang="en-US" dirty="0"/>
              <a:t>私たちは初めに、「</a:t>
            </a:r>
            <a:r>
              <a:rPr kumimoji="1" lang="en-US" altLang="ja-JP" dirty="0"/>
              <a:t>20</a:t>
            </a:r>
            <a:r>
              <a:rPr kumimoji="1" lang="ja-JP" altLang="en-US" dirty="0"/>
              <a:t>回生が制作したポスター検索システムが使用されていない」ことに目を付けました。</a:t>
            </a:r>
            <a:endParaRPr kumimoji="1" lang="en-US" altLang="ja-JP" dirty="0"/>
          </a:p>
          <a:p>
            <a:r>
              <a:rPr kumimoji="1" lang="ja-JP" altLang="en-US" dirty="0"/>
              <a:t>その原因を私たちで考えました。理由は二つあって、</a:t>
            </a:r>
            <a:endParaRPr kumimoji="1" lang="en-US" altLang="ja-JP" dirty="0"/>
          </a:p>
        </p:txBody>
      </p:sp>
      <p:sp>
        <p:nvSpPr>
          <p:cNvPr id="4" name="スライド番号プレースホルダー 3">
            <a:extLst>
              <a:ext uri="{FF2B5EF4-FFF2-40B4-BE49-F238E27FC236}">
                <a16:creationId xmlns:a16="http://schemas.microsoft.com/office/drawing/2014/main" id="{DCAE789D-A0B5-625A-32C6-79F26BF655FB}"/>
              </a:ext>
            </a:extLst>
          </p:cNvPr>
          <p:cNvSpPr>
            <a:spLocks noGrp="1"/>
          </p:cNvSpPr>
          <p:nvPr>
            <p:ph type="sldNum" sz="quarter" idx="5"/>
          </p:nvPr>
        </p:nvSpPr>
        <p:spPr/>
        <p:txBody>
          <a:bodyPr/>
          <a:lstStyle/>
          <a:p>
            <a:fld id="{5D611C39-5275-4525-A24E-8AB6781B5901}" type="slidenum">
              <a:rPr kumimoji="1" lang="ja-JP" altLang="en-US" smtClean="0"/>
              <a:t>5</a:t>
            </a:fld>
            <a:endParaRPr kumimoji="1" lang="ja-JP" altLang="en-US"/>
          </a:p>
        </p:txBody>
      </p:sp>
    </p:spTree>
    <p:extLst>
      <p:ext uri="{BB962C8B-B14F-4D97-AF65-F5344CB8AC3E}">
        <p14:creationId xmlns:p14="http://schemas.microsoft.com/office/powerpoint/2010/main" val="3371272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FCB0-2554-4E02-6A56-BA0BAFE9881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010C2C-09AC-AE6C-4CC4-5545F737485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155086-F7BB-6EB7-05EA-7859C2E10791}"/>
              </a:ext>
            </a:extLst>
          </p:cNvPr>
          <p:cNvSpPr>
            <a:spLocks noGrp="1"/>
          </p:cNvSpPr>
          <p:nvPr>
            <p:ph type="body" idx="1"/>
          </p:nvPr>
        </p:nvSpPr>
        <p:spPr/>
        <p:txBody>
          <a:bodyPr/>
          <a:lstStyle/>
          <a:p>
            <a:r>
              <a:rPr kumimoji="1" lang="ja-JP" altLang="en-US" dirty="0"/>
              <a:t>ポスターが古いということと、レイアウトが崩れるということです。</a:t>
            </a:r>
            <a:endParaRPr kumimoji="1" lang="en-US" altLang="ja-JP" dirty="0"/>
          </a:p>
        </p:txBody>
      </p:sp>
      <p:sp>
        <p:nvSpPr>
          <p:cNvPr id="4" name="スライド番号プレースホルダー 3">
            <a:extLst>
              <a:ext uri="{FF2B5EF4-FFF2-40B4-BE49-F238E27FC236}">
                <a16:creationId xmlns:a16="http://schemas.microsoft.com/office/drawing/2014/main" id="{9DA1F02D-7893-D60C-15F8-3C414852BD45}"/>
              </a:ext>
            </a:extLst>
          </p:cNvPr>
          <p:cNvSpPr>
            <a:spLocks noGrp="1"/>
          </p:cNvSpPr>
          <p:nvPr>
            <p:ph type="sldNum" sz="quarter" idx="5"/>
          </p:nvPr>
        </p:nvSpPr>
        <p:spPr/>
        <p:txBody>
          <a:bodyPr/>
          <a:lstStyle/>
          <a:p>
            <a:fld id="{5D611C39-5275-4525-A24E-8AB6781B5901}" type="slidenum">
              <a:rPr kumimoji="1" lang="ja-JP" altLang="en-US" smtClean="0"/>
              <a:t>6</a:t>
            </a:fld>
            <a:endParaRPr kumimoji="1" lang="ja-JP" altLang="en-US"/>
          </a:p>
        </p:txBody>
      </p:sp>
    </p:spTree>
    <p:extLst>
      <p:ext uri="{BB962C8B-B14F-4D97-AF65-F5344CB8AC3E}">
        <p14:creationId xmlns:p14="http://schemas.microsoft.com/office/powerpoint/2010/main" val="1836643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6402-C076-E303-2D3E-6DC609844A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6FE9FDB-64DF-F907-6608-5B14875D85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757C62-7678-8508-EDD2-AC9628E1D9F4}"/>
              </a:ext>
            </a:extLst>
          </p:cNvPr>
          <p:cNvSpPr>
            <a:spLocks noGrp="1"/>
          </p:cNvSpPr>
          <p:nvPr>
            <p:ph type="body" idx="1"/>
          </p:nvPr>
        </p:nvSpPr>
        <p:spPr/>
        <p:txBody>
          <a:bodyPr/>
          <a:lstStyle/>
          <a:p>
            <a:r>
              <a:rPr kumimoji="1" lang="ja-JP" altLang="en-US" dirty="0"/>
              <a:t>そこで私たちは、ポスター検索システムを授業で使えるように改良することにしました。</a:t>
            </a:r>
            <a:endParaRPr kumimoji="1" lang="en-US" altLang="ja-JP" dirty="0"/>
          </a:p>
          <a:p>
            <a:r>
              <a:rPr kumimoji="1" lang="ja-JP" altLang="en-US" dirty="0"/>
              <a:t>そこで設定したリサーチクエスチョン・目的・仮説は次の通りです。</a:t>
            </a:r>
          </a:p>
        </p:txBody>
      </p:sp>
      <p:sp>
        <p:nvSpPr>
          <p:cNvPr id="4" name="スライド番号プレースホルダー 3">
            <a:extLst>
              <a:ext uri="{FF2B5EF4-FFF2-40B4-BE49-F238E27FC236}">
                <a16:creationId xmlns:a16="http://schemas.microsoft.com/office/drawing/2014/main" id="{154B2E07-73A1-3079-FA54-FF42CBBEA7BE}"/>
              </a:ext>
            </a:extLst>
          </p:cNvPr>
          <p:cNvSpPr>
            <a:spLocks noGrp="1"/>
          </p:cNvSpPr>
          <p:nvPr>
            <p:ph type="sldNum" sz="quarter" idx="5"/>
          </p:nvPr>
        </p:nvSpPr>
        <p:spPr/>
        <p:txBody>
          <a:bodyPr/>
          <a:lstStyle/>
          <a:p>
            <a:fld id="{5D611C39-5275-4525-A24E-8AB6781B5901}" type="slidenum">
              <a:rPr kumimoji="1" lang="ja-JP" altLang="en-US" smtClean="0"/>
              <a:t>7</a:t>
            </a:fld>
            <a:endParaRPr kumimoji="1" lang="ja-JP" altLang="en-US"/>
          </a:p>
        </p:txBody>
      </p:sp>
    </p:spTree>
    <p:extLst>
      <p:ext uri="{BB962C8B-B14F-4D97-AF65-F5344CB8AC3E}">
        <p14:creationId xmlns:p14="http://schemas.microsoft.com/office/powerpoint/2010/main" val="3494677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C99E3-046A-E774-6617-0430F76D68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4A0D02-55C5-50B5-00CB-07D0A06EF80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6A5018-98D5-293D-AB5F-CE35C95FB2F0}"/>
              </a:ext>
            </a:extLst>
          </p:cNvPr>
          <p:cNvSpPr>
            <a:spLocks noGrp="1"/>
          </p:cNvSpPr>
          <p:nvPr>
            <p:ph type="body" idx="1"/>
          </p:nvPr>
        </p:nvSpPr>
        <p:spPr/>
        <p:txBody>
          <a:bodyPr/>
          <a:lstStyle/>
          <a:p>
            <a:r>
              <a:rPr kumimoji="1" lang="ja-JP" altLang="en-US" dirty="0"/>
              <a:t>そこで私たちは、ポスター検索システムを授業で使えるように改良することにしました。</a:t>
            </a:r>
            <a:endParaRPr kumimoji="1" lang="en-US" altLang="ja-JP" dirty="0"/>
          </a:p>
          <a:p>
            <a:r>
              <a:rPr kumimoji="1" lang="ja-JP" altLang="en-US" dirty="0"/>
              <a:t>そこで設定したリサーチクエスチョン・目的・仮説は次の通りです。</a:t>
            </a:r>
          </a:p>
        </p:txBody>
      </p:sp>
      <p:sp>
        <p:nvSpPr>
          <p:cNvPr id="4" name="スライド番号プレースホルダー 3">
            <a:extLst>
              <a:ext uri="{FF2B5EF4-FFF2-40B4-BE49-F238E27FC236}">
                <a16:creationId xmlns:a16="http://schemas.microsoft.com/office/drawing/2014/main" id="{2F9D905C-77C3-A7FF-0392-702F78A736EA}"/>
              </a:ext>
            </a:extLst>
          </p:cNvPr>
          <p:cNvSpPr>
            <a:spLocks noGrp="1"/>
          </p:cNvSpPr>
          <p:nvPr>
            <p:ph type="sldNum" sz="quarter" idx="5"/>
          </p:nvPr>
        </p:nvSpPr>
        <p:spPr/>
        <p:txBody>
          <a:bodyPr/>
          <a:lstStyle/>
          <a:p>
            <a:fld id="{5D611C39-5275-4525-A24E-8AB6781B5901}" type="slidenum">
              <a:rPr kumimoji="1" lang="ja-JP" altLang="en-US" smtClean="0"/>
              <a:t>8</a:t>
            </a:fld>
            <a:endParaRPr kumimoji="1" lang="ja-JP" altLang="en-US"/>
          </a:p>
        </p:txBody>
      </p:sp>
    </p:spTree>
    <p:extLst>
      <p:ext uri="{BB962C8B-B14F-4D97-AF65-F5344CB8AC3E}">
        <p14:creationId xmlns:p14="http://schemas.microsoft.com/office/powerpoint/2010/main" val="3223300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16096-C6A3-2904-2EA0-A7AB41C5A1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CC1B52-0014-2188-69D6-7FA2B682F4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435455-3DE2-9DD4-F2A5-17F58D578EB0}"/>
              </a:ext>
            </a:extLst>
          </p:cNvPr>
          <p:cNvSpPr>
            <a:spLocks noGrp="1"/>
          </p:cNvSpPr>
          <p:nvPr>
            <p:ph type="body" idx="1"/>
          </p:nvPr>
        </p:nvSpPr>
        <p:spPr/>
        <p:txBody>
          <a:bodyPr/>
          <a:lstStyle/>
          <a:p>
            <a:r>
              <a:rPr kumimoji="1" lang="ja-JP" altLang="en-US" dirty="0"/>
              <a:t>リサーチクエスチョンは「もっと探究の授業がやりやすくなるのでは？」</a:t>
            </a:r>
            <a:endParaRPr kumimoji="1" lang="en-US" altLang="ja-JP" dirty="0"/>
          </a:p>
          <a:p>
            <a:r>
              <a:rPr kumimoji="1" lang="ja-JP" altLang="en-US" dirty="0"/>
              <a:t>目的は「探究の授業を円滑に進める」</a:t>
            </a:r>
            <a:endParaRPr kumimoji="1" lang="en-US" altLang="ja-JP" dirty="0"/>
          </a:p>
          <a:p>
            <a:r>
              <a:rPr kumimoji="1" lang="ja-JP" altLang="en-US" dirty="0"/>
              <a:t>仮説は「ユーザーエクスペリエンスが良い物を作れば授業が円滑になる」</a:t>
            </a:r>
            <a:endParaRPr kumimoji="1" lang="en-US" altLang="ja-JP" dirty="0"/>
          </a:p>
          <a:p>
            <a:r>
              <a:rPr kumimoji="1" lang="ja-JP" altLang="en-US" dirty="0"/>
              <a:t>です。</a:t>
            </a:r>
          </a:p>
        </p:txBody>
      </p:sp>
      <p:sp>
        <p:nvSpPr>
          <p:cNvPr id="4" name="スライド番号プレースホルダー 3">
            <a:extLst>
              <a:ext uri="{FF2B5EF4-FFF2-40B4-BE49-F238E27FC236}">
                <a16:creationId xmlns:a16="http://schemas.microsoft.com/office/drawing/2014/main" id="{E7DA5B63-6FDE-F779-680F-4B93E07C241C}"/>
              </a:ext>
            </a:extLst>
          </p:cNvPr>
          <p:cNvSpPr>
            <a:spLocks noGrp="1"/>
          </p:cNvSpPr>
          <p:nvPr>
            <p:ph type="sldNum" sz="quarter" idx="5"/>
          </p:nvPr>
        </p:nvSpPr>
        <p:spPr/>
        <p:txBody>
          <a:bodyPr/>
          <a:lstStyle/>
          <a:p>
            <a:fld id="{5D611C39-5275-4525-A24E-8AB6781B5901}" type="slidenum">
              <a:rPr kumimoji="1" lang="ja-JP" altLang="en-US" smtClean="0"/>
              <a:t>9</a:t>
            </a:fld>
            <a:endParaRPr kumimoji="1" lang="ja-JP" altLang="en-US"/>
          </a:p>
        </p:txBody>
      </p:sp>
    </p:spTree>
    <p:extLst>
      <p:ext uri="{BB962C8B-B14F-4D97-AF65-F5344CB8AC3E}">
        <p14:creationId xmlns:p14="http://schemas.microsoft.com/office/powerpoint/2010/main" val="3729613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8541-B3FE-A170-B76A-D8FB62C94E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CD9369F-16C5-974A-8B9B-B74E9424A90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FB484-D4BC-6EC4-5416-3DC48A77C709}"/>
              </a:ext>
            </a:extLst>
          </p:cNvPr>
          <p:cNvSpPr>
            <a:spLocks noGrp="1"/>
          </p:cNvSpPr>
          <p:nvPr>
            <p:ph type="body" idx="1"/>
          </p:nvPr>
        </p:nvSpPr>
        <p:spPr/>
        <p:txBody>
          <a:bodyPr/>
          <a:lstStyle/>
          <a:p>
            <a:r>
              <a:rPr kumimoji="1" lang="ja-JP" altLang="en-US" dirty="0"/>
              <a:t>では次に、</a:t>
            </a:r>
          </a:p>
        </p:txBody>
      </p:sp>
      <p:sp>
        <p:nvSpPr>
          <p:cNvPr id="4" name="スライド番号プレースホルダー 3">
            <a:extLst>
              <a:ext uri="{FF2B5EF4-FFF2-40B4-BE49-F238E27FC236}">
                <a16:creationId xmlns:a16="http://schemas.microsoft.com/office/drawing/2014/main" id="{2490199D-FE2E-3116-B0C0-62B8B8C3D0E7}"/>
              </a:ext>
            </a:extLst>
          </p:cNvPr>
          <p:cNvSpPr>
            <a:spLocks noGrp="1"/>
          </p:cNvSpPr>
          <p:nvPr>
            <p:ph type="sldNum" sz="quarter" idx="5"/>
          </p:nvPr>
        </p:nvSpPr>
        <p:spPr/>
        <p:txBody>
          <a:bodyPr/>
          <a:lstStyle/>
          <a:p>
            <a:fld id="{5D611C39-5275-4525-A24E-8AB6781B5901}" type="slidenum">
              <a:rPr kumimoji="1" lang="ja-JP" altLang="en-US" smtClean="0"/>
              <a:t>10</a:t>
            </a:fld>
            <a:endParaRPr kumimoji="1" lang="ja-JP" altLang="en-US"/>
          </a:p>
        </p:txBody>
      </p:sp>
    </p:spTree>
    <p:extLst>
      <p:ext uri="{BB962C8B-B14F-4D97-AF65-F5344CB8AC3E}">
        <p14:creationId xmlns:p14="http://schemas.microsoft.com/office/powerpoint/2010/main" val="683776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A4E8C-44E9-4E43-F053-31408ADC71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BE79F9-09CD-7B00-69F5-A415A50420D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A99D89-28D4-83AF-998F-6A54F0A1CC50}"/>
              </a:ext>
            </a:extLst>
          </p:cNvPr>
          <p:cNvSpPr>
            <a:spLocks noGrp="1"/>
          </p:cNvSpPr>
          <p:nvPr>
            <p:ph type="body" idx="1"/>
          </p:nvPr>
        </p:nvSpPr>
        <p:spPr/>
        <p:txBody>
          <a:bodyPr/>
          <a:lstStyle/>
          <a:p>
            <a:r>
              <a:rPr kumimoji="1" lang="ja-JP" altLang="en-US" dirty="0"/>
              <a:t>研究手法の説明に移ります。</a:t>
            </a:r>
          </a:p>
        </p:txBody>
      </p:sp>
      <p:sp>
        <p:nvSpPr>
          <p:cNvPr id="4" name="スライド番号プレースホルダー 3">
            <a:extLst>
              <a:ext uri="{FF2B5EF4-FFF2-40B4-BE49-F238E27FC236}">
                <a16:creationId xmlns:a16="http://schemas.microsoft.com/office/drawing/2014/main" id="{390F9960-8297-5272-5596-4F5A9EA20524}"/>
              </a:ext>
            </a:extLst>
          </p:cNvPr>
          <p:cNvSpPr>
            <a:spLocks noGrp="1"/>
          </p:cNvSpPr>
          <p:nvPr>
            <p:ph type="sldNum" sz="quarter" idx="5"/>
          </p:nvPr>
        </p:nvSpPr>
        <p:spPr/>
        <p:txBody>
          <a:bodyPr/>
          <a:lstStyle/>
          <a:p>
            <a:fld id="{5D611C39-5275-4525-A24E-8AB6781B5901}" type="slidenum">
              <a:rPr kumimoji="1" lang="ja-JP" altLang="en-US" smtClean="0"/>
              <a:t>11</a:t>
            </a:fld>
            <a:endParaRPr kumimoji="1" lang="ja-JP" altLang="en-US"/>
          </a:p>
        </p:txBody>
      </p:sp>
    </p:spTree>
    <p:extLst>
      <p:ext uri="{BB962C8B-B14F-4D97-AF65-F5344CB8AC3E}">
        <p14:creationId xmlns:p14="http://schemas.microsoft.com/office/powerpoint/2010/main" val="3412688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BA0F3-BD29-C2C1-1118-661F18A703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047BE2-5D56-0DAD-F509-F4D0C21864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E75D67-115E-12A6-8B8B-ED981689E6EE}"/>
              </a:ext>
            </a:extLst>
          </p:cNvPr>
          <p:cNvSpPr>
            <a:spLocks noGrp="1"/>
          </p:cNvSpPr>
          <p:nvPr>
            <p:ph type="body" idx="1"/>
          </p:nvPr>
        </p:nvSpPr>
        <p:spPr/>
        <p:txBody>
          <a:bodyPr/>
          <a:lstStyle/>
          <a:p>
            <a:r>
              <a:rPr kumimoji="1" lang="ja-JP" altLang="en-US" dirty="0"/>
              <a:t>まず初めに、過去の研究のポスターを全て整理します。</a:t>
            </a:r>
            <a:endParaRPr kumimoji="1" lang="en-US" altLang="ja-JP" dirty="0"/>
          </a:p>
          <a:p>
            <a:r>
              <a:rPr kumimoji="1" lang="ja-JP" altLang="en-US" dirty="0"/>
              <a:t>その際、ポスター全てを読み、タイトル・作者・キーワードを</a:t>
            </a:r>
            <a:r>
              <a:rPr kumimoji="1" lang="en-US" altLang="ja-JP" dirty="0"/>
              <a:t>JSON</a:t>
            </a:r>
            <a:r>
              <a:rPr kumimoji="1" lang="ja-JP" altLang="en-US" dirty="0"/>
              <a:t>形式で一覧化します。</a:t>
            </a:r>
          </a:p>
        </p:txBody>
      </p:sp>
      <p:sp>
        <p:nvSpPr>
          <p:cNvPr id="4" name="スライド番号プレースホルダー 3">
            <a:extLst>
              <a:ext uri="{FF2B5EF4-FFF2-40B4-BE49-F238E27FC236}">
                <a16:creationId xmlns:a16="http://schemas.microsoft.com/office/drawing/2014/main" id="{40FF825B-2137-D32C-73A5-3F4D6671D918}"/>
              </a:ext>
            </a:extLst>
          </p:cNvPr>
          <p:cNvSpPr>
            <a:spLocks noGrp="1"/>
          </p:cNvSpPr>
          <p:nvPr>
            <p:ph type="sldNum" sz="quarter" idx="5"/>
          </p:nvPr>
        </p:nvSpPr>
        <p:spPr/>
        <p:txBody>
          <a:bodyPr/>
          <a:lstStyle/>
          <a:p>
            <a:fld id="{5D611C39-5275-4525-A24E-8AB6781B5901}" type="slidenum">
              <a:rPr kumimoji="1" lang="ja-JP" altLang="en-US" smtClean="0"/>
              <a:t>12</a:t>
            </a:fld>
            <a:endParaRPr kumimoji="1" lang="ja-JP" altLang="en-US"/>
          </a:p>
        </p:txBody>
      </p:sp>
    </p:spTree>
    <p:extLst>
      <p:ext uri="{BB962C8B-B14F-4D97-AF65-F5344CB8AC3E}">
        <p14:creationId xmlns:p14="http://schemas.microsoft.com/office/powerpoint/2010/main" val="1807092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A5F6D-33FC-8790-4D71-27834D0A7A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62EF31-2691-1870-716A-5B96A0B1F0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FE6F8F-7B3B-DC58-1F65-A616FE681C34}"/>
              </a:ext>
            </a:extLst>
          </p:cNvPr>
          <p:cNvSpPr>
            <a:spLocks noGrp="1"/>
          </p:cNvSpPr>
          <p:nvPr>
            <p:ph type="body" idx="1"/>
          </p:nvPr>
        </p:nvSpPr>
        <p:spPr/>
        <p:txBody>
          <a:bodyPr/>
          <a:lstStyle/>
          <a:p>
            <a:r>
              <a:rPr kumimoji="1" lang="ja-JP" altLang="en-US" dirty="0"/>
              <a:t>次に検索システムの大型を作ります。</a:t>
            </a:r>
            <a:endParaRPr kumimoji="1" lang="en-US" altLang="ja-JP" dirty="0"/>
          </a:p>
          <a:p>
            <a:r>
              <a:rPr kumimoji="1" lang="en-US" altLang="ja-JP" dirty="0"/>
              <a:t>HTML</a:t>
            </a:r>
            <a:r>
              <a:rPr kumimoji="1" lang="ja-JP" altLang="en-US" dirty="0"/>
              <a:t>で基本的なウェブサイトを作り、</a:t>
            </a:r>
            <a:r>
              <a:rPr kumimoji="1" lang="en-US" altLang="ja-JP" dirty="0"/>
              <a:t>JS</a:t>
            </a:r>
            <a:r>
              <a:rPr kumimoji="1" lang="ja-JP" altLang="en-US" dirty="0"/>
              <a:t>で検索機能を作りました。</a:t>
            </a:r>
            <a:endParaRPr kumimoji="1" lang="en-US" altLang="ja-JP" dirty="0"/>
          </a:p>
          <a:p>
            <a:r>
              <a:rPr kumimoji="1" lang="ja-JP" altLang="en-US" dirty="0"/>
              <a:t>先ほど作成した</a:t>
            </a:r>
            <a:r>
              <a:rPr kumimoji="1" lang="en-US" altLang="ja-JP" dirty="0"/>
              <a:t>JSON</a:t>
            </a:r>
            <a:r>
              <a:rPr kumimoji="1" lang="ja-JP" altLang="en-US" dirty="0"/>
              <a:t>から、入力やチェックされた条件に一致する</a:t>
            </a:r>
            <a:r>
              <a:rPr kumimoji="1" lang="en-US" altLang="ja-JP" dirty="0"/>
              <a:t>PDF</a:t>
            </a:r>
            <a:r>
              <a:rPr kumimoji="1" lang="ja-JP" altLang="en-US" dirty="0"/>
              <a:t>のみを表示するようにします。</a:t>
            </a:r>
            <a:endParaRPr kumimoji="1" lang="en-US" altLang="ja-JP" dirty="0"/>
          </a:p>
          <a:p>
            <a:r>
              <a:rPr kumimoji="1" lang="ja-JP" altLang="en-US" dirty="0"/>
              <a:t>しかし、バージョン</a:t>
            </a:r>
            <a:r>
              <a:rPr kumimoji="1" lang="en-US" altLang="ja-JP" dirty="0"/>
              <a:t>2.0</a:t>
            </a:r>
            <a:r>
              <a:rPr kumimoji="1" lang="ja-JP" altLang="en-US" dirty="0"/>
              <a:t>からは外部ライブラリの</a:t>
            </a:r>
            <a:r>
              <a:rPr kumimoji="1" lang="en-US" altLang="ja-JP" dirty="0"/>
              <a:t>Fuse.js</a:t>
            </a:r>
            <a:r>
              <a:rPr kumimoji="1" lang="ja-JP" altLang="en-US" dirty="0"/>
              <a:t>を使用しています。</a:t>
            </a:r>
          </a:p>
        </p:txBody>
      </p:sp>
      <p:sp>
        <p:nvSpPr>
          <p:cNvPr id="4" name="スライド番号プレースホルダー 3">
            <a:extLst>
              <a:ext uri="{FF2B5EF4-FFF2-40B4-BE49-F238E27FC236}">
                <a16:creationId xmlns:a16="http://schemas.microsoft.com/office/drawing/2014/main" id="{91020E63-5135-648C-99D7-94CF24C0017A}"/>
              </a:ext>
            </a:extLst>
          </p:cNvPr>
          <p:cNvSpPr>
            <a:spLocks noGrp="1"/>
          </p:cNvSpPr>
          <p:nvPr>
            <p:ph type="sldNum" sz="quarter" idx="5"/>
          </p:nvPr>
        </p:nvSpPr>
        <p:spPr/>
        <p:txBody>
          <a:bodyPr/>
          <a:lstStyle/>
          <a:p>
            <a:fld id="{5D611C39-5275-4525-A24E-8AB6781B5901}" type="slidenum">
              <a:rPr kumimoji="1" lang="ja-JP" altLang="en-US" smtClean="0"/>
              <a:t>13</a:t>
            </a:fld>
            <a:endParaRPr kumimoji="1" lang="ja-JP" altLang="en-US"/>
          </a:p>
        </p:txBody>
      </p:sp>
    </p:spTree>
    <p:extLst>
      <p:ext uri="{BB962C8B-B14F-4D97-AF65-F5344CB8AC3E}">
        <p14:creationId xmlns:p14="http://schemas.microsoft.com/office/powerpoint/2010/main" val="2546531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023E-E6CE-E51C-1F1F-21946C4F023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61DD08-F221-3FEC-8364-36637C7713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845B11F-0C68-BF87-8771-BAD95C20B680}"/>
              </a:ext>
            </a:extLst>
          </p:cNvPr>
          <p:cNvSpPr>
            <a:spLocks noGrp="1"/>
          </p:cNvSpPr>
          <p:nvPr>
            <p:ph type="body" idx="1"/>
          </p:nvPr>
        </p:nvSpPr>
        <p:spPr/>
        <p:txBody>
          <a:bodyPr/>
          <a:lstStyle/>
          <a:p>
            <a:r>
              <a:rPr kumimoji="1" lang="ja-JP" altLang="en-US" dirty="0"/>
              <a:t>次に検索システムの大型を作ります。</a:t>
            </a:r>
            <a:endParaRPr kumimoji="1" lang="en-US" altLang="ja-JP" dirty="0"/>
          </a:p>
          <a:p>
            <a:r>
              <a:rPr kumimoji="1" lang="en-US" altLang="ja-JP" dirty="0"/>
              <a:t>HTML</a:t>
            </a:r>
            <a:r>
              <a:rPr kumimoji="1" lang="ja-JP" altLang="en-US" dirty="0"/>
              <a:t>で基本的なウェブサイトを作り、</a:t>
            </a:r>
            <a:r>
              <a:rPr kumimoji="1" lang="en-US" altLang="ja-JP" dirty="0"/>
              <a:t>JS</a:t>
            </a:r>
            <a:r>
              <a:rPr kumimoji="1" lang="ja-JP" altLang="en-US" dirty="0"/>
              <a:t>で検索機能を作りました。</a:t>
            </a:r>
            <a:endParaRPr kumimoji="1" lang="en-US" altLang="ja-JP" dirty="0"/>
          </a:p>
          <a:p>
            <a:r>
              <a:rPr kumimoji="1" lang="ja-JP" altLang="en-US" dirty="0"/>
              <a:t>先ほど作成した</a:t>
            </a:r>
            <a:r>
              <a:rPr kumimoji="1" lang="en-US" altLang="ja-JP" dirty="0"/>
              <a:t>JSON</a:t>
            </a:r>
            <a:r>
              <a:rPr kumimoji="1" lang="ja-JP" altLang="en-US" dirty="0"/>
              <a:t>から、入力やチェックされた条件に一致する</a:t>
            </a:r>
            <a:r>
              <a:rPr kumimoji="1" lang="en-US" altLang="ja-JP" dirty="0"/>
              <a:t>PDF</a:t>
            </a:r>
            <a:r>
              <a:rPr kumimoji="1" lang="ja-JP" altLang="en-US" dirty="0"/>
              <a:t>のみを表示するようにします。</a:t>
            </a:r>
            <a:endParaRPr kumimoji="1" lang="en-US" altLang="ja-JP" dirty="0"/>
          </a:p>
          <a:p>
            <a:r>
              <a:rPr kumimoji="1" lang="ja-JP" altLang="en-US" dirty="0"/>
              <a:t>しかし、バージョン</a:t>
            </a:r>
            <a:r>
              <a:rPr kumimoji="1" lang="en-US" altLang="ja-JP" dirty="0"/>
              <a:t>2.0</a:t>
            </a:r>
            <a:r>
              <a:rPr kumimoji="1" lang="ja-JP" altLang="en-US" dirty="0"/>
              <a:t>からは外部ライブラリの</a:t>
            </a:r>
            <a:r>
              <a:rPr kumimoji="1" lang="en-US" altLang="ja-JP" dirty="0"/>
              <a:t>Fuse.js</a:t>
            </a:r>
            <a:r>
              <a:rPr kumimoji="1" lang="ja-JP" altLang="en-US" dirty="0"/>
              <a:t>を使用しています。</a:t>
            </a:r>
          </a:p>
        </p:txBody>
      </p:sp>
      <p:sp>
        <p:nvSpPr>
          <p:cNvPr id="4" name="スライド番号プレースホルダー 3">
            <a:extLst>
              <a:ext uri="{FF2B5EF4-FFF2-40B4-BE49-F238E27FC236}">
                <a16:creationId xmlns:a16="http://schemas.microsoft.com/office/drawing/2014/main" id="{23EC67B6-6929-430C-BBEE-D581717A9917}"/>
              </a:ext>
            </a:extLst>
          </p:cNvPr>
          <p:cNvSpPr>
            <a:spLocks noGrp="1"/>
          </p:cNvSpPr>
          <p:nvPr>
            <p:ph type="sldNum" sz="quarter" idx="5"/>
          </p:nvPr>
        </p:nvSpPr>
        <p:spPr/>
        <p:txBody>
          <a:bodyPr/>
          <a:lstStyle/>
          <a:p>
            <a:fld id="{5D611C39-5275-4525-A24E-8AB6781B5901}" type="slidenum">
              <a:rPr kumimoji="1" lang="ja-JP" altLang="en-US" smtClean="0"/>
              <a:t>14</a:t>
            </a:fld>
            <a:endParaRPr kumimoji="1" lang="ja-JP" altLang="en-US"/>
          </a:p>
        </p:txBody>
      </p:sp>
    </p:spTree>
    <p:extLst>
      <p:ext uri="{BB962C8B-B14F-4D97-AF65-F5344CB8AC3E}">
        <p14:creationId xmlns:p14="http://schemas.microsoft.com/office/powerpoint/2010/main" val="3378973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DF312-83B6-A805-ADF3-E1F878C097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CCD7E0-6F9F-24DD-3DC0-C936DE7EE4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84E520D-5F97-3E42-015A-498C801140F6}"/>
              </a:ext>
            </a:extLst>
          </p:cNvPr>
          <p:cNvSpPr>
            <a:spLocks noGrp="1"/>
          </p:cNvSpPr>
          <p:nvPr>
            <p:ph type="body" idx="1"/>
          </p:nvPr>
        </p:nvSpPr>
        <p:spPr/>
        <p:txBody>
          <a:bodyPr/>
          <a:lstStyle/>
          <a:p>
            <a:r>
              <a:rPr kumimoji="1" lang="ja-JP" altLang="en-US" dirty="0"/>
              <a:t>最後に</a:t>
            </a:r>
            <a:r>
              <a:rPr kumimoji="1" lang="en-US" altLang="ja-JP" dirty="0"/>
              <a:t>CSS</a:t>
            </a:r>
            <a:r>
              <a:rPr kumimoji="1" lang="ja-JP" altLang="en-US" dirty="0"/>
              <a:t>で</a:t>
            </a:r>
            <a:r>
              <a:rPr kumimoji="1" lang="en-US" altLang="ja-JP" dirty="0"/>
              <a:t>UI</a:t>
            </a:r>
            <a:r>
              <a:rPr kumimoji="1" lang="ja-JP" altLang="en-US" dirty="0"/>
              <a:t>を整えます。</a:t>
            </a:r>
            <a:endParaRPr kumimoji="1" lang="en-US" altLang="ja-JP" dirty="0"/>
          </a:p>
          <a:p>
            <a:r>
              <a:rPr kumimoji="1" lang="ja-JP" altLang="en-US" dirty="0"/>
              <a:t>特に意識したことは、レスポンシブデザインとユニバーサルデザインです。</a:t>
            </a:r>
            <a:endParaRPr kumimoji="1" lang="en-US" altLang="ja-JP" dirty="0"/>
          </a:p>
          <a:p>
            <a:r>
              <a:rPr kumimoji="1" lang="ja-JP" altLang="en-US" dirty="0"/>
              <a:t>今回の探究のキッカケにもなったレイアウトの崩れが発生しないように頑張りました。</a:t>
            </a:r>
            <a:endParaRPr kumimoji="1" lang="en-US" altLang="ja-JP" dirty="0"/>
          </a:p>
          <a:p>
            <a:r>
              <a:rPr kumimoji="1" lang="ja-JP" altLang="en-US" dirty="0"/>
              <a:t>また、学校という特性上あらゆる人が使用するので、ユニバーサルデザインも気を付けました。</a:t>
            </a:r>
            <a:endParaRPr kumimoji="1" lang="en-US" altLang="ja-JP" dirty="0"/>
          </a:p>
          <a:p>
            <a:r>
              <a:rPr kumimoji="1" lang="ja-JP" altLang="en-US" dirty="0"/>
              <a:t>それに合わせ、</a:t>
            </a:r>
            <a:r>
              <a:rPr kumimoji="1" lang="en-US" altLang="ja-JP" dirty="0"/>
              <a:t>Google</a:t>
            </a:r>
            <a:r>
              <a:rPr kumimoji="1" lang="ja-JP" altLang="en-US" dirty="0"/>
              <a:t>検索などの</a:t>
            </a:r>
            <a:r>
              <a:rPr kumimoji="1" lang="en-US" altLang="ja-JP" dirty="0"/>
              <a:t>UI</a:t>
            </a:r>
            <a:r>
              <a:rPr kumimoji="1" lang="ja-JP" altLang="en-US" dirty="0"/>
              <a:t>を参考にすることで、ユーザーが使い慣れた感覚で検索できるようにしました。</a:t>
            </a:r>
            <a:endParaRPr kumimoji="1" lang="en-US" altLang="ja-JP" dirty="0"/>
          </a:p>
          <a:p>
            <a:r>
              <a:rPr kumimoji="1" lang="ja-JP" altLang="en-US" dirty="0"/>
              <a:t>おまけ程度に、ユーザーのアクションに合わせて動的に変化するようにもしました。ちょっとした違いですが、意外にも無いと寂しいので付けました。</a:t>
            </a:r>
            <a:endParaRPr kumimoji="1" lang="en-US" altLang="ja-JP" dirty="0"/>
          </a:p>
        </p:txBody>
      </p:sp>
      <p:sp>
        <p:nvSpPr>
          <p:cNvPr id="4" name="スライド番号プレースホルダー 3">
            <a:extLst>
              <a:ext uri="{FF2B5EF4-FFF2-40B4-BE49-F238E27FC236}">
                <a16:creationId xmlns:a16="http://schemas.microsoft.com/office/drawing/2014/main" id="{8D9CA18C-CABB-6346-E419-22ADD8A5F82B}"/>
              </a:ext>
            </a:extLst>
          </p:cNvPr>
          <p:cNvSpPr>
            <a:spLocks noGrp="1"/>
          </p:cNvSpPr>
          <p:nvPr>
            <p:ph type="sldNum" sz="quarter" idx="5"/>
          </p:nvPr>
        </p:nvSpPr>
        <p:spPr/>
        <p:txBody>
          <a:bodyPr/>
          <a:lstStyle/>
          <a:p>
            <a:fld id="{5D611C39-5275-4525-A24E-8AB6781B5901}" type="slidenum">
              <a:rPr kumimoji="1" lang="ja-JP" altLang="en-US" smtClean="0"/>
              <a:t>15</a:t>
            </a:fld>
            <a:endParaRPr kumimoji="1" lang="ja-JP" altLang="en-US"/>
          </a:p>
        </p:txBody>
      </p:sp>
    </p:spTree>
    <p:extLst>
      <p:ext uri="{BB962C8B-B14F-4D97-AF65-F5344CB8AC3E}">
        <p14:creationId xmlns:p14="http://schemas.microsoft.com/office/powerpoint/2010/main" val="745328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8E44B-0257-7639-2941-5C3FFF9C56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3F36EB-DE1A-FAA0-1393-73E656EACA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83AE1D-C94E-9E3B-E6CD-EAA55F847872}"/>
              </a:ext>
            </a:extLst>
          </p:cNvPr>
          <p:cNvSpPr>
            <a:spLocks noGrp="1"/>
          </p:cNvSpPr>
          <p:nvPr>
            <p:ph type="body" idx="1"/>
          </p:nvPr>
        </p:nvSpPr>
        <p:spPr/>
        <p:txBody>
          <a:bodyPr/>
          <a:lstStyle/>
          <a:p>
            <a:r>
              <a:rPr kumimoji="1" lang="ja-JP" altLang="en-US" dirty="0"/>
              <a:t>検索システムが完成したので、学校のローカル</a:t>
            </a:r>
            <a:r>
              <a:rPr kumimoji="1" lang="en-US" altLang="ja-JP" dirty="0"/>
              <a:t>NAS</a:t>
            </a:r>
            <a:r>
              <a:rPr kumimoji="1" lang="ja-JP" altLang="en-US" dirty="0"/>
              <a:t>にファイルを移動し、校内</a:t>
            </a:r>
            <a:r>
              <a:rPr kumimoji="1" lang="en-US" altLang="ja-JP" dirty="0"/>
              <a:t>Wi-Fi</a:t>
            </a:r>
            <a:r>
              <a:rPr kumimoji="1" lang="ja-JP" altLang="en-US" dirty="0"/>
              <a:t>下であればどこでも誰でも開けるようにしました。生徒は表示のみ可能なので、勝手に編集されたりする心配もありません。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その後</a:t>
            </a:r>
            <a:r>
              <a:rPr kumimoji="1" lang="en-US" altLang="ja-JP" dirty="0"/>
              <a:t>22</a:t>
            </a:r>
            <a:r>
              <a:rPr kumimoji="1" lang="ja-JP" altLang="en-US" dirty="0"/>
              <a:t>回生のみんなに、使ってアンケートに回答するようにお願いました。朝礼・終礼時や、探究の授業中に教室を周らせていただき、口頭で伝えました。また、各講座の担当教師からも知らせていただきました。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検索システム内に</a:t>
            </a:r>
            <a:r>
              <a:rPr kumimoji="1" lang="en-US" altLang="ja-JP" dirty="0"/>
              <a:t>google form</a:t>
            </a:r>
            <a:r>
              <a:rPr kumimoji="1" lang="ja-JP" altLang="en-US" dirty="0"/>
              <a:t>を埋め込み、利用者の回答を待ちます。</a:t>
            </a:r>
            <a:endParaRPr kumimoji="1" lang="en-US" altLang="ja-JP" dirty="0"/>
          </a:p>
        </p:txBody>
      </p:sp>
      <p:sp>
        <p:nvSpPr>
          <p:cNvPr id="4" name="スライド番号プレースホルダー 3">
            <a:extLst>
              <a:ext uri="{FF2B5EF4-FFF2-40B4-BE49-F238E27FC236}">
                <a16:creationId xmlns:a16="http://schemas.microsoft.com/office/drawing/2014/main" id="{CCCDDCD9-F618-37D9-F672-07F4ADAAF7B2}"/>
              </a:ext>
            </a:extLst>
          </p:cNvPr>
          <p:cNvSpPr>
            <a:spLocks noGrp="1"/>
          </p:cNvSpPr>
          <p:nvPr>
            <p:ph type="sldNum" sz="quarter" idx="5"/>
          </p:nvPr>
        </p:nvSpPr>
        <p:spPr/>
        <p:txBody>
          <a:bodyPr/>
          <a:lstStyle/>
          <a:p>
            <a:fld id="{5D611C39-5275-4525-A24E-8AB6781B5901}" type="slidenum">
              <a:rPr kumimoji="1" lang="ja-JP" altLang="en-US" smtClean="0"/>
              <a:t>16</a:t>
            </a:fld>
            <a:endParaRPr kumimoji="1" lang="ja-JP" altLang="en-US"/>
          </a:p>
        </p:txBody>
      </p:sp>
    </p:spTree>
    <p:extLst>
      <p:ext uri="{BB962C8B-B14F-4D97-AF65-F5344CB8AC3E}">
        <p14:creationId xmlns:p14="http://schemas.microsoft.com/office/powerpoint/2010/main" val="3408874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29C0-5E0F-5F9B-48A2-C06BBA2CE3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A41A1B-4FE9-168E-A970-0D9BBE3744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4D5A48-E566-244C-7C1A-2FBB00D0F38C}"/>
              </a:ext>
            </a:extLst>
          </p:cNvPr>
          <p:cNvSpPr>
            <a:spLocks noGrp="1"/>
          </p:cNvSpPr>
          <p:nvPr>
            <p:ph type="body" idx="1"/>
          </p:nvPr>
        </p:nvSpPr>
        <p:spPr/>
        <p:txBody>
          <a:bodyPr/>
          <a:lstStyle/>
          <a:p>
            <a:r>
              <a:rPr kumimoji="1" lang="ja-JP" altLang="en-US" dirty="0"/>
              <a:t>次に、</a:t>
            </a:r>
          </a:p>
        </p:txBody>
      </p:sp>
      <p:sp>
        <p:nvSpPr>
          <p:cNvPr id="4" name="スライド番号プレースホルダー 3">
            <a:extLst>
              <a:ext uri="{FF2B5EF4-FFF2-40B4-BE49-F238E27FC236}">
                <a16:creationId xmlns:a16="http://schemas.microsoft.com/office/drawing/2014/main" id="{52091705-9EF3-9498-9EF1-9CCF84794B88}"/>
              </a:ext>
            </a:extLst>
          </p:cNvPr>
          <p:cNvSpPr>
            <a:spLocks noGrp="1"/>
          </p:cNvSpPr>
          <p:nvPr>
            <p:ph type="sldNum" sz="quarter" idx="5"/>
          </p:nvPr>
        </p:nvSpPr>
        <p:spPr/>
        <p:txBody>
          <a:bodyPr/>
          <a:lstStyle/>
          <a:p>
            <a:fld id="{5D611C39-5275-4525-A24E-8AB6781B5901}" type="slidenum">
              <a:rPr kumimoji="1" lang="ja-JP" altLang="en-US" smtClean="0"/>
              <a:t>17</a:t>
            </a:fld>
            <a:endParaRPr kumimoji="1" lang="ja-JP" altLang="en-US"/>
          </a:p>
        </p:txBody>
      </p:sp>
    </p:spTree>
    <p:extLst>
      <p:ext uri="{BB962C8B-B14F-4D97-AF65-F5344CB8AC3E}">
        <p14:creationId xmlns:p14="http://schemas.microsoft.com/office/powerpoint/2010/main" val="3094081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E224-D747-E877-58BB-D148D80237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544011-468D-F5AB-A83A-AD25C2112B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E67DDD-C841-97DA-B4FA-46851A13BEE0}"/>
              </a:ext>
            </a:extLst>
          </p:cNvPr>
          <p:cNvSpPr>
            <a:spLocks noGrp="1"/>
          </p:cNvSpPr>
          <p:nvPr>
            <p:ph type="body" idx="1"/>
          </p:nvPr>
        </p:nvSpPr>
        <p:spPr/>
        <p:txBody>
          <a:bodyPr/>
          <a:lstStyle/>
          <a:p>
            <a:r>
              <a:rPr kumimoji="1" lang="ja-JP" altLang="en-US" dirty="0"/>
              <a:t>システムの概要を説明します。</a:t>
            </a:r>
          </a:p>
        </p:txBody>
      </p:sp>
      <p:sp>
        <p:nvSpPr>
          <p:cNvPr id="4" name="スライド番号プレースホルダー 3">
            <a:extLst>
              <a:ext uri="{FF2B5EF4-FFF2-40B4-BE49-F238E27FC236}">
                <a16:creationId xmlns:a16="http://schemas.microsoft.com/office/drawing/2014/main" id="{03D840B0-0AA9-7E68-D4A0-228FCD473205}"/>
              </a:ext>
            </a:extLst>
          </p:cNvPr>
          <p:cNvSpPr>
            <a:spLocks noGrp="1"/>
          </p:cNvSpPr>
          <p:nvPr>
            <p:ph type="sldNum" sz="quarter" idx="5"/>
          </p:nvPr>
        </p:nvSpPr>
        <p:spPr/>
        <p:txBody>
          <a:bodyPr/>
          <a:lstStyle/>
          <a:p>
            <a:fld id="{5D611C39-5275-4525-A24E-8AB6781B5901}" type="slidenum">
              <a:rPr kumimoji="1" lang="ja-JP" altLang="en-US" smtClean="0"/>
              <a:t>18</a:t>
            </a:fld>
            <a:endParaRPr kumimoji="1" lang="ja-JP" altLang="en-US"/>
          </a:p>
        </p:txBody>
      </p:sp>
    </p:spTree>
    <p:extLst>
      <p:ext uri="{BB962C8B-B14F-4D97-AF65-F5344CB8AC3E}">
        <p14:creationId xmlns:p14="http://schemas.microsoft.com/office/powerpoint/2010/main" val="2337129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32CC2-B446-C2BA-F92E-327E7EEAD3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662FA0-575F-EA41-7B51-D752EDF68C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E607FE-4189-4695-5046-B29EB778D39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77FB1FD-3793-2F00-6EC8-EF6BC6DCA32C}"/>
              </a:ext>
            </a:extLst>
          </p:cNvPr>
          <p:cNvSpPr>
            <a:spLocks noGrp="1"/>
          </p:cNvSpPr>
          <p:nvPr>
            <p:ph type="sldNum" sz="quarter" idx="5"/>
          </p:nvPr>
        </p:nvSpPr>
        <p:spPr/>
        <p:txBody>
          <a:bodyPr/>
          <a:lstStyle/>
          <a:p>
            <a:fld id="{5D611C39-5275-4525-A24E-8AB6781B5901}" type="slidenum">
              <a:rPr kumimoji="1" lang="ja-JP" altLang="en-US" smtClean="0"/>
              <a:t>19</a:t>
            </a:fld>
            <a:endParaRPr kumimoji="1" lang="ja-JP" altLang="en-US"/>
          </a:p>
        </p:txBody>
      </p:sp>
    </p:spTree>
    <p:extLst>
      <p:ext uri="{BB962C8B-B14F-4D97-AF65-F5344CB8AC3E}">
        <p14:creationId xmlns:p14="http://schemas.microsoft.com/office/powerpoint/2010/main" val="3759139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A79A4-B2DA-53CC-E40B-498AE8A6BF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E2D0F9-5C95-A74A-AA80-3F739FAE41E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13FA91-9E3E-2A8D-8122-21411CDE7229}"/>
              </a:ext>
            </a:extLst>
          </p:cNvPr>
          <p:cNvSpPr>
            <a:spLocks noGrp="1"/>
          </p:cNvSpPr>
          <p:nvPr>
            <p:ph type="body" idx="1"/>
          </p:nvPr>
        </p:nvSpPr>
        <p:spPr/>
        <p:txBody>
          <a:bodyPr/>
          <a:lstStyle/>
          <a:p>
            <a:r>
              <a:rPr kumimoji="1" lang="ja-JP" altLang="en-US" dirty="0"/>
              <a:t>検索システムはこのような感じです。</a:t>
            </a:r>
          </a:p>
        </p:txBody>
      </p:sp>
      <p:sp>
        <p:nvSpPr>
          <p:cNvPr id="4" name="スライド番号プレースホルダー 3">
            <a:extLst>
              <a:ext uri="{FF2B5EF4-FFF2-40B4-BE49-F238E27FC236}">
                <a16:creationId xmlns:a16="http://schemas.microsoft.com/office/drawing/2014/main" id="{C4DCE88E-24DF-23DE-601B-076C2C10A70F}"/>
              </a:ext>
            </a:extLst>
          </p:cNvPr>
          <p:cNvSpPr>
            <a:spLocks noGrp="1"/>
          </p:cNvSpPr>
          <p:nvPr>
            <p:ph type="sldNum" sz="quarter" idx="5"/>
          </p:nvPr>
        </p:nvSpPr>
        <p:spPr/>
        <p:txBody>
          <a:bodyPr/>
          <a:lstStyle/>
          <a:p>
            <a:fld id="{5D611C39-5275-4525-A24E-8AB6781B5901}" type="slidenum">
              <a:rPr kumimoji="1" lang="ja-JP" altLang="en-US" smtClean="0"/>
              <a:t>20</a:t>
            </a:fld>
            <a:endParaRPr kumimoji="1" lang="ja-JP" altLang="en-US"/>
          </a:p>
        </p:txBody>
      </p:sp>
    </p:spTree>
    <p:extLst>
      <p:ext uri="{BB962C8B-B14F-4D97-AF65-F5344CB8AC3E}">
        <p14:creationId xmlns:p14="http://schemas.microsoft.com/office/powerpoint/2010/main" val="834751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16D96-6049-E5E0-B3EA-B14598AF22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5F223F-B1B3-7A20-62ED-296B41DA73E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226C3AA-AE41-29A4-2957-BE8B46C500FA}"/>
              </a:ext>
            </a:extLst>
          </p:cNvPr>
          <p:cNvSpPr>
            <a:spLocks noGrp="1"/>
          </p:cNvSpPr>
          <p:nvPr>
            <p:ph type="body" idx="1"/>
          </p:nvPr>
        </p:nvSpPr>
        <p:spPr/>
        <p:txBody>
          <a:bodyPr/>
          <a:lstStyle/>
          <a:p>
            <a:r>
              <a:rPr kumimoji="1" lang="ja-JP" altLang="en-US" dirty="0"/>
              <a:t>スクロールに合わせてヘッダーが出たり入ったりします。最上部以外ではトップに戻るボタンが表示されます。</a:t>
            </a:r>
            <a:endParaRPr kumimoji="1" lang="en-US" altLang="ja-JP" dirty="0"/>
          </a:p>
        </p:txBody>
      </p:sp>
      <p:sp>
        <p:nvSpPr>
          <p:cNvPr id="4" name="スライド番号プレースホルダー 3">
            <a:extLst>
              <a:ext uri="{FF2B5EF4-FFF2-40B4-BE49-F238E27FC236}">
                <a16:creationId xmlns:a16="http://schemas.microsoft.com/office/drawing/2014/main" id="{FFABBC4E-6641-D32E-881D-B847C4E36C34}"/>
              </a:ext>
            </a:extLst>
          </p:cNvPr>
          <p:cNvSpPr>
            <a:spLocks noGrp="1"/>
          </p:cNvSpPr>
          <p:nvPr>
            <p:ph type="sldNum" sz="quarter" idx="5"/>
          </p:nvPr>
        </p:nvSpPr>
        <p:spPr/>
        <p:txBody>
          <a:bodyPr/>
          <a:lstStyle/>
          <a:p>
            <a:fld id="{5D611C39-5275-4525-A24E-8AB6781B5901}" type="slidenum">
              <a:rPr kumimoji="1" lang="ja-JP" altLang="en-US" smtClean="0"/>
              <a:t>21</a:t>
            </a:fld>
            <a:endParaRPr kumimoji="1" lang="ja-JP" altLang="en-US"/>
          </a:p>
        </p:txBody>
      </p:sp>
    </p:spTree>
    <p:extLst>
      <p:ext uri="{BB962C8B-B14F-4D97-AF65-F5344CB8AC3E}">
        <p14:creationId xmlns:p14="http://schemas.microsoft.com/office/powerpoint/2010/main" val="3859865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9B8F4-FCCE-F323-5B91-2BC0789AAF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0AE7E3-C85C-9DF8-453D-6A0763A5EE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FB5A1BE-7CFA-23A0-7440-1AB5359F6B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7B9F072-AF97-1681-AFEF-FB710E47465D}"/>
              </a:ext>
            </a:extLst>
          </p:cNvPr>
          <p:cNvSpPr>
            <a:spLocks noGrp="1"/>
          </p:cNvSpPr>
          <p:nvPr>
            <p:ph type="sldNum" sz="quarter" idx="5"/>
          </p:nvPr>
        </p:nvSpPr>
        <p:spPr/>
        <p:txBody>
          <a:bodyPr/>
          <a:lstStyle/>
          <a:p>
            <a:fld id="{5D611C39-5275-4525-A24E-8AB6781B5901}" type="slidenum">
              <a:rPr kumimoji="1" lang="ja-JP" altLang="en-US" smtClean="0"/>
              <a:t>22</a:t>
            </a:fld>
            <a:endParaRPr kumimoji="1" lang="ja-JP" altLang="en-US"/>
          </a:p>
        </p:txBody>
      </p:sp>
    </p:spTree>
    <p:extLst>
      <p:ext uri="{BB962C8B-B14F-4D97-AF65-F5344CB8AC3E}">
        <p14:creationId xmlns:p14="http://schemas.microsoft.com/office/powerpoint/2010/main" val="117628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3FE7-3FDD-6302-FC4E-4A70C2AEFE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B62333-5CD3-1E3E-5505-6094815542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855EA2-998F-3BE8-CF16-C7E9EF9FDE62}"/>
              </a:ext>
            </a:extLst>
          </p:cNvPr>
          <p:cNvSpPr>
            <a:spLocks noGrp="1"/>
          </p:cNvSpPr>
          <p:nvPr>
            <p:ph type="body" idx="1"/>
          </p:nvPr>
        </p:nvSpPr>
        <p:spPr/>
        <p:txBody>
          <a:bodyPr/>
          <a:lstStyle/>
          <a:p>
            <a:r>
              <a:rPr kumimoji="1" lang="ja-JP" altLang="en-US" dirty="0"/>
              <a:t>右上のテンテンテンは設定ボタンです。</a:t>
            </a:r>
          </a:p>
        </p:txBody>
      </p:sp>
      <p:sp>
        <p:nvSpPr>
          <p:cNvPr id="4" name="スライド番号プレースホルダー 3">
            <a:extLst>
              <a:ext uri="{FF2B5EF4-FFF2-40B4-BE49-F238E27FC236}">
                <a16:creationId xmlns:a16="http://schemas.microsoft.com/office/drawing/2014/main" id="{2FDC5B58-0F94-0C2F-4E67-CC43EB57792D}"/>
              </a:ext>
            </a:extLst>
          </p:cNvPr>
          <p:cNvSpPr>
            <a:spLocks noGrp="1"/>
          </p:cNvSpPr>
          <p:nvPr>
            <p:ph type="sldNum" sz="quarter" idx="5"/>
          </p:nvPr>
        </p:nvSpPr>
        <p:spPr/>
        <p:txBody>
          <a:bodyPr/>
          <a:lstStyle/>
          <a:p>
            <a:fld id="{5D611C39-5275-4525-A24E-8AB6781B5901}" type="slidenum">
              <a:rPr kumimoji="1" lang="ja-JP" altLang="en-US" smtClean="0"/>
              <a:t>23</a:t>
            </a:fld>
            <a:endParaRPr kumimoji="1" lang="ja-JP" altLang="en-US"/>
          </a:p>
        </p:txBody>
      </p:sp>
    </p:spTree>
    <p:extLst>
      <p:ext uri="{BB962C8B-B14F-4D97-AF65-F5344CB8AC3E}">
        <p14:creationId xmlns:p14="http://schemas.microsoft.com/office/powerpoint/2010/main" val="484669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85A10-72D7-9E2C-0444-D985BE1C98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2CE518-A9E5-B9BB-A8C5-6E8DAE1358A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BEFD71E-5C6D-6F1B-E7AB-0DFF0BDEAFF2}"/>
              </a:ext>
            </a:extLst>
          </p:cNvPr>
          <p:cNvSpPr>
            <a:spLocks noGrp="1"/>
          </p:cNvSpPr>
          <p:nvPr>
            <p:ph type="body" idx="1"/>
          </p:nvPr>
        </p:nvSpPr>
        <p:spPr/>
        <p:txBody>
          <a:bodyPr/>
          <a:lstStyle/>
          <a:p>
            <a:r>
              <a:rPr kumimoji="1" lang="ja-JP" altLang="en-US" dirty="0"/>
              <a:t>並び替えとダークモードのオンオフを切り替えれます。</a:t>
            </a:r>
          </a:p>
        </p:txBody>
      </p:sp>
      <p:sp>
        <p:nvSpPr>
          <p:cNvPr id="4" name="スライド番号プレースホルダー 3">
            <a:extLst>
              <a:ext uri="{FF2B5EF4-FFF2-40B4-BE49-F238E27FC236}">
                <a16:creationId xmlns:a16="http://schemas.microsoft.com/office/drawing/2014/main" id="{FDEB3C30-DA54-1B16-223D-FD5B0B2F741C}"/>
              </a:ext>
            </a:extLst>
          </p:cNvPr>
          <p:cNvSpPr>
            <a:spLocks noGrp="1"/>
          </p:cNvSpPr>
          <p:nvPr>
            <p:ph type="sldNum" sz="quarter" idx="5"/>
          </p:nvPr>
        </p:nvSpPr>
        <p:spPr/>
        <p:txBody>
          <a:bodyPr/>
          <a:lstStyle/>
          <a:p>
            <a:fld id="{5D611C39-5275-4525-A24E-8AB6781B5901}" type="slidenum">
              <a:rPr kumimoji="1" lang="ja-JP" altLang="en-US" smtClean="0"/>
              <a:t>24</a:t>
            </a:fld>
            <a:endParaRPr kumimoji="1" lang="ja-JP" altLang="en-US"/>
          </a:p>
        </p:txBody>
      </p:sp>
    </p:spTree>
    <p:extLst>
      <p:ext uri="{BB962C8B-B14F-4D97-AF65-F5344CB8AC3E}">
        <p14:creationId xmlns:p14="http://schemas.microsoft.com/office/powerpoint/2010/main" val="524771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0544-BC8B-1BCA-C84E-740AC98BC8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21A2E1-86DB-60F6-A897-CE91A5025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46092E-12D5-3572-8E9D-C1B18B95616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3E48098-9781-8998-2268-DCE185B79CDB}"/>
              </a:ext>
            </a:extLst>
          </p:cNvPr>
          <p:cNvSpPr>
            <a:spLocks noGrp="1"/>
          </p:cNvSpPr>
          <p:nvPr>
            <p:ph type="sldNum" sz="quarter" idx="5"/>
          </p:nvPr>
        </p:nvSpPr>
        <p:spPr/>
        <p:txBody>
          <a:bodyPr/>
          <a:lstStyle/>
          <a:p>
            <a:fld id="{5D611C39-5275-4525-A24E-8AB6781B5901}" type="slidenum">
              <a:rPr kumimoji="1" lang="ja-JP" altLang="en-US" smtClean="0"/>
              <a:t>25</a:t>
            </a:fld>
            <a:endParaRPr kumimoji="1" lang="ja-JP" altLang="en-US"/>
          </a:p>
        </p:txBody>
      </p:sp>
    </p:spTree>
    <p:extLst>
      <p:ext uri="{BB962C8B-B14F-4D97-AF65-F5344CB8AC3E}">
        <p14:creationId xmlns:p14="http://schemas.microsoft.com/office/powerpoint/2010/main" val="792642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D6494-A1DA-C964-4067-84FD53C90D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E49C86-F8F8-EF18-353B-B5D9D19E97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0F4F657-F45A-740A-1BC9-804D120FD6BC}"/>
              </a:ext>
            </a:extLst>
          </p:cNvPr>
          <p:cNvSpPr>
            <a:spLocks noGrp="1"/>
          </p:cNvSpPr>
          <p:nvPr>
            <p:ph type="body" idx="1"/>
          </p:nvPr>
        </p:nvSpPr>
        <p:spPr/>
        <p:txBody>
          <a:bodyPr/>
          <a:lstStyle/>
          <a:p>
            <a:r>
              <a:rPr kumimoji="1" lang="ja-JP" altLang="en-US" dirty="0"/>
              <a:t>並び替えは実演しませんが、</a:t>
            </a:r>
          </a:p>
        </p:txBody>
      </p:sp>
      <p:sp>
        <p:nvSpPr>
          <p:cNvPr id="4" name="スライド番号プレースホルダー 3">
            <a:extLst>
              <a:ext uri="{FF2B5EF4-FFF2-40B4-BE49-F238E27FC236}">
                <a16:creationId xmlns:a16="http://schemas.microsoft.com/office/drawing/2014/main" id="{9C45B0B5-550E-1C78-2068-609FBFEA9B8D}"/>
              </a:ext>
            </a:extLst>
          </p:cNvPr>
          <p:cNvSpPr>
            <a:spLocks noGrp="1"/>
          </p:cNvSpPr>
          <p:nvPr>
            <p:ph type="sldNum" sz="quarter" idx="5"/>
          </p:nvPr>
        </p:nvSpPr>
        <p:spPr/>
        <p:txBody>
          <a:bodyPr/>
          <a:lstStyle/>
          <a:p>
            <a:fld id="{5D611C39-5275-4525-A24E-8AB6781B5901}" type="slidenum">
              <a:rPr kumimoji="1" lang="ja-JP" altLang="en-US" smtClean="0"/>
              <a:t>26</a:t>
            </a:fld>
            <a:endParaRPr kumimoji="1" lang="ja-JP" altLang="en-US"/>
          </a:p>
        </p:txBody>
      </p:sp>
    </p:spTree>
    <p:extLst>
      <p:ext uri="{BB962C8B-B14F-4D97-AF65-F5344CB8AC3E}">
        <p14:creationId xmlns:p14="http://schemas.microsoft.com/office/powerpoint/2010/main" val="1923279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A411A-083A-1654-9069-8FEACEC82E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69A5DE-BEF5-76B4-48C1-DFE9446EA7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D61A1A9-925A-B5D8-6EE3-A389B1D9D3AD}"/>
              </a:ext>
            </a:extLst>
          </p:cNvPr>
          <p:cNvSpPr>
            <a:spLocks noGrp="1"/>
          </p:cNvSpPr>
          <p:nvPr>
            <p:ph type="body" idx="1"/>
          </p:nvPr>
        </p:nvSpPr>
        <p:spPr/>
        <p:txBody>
          <a:bodyPr/>
          <a:lstStyle/>
          <a:p>
            <a:r>
              <a:rPr kumimoji="1" lang="ja-JP" altLang="en-US" dirty="0"/>
              <a:t>ダークモードは</a:t>
            </a:r>
          </a:p>
        </p:txBody>
      </p:sp>
      <p:sp>
        <p:nvSpPr>
          <p:cNvPr id="4" name="スライド番号プレースホルダー 3">
            <a:extLst>
              <a:ext uri="{FF2B5EF4-FFF2-40B4-BE49-F238E27FC236}">
                <a16:creationId xmlns:a16="http://schemas.microsoft.com/office/drawing/2014/main" id="{F0E9FC41-BA23-A1D5-D7A9-0115444D8B48}"/>
              </a:ext>
            </a:extLst>
          </p:cNvPr>
          <p:cNvSpPr>
            <a:spLocks noGrp="1"/>
          </p:cNvSpPr>
          <p:nvPr>
            <p:ph type="sldNum" sz="quarter" idx="5"/>
          </p:nvPr>
        </p:nvSpPr>
        <p:spPr/>
        <p:txBody>
          <a:bodyPr/>
          <a:lstStyle/>
          <a:p>
            <a:fld id="{5D611C39-5275-4525-A24E-8AB6781B5901}" type="slidenum">
              <a:rPr kumimoji="1" lang="ja-JP" altLang="en-US" smtClean="0"/>
              <a:t>27</a:t>
            </a:fld>
            <a:endParaRPr kumimoji="1" lang="ja-JP" altLang="en-US"/>
          </a:p>
        </p:txBody>
      </p:sp>
    </p:spTree>
    <p:extLst>
      <p:ext uri="{BB962C8B-B14F-4D97-AF65-F5344CB8AC3E}">
        <p14:creationId xmlns:p14="http://schemas.microsoft.com/office/powerpoint/2010/main" val="21600253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84AD0-F4FC-852C-BFC2-4799A51BD3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FD7A4B-846B-D50C-8435-21FE254A33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7625FA-3122-2010-2012-534E46C88571}"/>
              </a:ext>
            </a:extLst>
          </p:cNvPr>
          <p:cNvSpPr>
            <a:spLocks noGrp="1"/>
          </p:cNvSpPr>
          <p:nvPr>
            <p:ph type="body" idx="1"/>
          </p:nvPr>
        </p:nvSpPr>
        <p:spPr/>
        <p:txBody>
          <a:bodyPr/>
          <a:lstStyle/>
          <a:p>
            <a:r>
              <a:rPr kumimoji="1" lang="ja-JP" altLang="en-US" dirty="0"/>
              <a:t>こんな感じです。</a:t>
            </a:r>
          </a:p>
        </p:txBody>
      </p:sp>
      <p:sp>
        <p:nvSpPr>
          <p:cNvPr id="4" name="スライド番号プレースホルダー 3">
            <a:extLst>
              <a:ext uri="{FF2B5EF4-FFF2-40B4-BE49-F238E27FC236}">
                <a16:creationId xmlns:a16="http://schemas.microsoft.com/office/drawing/2014/main" id="{877A6FC3-C5A6-3E52-9A31-FD6072CFBBFF}"/>
              </a:ext>
            </a:extLst>
          </p:cNvPr>
          <p:cNvSpPr>
            <a:spLocks noGrp="1"/>
          </p:cNvSpPr>
          <p:nvPr>
            <p:ph type="sldNum" sz="quarter" idx="5"/>
          </p:nvPr>
        </p:nvSpPr>
        <p:spPr/>
        <p:txBody>
          <a:bodyPr/>
          <a:lstStyle/>
          <a:p>
            <a:fld id="{5D611C39-5275-4525-A24E-8AB6781B5901}" type="slidenum">
              <a:rPr kumimoji="1" lang="ja-JP" altLang="en-US" smtClean="0"/>
              <a:t>28</a:t>
            </a:fld>
            <a:endParaRPr kumimoji="1" lang="ja-JP" altLang="en-US"/>
          </a:p>
        </p:txBody>
      </p:sp>
    </p:spTree>
    <p:extLst>
      <p:ext uri="{BB962C8B-B14F-4D97-AF65-F5344CB8AC3E}">
        <p14:creationId xmlns:p14="http://schemas.microsoft.com/office/powerpoint/2010/main" val="4275529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DCA78-2653-3626-D11C-6FAE5A2515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D4AA0D-E92E-08C2-9935-E756C25B5C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0A1208-AFA0-593E-27CA-83A434DE88F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6BDF424-B53E-6C73-50A4-46FF0C1DB71F}"/>
              </a:ext>
            </a:extLst>
          </p:cNvPr>
          <p:cNvSpPr>
            <a:spLocks noGrp="1"/>
          </p:cNvSpPr>
          <p:nvPr>
            <p:ph type="sldNum" sz="quarter" idx="5"/>
          </p:nvPr>
        </p:nvSpPr>
        <p:spPr/>
        <p:txBody>
          <a:bodyPr/>
          <a:lstStyle/>
          <a:p>
            <a:fld id="{5D611C39-5275-4525-A24E-8AB6781B5901}" type="slidenum">
              <a:rPr kumimoji="1" lang="ja-JP" altLang="en-US" smtClean="0"/>
              <a:t>29</a:t>
            </a:fld>
            <a:endParaRPr kumimoji="1" lang="ja-JP" altLang="en-US"/>
          </a:p>
        </p:txBody>
      </p:sp>
    </p:spTree>
    <p:extLst>
      <p:ext uri="{BB962C8B-B14F-4D97-AF65-F5344CB8AC3E}">
        <p14:creationId xmlns:p14="http://schemas.microsoft.com/office/powerpoint/2010/main" val="20744502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950B-F2C9-23CF-19A9-BFFE378840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4421A5-C880-A0C8-F85D-10CF17B267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981854-296D-A7F3-238C-B2031E2430EB}"/>
              </a:ext>
            </a:extLst>
          </p:cNvPr>
          <p:cNvSpPr>
            <a:spLocks noGrp="1"/>
          </p:cNvSpPr>
          <p:nvPr>
            <p:ph type="body" idx="1"/>
          </p:nvPr>
        </p:nvSpPr>
        <p:spPr/>
        <p:txBody>
          <a:bodyPr/>
          <a:lstStyle/>
          <a:p>
            <a:r>
              <a:rPr kumimoji="1" lang="ja-JP" altLang="en-US" dirty="0"/>
              <a:t>ライトモードに戻ります。</a:t>
            </a:r>
          </a:p>
        </p:txBody>
      </p:sp>
      <p:sp>
        <p:nvSpPr>
          <p:cNvPr id="4" name="スライド番号プレースホルダー 3">
            <a:extLst>
              <a:ext uri="{FF2B5EF4-FFF2-40B4-BE49-F238E27FC236}">
                <a16:creationId xmlns:a16="http://schemas.microsoft.com/office/drawing/2014/main" id="{E9C0905F-E027-68B9-8A60-C6023EA59D0A}"/>
              </a:ext>
            </a:extLst>
          </p:cNvPr>
          <p:cNvSpPr>
            <a:spLocks noGrp="1"/>
          </p:cNvSpPr>
          <p:nvPr>
            <p:ph type="sldNum" sz="quarter" idx="5"/>
          </p:nvPr>
        </p:nvSpPr>
        <p:spPr/>
        <p:txBody>
          <a:bodyPr/>
          <a:lstStyle/>
          <a:p>
            <a:fld id="{5D611C39-5275-4525-A24E-8AB6781B5901}" type="slidenum">
              <a:rPr kumimoji="1" lang="ja-JP" altLang="en-US" smtClean="0"/>
              <a:t>30</a:t>
            </a:fld>
            <a:endParaRPr kumimoji="1" lang="ja-JP" altLang="en-US"/>
          </a:p>
        </p:txBody>
      </p:sp>
    </p:spTree>
    <p:extLst>
      <p:ext uri="{BB962C8B-B14F-4D97-AF65-F5344CB8AC3E}">
        <p14:creationId xmlns:p14="http://schemas.microsoft.com/office/powerpoint/2010/main" val="13967190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DF3D0-57BC-4C7A-DB8B-4849D9E6E7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E12FFA-DAF9-6A82-4B64-7E9EB6A9E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C6D8537-D8DE-3B1F-EB3C-492C673521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ABF7B3B-7D22-BD81-3FC5-795B1D2E3562}"/>
              </a:ext>
            </a:extLst>
          </p:cNvPr>
          <p:cNvSpPr>
            <a:spLocks noGrp="1"/>
          </p:cNvSpPr>
          <p:nvPr>
            <p:ph type="sldNum" sz="quarter" idx="5"/>
          </p:nvPr>
        </p:nvSpPr>
        <p:spPr/>
        <p:txBody>
          <a:bodyPr/>
          <a:lstStyle/>
          <a:p>
            <a:fld id="{5D611C39-5275-4525-A24E-8AB6781B5901}" type="slidenum">
              <a:rPr kumimoji="1" lang="ja-JP" altLang="en-US" smtClean="0"/>
              <a:t>31</a:t>
            </a:fld>
            <a:endParaRPr kumimoji="1" lang="ja-JP" altLang="en-US"/>
          </a:p>
        </p:txBody>
      </p:sp>
    </p:spTree>
    <p:extLst>
      <p:ext uri="{BB962C8B-B14F-4D97-AF65-F5344CB8AC3E}">
        <p14:creationId xmlns:p14="http://schemas.microsoft.com/office/powerpoint/2010/main" val="1550001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70C21-A9EB-5A36-B399-DB8B0ED218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1B26351-8614-17FB-FB32-3C01DF5D66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C6B08B-A9F1-3B83-EF0C-E9A4A359A943}"/>
              </a:ext>
            </a:extLst>
          </p:cNvPr>
          <p:cNvSpPr>
            <a:spLocks noGrp="1"/>
          </p:cNvSpPr>
          <p:nvPr>
            <p:ph type="body" idx="1"/>
          </p:nvPr>
        </p:nvSpPr>
        <p:spPr/>
        <p:txBody>
          <a:bodyPr/>
          <a:lstStyle/>
          <a:p>
            <a:r>
              <a:rPr kumimoji="1" lang="ja-JP" altLang="en-US" dirty="0"/>
              <a:t>ワード検索では、タイトルはもちろん、作者やキーワードからも検索できます。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B4CE76C6-822F-2FD8-53B6-DB18751015B6}"/>
              </a:ext>
            </a:extLst>
          </p:cNvPr>
          <p:cNvSpPr>
            <a:spLocks noGrp="1"/>
          </p:cNvSpPr>
          <p:nvPr>
            <p:ph type="sldNum" sz="quarter" idx="5"/>
          </p:nvPr>
        </p:nvSpPr>
        <p:spPr/>
        <p:txBody>
          <a:bodyPr/>
          <a:lstStyle/>
          <a:p>
            <a:fld id="{5D611C39-5275-4525-A24E-8AB6781B5901}" type="slidenum">
              <a:rPr kumimoji="1" lang="ja-JP" altLang="en-US" smtClean="0"/>
              <a:t>32</a:t>
            </a:fld>
            <a:endParaRPr kumimoji="1" lang="ja-JP" altLang="en-US"/>
          </a:p>
        </p:txBody>
      </p:sp>
    </p:spTree>
    <p:extLst>
      <p:ext uri="{BB962C8B-B14F-4D97-AF65-F5344CB8AC3E}">
        <p14:creationId xmlns:p14="http://schemas.microsoft.com/office/powerpoint/2010/main" val="28196610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2A4B-0C7C-74B7-7B80-C10EAE8320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1E3564-3159-E535-424D-FA07E6A65D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B939BD-3935-86D0-7F0D-D4CE3B1EC47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5115D03-4151-824F-88E8-3C74BC7811D6}"/>
              </a:ext>
            </a:extLst>
          </p:cNvPr>
          <p:cNvSpPr>
            <a:spLocks noGrp="1"/>
          </p:cNvSpPr>
          <p:nvPr>
            <p:ph type="sldNum" sz="quarter" idx="5"/>
          </p:nvPr>
        </p:nvSpPr>
        <p:spPr/>
        <p:txBody>
          <a:bodyPr/>
          <a:lstStyle/>
          <a:p>
            <a:fld id="{5D611C39-5275-4525-A24E-8AB6781B5901}" type="slidenum">
              <a:rPr kumimoji="1" lang="ja-JP" altLang="en-US" smtClean="0"/>
              <a:t>33</a:t>
            </a:fld>
            <a:endParaRPr kumimoji="1" lang="ja-JP" altLang="en-US"/>
          </a:p>
        </p:txBody>
      </p:sp>
    </p:spTree>
    <p:extLst>
      <p:ext uri="{BB962C8B-B14F-4D97-AF65-F5344CB8AC3E}">
        <p14:creationId xmlns:p14="http://schemas.microsoft.com/office/powerpoint/2010/main" val="6487402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61B1F-5769-A362-0B19-91CD8FE7C3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F1F0D80-EC8B-9F45-D821-95FDC7B434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CFDA70-5678-F5D0-E33B-B8CB2B4BCDBF}"/>
              </a:ext>
            </a:extLst>
          </p:cNvPr>
          <p:cNvSpPr>
            <a:spLocks noGrp="1"/>
          </p:cNvSpPr>
          <p:nvPr>
            <p:ph type="body" idx="1"/>
          </p:nvPr>
        </p:nvSpPr>
        <p:spPr/>
        <p:txBody>
          <a:bodyPr/>
          <a:lstStyle/>
          <a:p>
            <a:r>
              <a:rPr kumimoji="1" lang="ja-JP" altLang="en-US" dirty="0"/>
              <a:t>「システム」に該当するポスターだけが表示されます。</a:t>
            </a:r>
          </a:p>
        </p:txBody>
      </p:sp>
      <p:sp>
        <p:nvSpPr>
          <p:cNvPr id="4" name="スライド番号プレースホルダー 3">
            <a:extLst>
              <a:ext uri="{FF2B5EF4-FFF2-40B4-BE49-F238E27FC236}">
                <a16:creationId xmlns:a16="http://schemas.microsoft.com/office/drawing/2014/main" id="{AECF5B2C-D20A-5B3E-C148-2252AB197D77}"/>
              </a:ext>
            </a:extLst>
          </p:cNvPr>
          <p:cNvSpPr>
            <a:spLocks noGrp="1"/>
          </p:cNvSpPr>
          <p:nvPr>
            <p:ph type="sldNum" sz="quarter" idx="5"/>
          </p:nvPr>
        </p:nvSpPr>
        <p:spPr/>
        <p:txBody>
          <a:bodyPr/>
          <a:lstStyle/>
          <a:p>
            <a:fld id="{5D611C39-5275-4525-A24E-8AB6781B5901}" type="slidenum">
              <a:rPr kumimoji="1" lang="ja-JP" altLang="en-US" smtClean="0"/>
              <a:t>34</a:t>
            </a:fld>
            <a:endParaRPr kumimoji="1" lang="ja-JP" altLang="en-US"/>
          </a:p>
        </p:txBody>
      </p:sp>
    </p:spTree>
    <p:extLst>
      <p:ext uri="{BB962C8B-B14F-4D97-AF65-F5344CB8AC3E}">
        <p14:creationId xmlns:p14="http://schemas.microsoft.com/office/powerpoint/2010/main" val="24720480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CDA50-AFE5-D987-3DDB-16C23AB28E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A3087F-C2E0-D591-CE87-6B90EBFB72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EFB7A5-CCC8-FCA3-3997-0FB2E0EE5107}"/>
              </a:ext>
            </a:extLst>
          </p:cNvPr>
          <p:cNvSpPr>
            <a:spLocks noGrp="1"/>
          </p:cNvSpPr>
          <p:nvPr>
            <p:ph type="body" idx="1"/>
          </p:nvPr>
        </p:nvSpPr>
        <p:spPr/>
        <p:txBody>
          <a:bodyPr/>
          <a:lstStyle/>
          <a:p>
            <a:r>
              <a:rPr kumimoji="1" lang="ja-JP" altLang="en-US" dirty="0"/>
              <a:t>さらに、期生やジャンルで</a:t>
            </a:r>
          </a:p>
        </p:txBody>
      </p:sp>
      <p:sp>
        <p:nvSpPr>
          <p:cNvPr id="4" name="スライド番号プレースホルダー 3">
            <a:extLst>
              <a:ext uri="{FF2B5EF4-FFF2-40B4-BE49-F238E27FC236}">
                <a16:creationId xmlns:a16="http://schemas.microsoft.com/office/drawing/2014/main" id="{3F09693A-E709-6BFA-1F9B-EFF545EB57E2}"/>
              </a:ext>
            </a:extLst>
          </p:cNvPr>
          <p:cNvSpPr>
            <a:spLocks noGrp="1"/>
          </p:cNvSpPr>
          <p:nvPr>
            <p:ph type="sldNum" sz="quarter" idx="5"/>
          </p:nvPr>
        </p:nvSpPr>
        <p:spPr/>
        <p:txBody>
          <a:bodyPr/>
          <a:lstStyle/>
          <a:p>
            <a:fld id="{5D611C39-5275-4525-A24E-8AB6781B5901}" type="slidenum">
              <a:rPr kumimoji="1" lang="ja-JP" altLang="en-US" smtClean="0"/>
              <a:t>35</a:t>
            </a:fld>
            <a:endParaRPr kumimoji="1" lang="ja-JP" altLang="en-US"/>
          </a:p>
        </p:txBody>
      </p:sp>
    </p:spTree>
    <p:extLst>
      <p:ext uri="{BB962C8B-B14F-4D97-AF65-F5344CB8AC3E}">
        <p14:creationId xmlns:p14="http://schemas.microsoft.com/office/powerpoint/2010/main" val="532555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D66BE-34B8-BCB6-7642-5C41E0CBF12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304A0D-A6E0-8D88-6796-3D89560D17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953EC7-1ADA-989E-79F9-B2EFA4EA76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3A9938-9C3B-216B-4730-887BACD32A62}"/>
              </a:ext>
            </a:extLst>
          </p:cNvPr>
          <p:cNvSpPr>
            <a:spLocks noGrp="1"/>
          </p:cNvSpPr>
          <p:nvPr>
            <p:ph type="sldNum" sz="quarter" idx="5"/>
          </p:nvPr>
        </p:nvSpPr>
        <p:spPr/>
        <p:txBody>
          <a:bodyPr/>
          <a:lstStyle/>
          <a:p>
            <a:fld id="{5D611C39-5275-4525-A24E-8AB6781B5901}" type="slidenum">
              <a:rPr kumimoji="1" lang="ja-JP" altLang="en-US" smtClean="0"/>
              <a:t>36</a:t>
            </a:fld>
            <a:endParaRPr kumimoji="1" lang="ja-JP" altLang="en-US"/>
          </a:p>
        </p:txBody>
      </p:sp>
    </p:spTree>
    <p:extLst>
      <p:ext uri="{BB962C8B-B14F-4D97-AF65-F5344CB8AC3E}">
        <p14:creationId xmlns:p14="http://schemas.microsoft.com/office/powerpoint/2010/main" val="3805327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53A7-87CF-1AE7-880E-435FA6FF37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038ABB-6709-1E72-9071-A2E6AB48B7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25580AF-D8E4-6556-43C2-0F6B84D0347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403EE1-815B-F8A5-32AF-FF59962AC198}"/>
              </a:ext>
            </a:extLst>
          </p:cNvPr>
          <p:cNvSpPr>
            <a:spLocks noGrp="1"/>
          </p:cNvSpPr>
          <p:nvPr>
            <p:ph type="sldNum" sz="quarter" idx="5"/>
          </p:nvPr>
        </p:nvSpPr>
        <p:spPr/>
        <p:txBody>
          <a:bodyPr/>
          <a:lstStyle/>
          <a:p>
            <a:fld id="{5D611C39-5275-4525-A24E-8AB6781B5901}" type="slidenum">
              <a:rPr kumimoji="1" lang="ja-JP" altLang="en-US" smtClean="0"/>
              <a:t>37</a:t>
            </a:fld>
            <a:endParaRPr kumimoji="1" lang="ja-JP" altLang="en-US"/>
          </a:p>
        </p:txBody>
      </p:sp>
    </p:spTree>
    <p:extLst>
      <p:ext uri="{BB962C8B-B14F-4D97-AF65-F5344CB8AC3E}">
        <p14:creationId xmlns:p14="http://schemas.microsoft.com/office/powerpoint/2010/main" val="2191701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0B23-AA99-45A8-38DF-2D695E39BD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3DD8A5-8E3A-DF6C-F038-65A338356CB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B93F42-5263-8B53-69EE-F641D01ABD33}"/>
              </a:ext>
            </a:extLst>
          </p:cNvPr>
          <p:cNvSpPr>
            <a:spLocks noGrp="1"/>
          </p:cNvSpPr>
          <p:nvPr>
            <p:ph type="body" idx="1"/>
          </p:nvPr>
        </p:nvSpPr>
        <p:spPr/>
        <p:txBody>
          <a:bodyPr/>
          <a:lstStyle/>
          <a:p>
            <a:r>
              <a:rPr kumimoji="1" lang="ja-JP" altLang="en-US" dirty="0"/>
              <a:t>絞り込むこともできます。</a:t>
            </a:r>
          </a:p>
        </p:txBody>
      </p:sp>
      <p:sp>
        <p:nvSpPr>
          <p:cNvPr id="4" name="スライド番号プレースホルダー 3">
            <a:extLst>
              <a:ext uri="{FF2B5EF4-FFF2-40B4-BE49-F238E27FC236}">
                <a16:creationId xmlns:a16="http://schemas.microsoft.com/office/drawing/2014/main" id="{B49DF3EA-E5C3-0D3B-AE4D-C6A78D0623CB}"/>
              </a:ext>
            </a:extLst>
          </p:cNvPr>
          <p:cNvSpPr>
            <a:spLocks noGrp="1"/>
          </p:cNvSpPr>
          <p:nvPr>
            <p:ph type="sldNum" sz="quarter" idx="5"/>
          </p:nvPr>
        </p:nvSpPr>
        <p:spPr/>
        <p:txBody>
          <a:bodyPr/>
          <a:lstStyle/>
          <a:p>
            <a:fld id="{5D611C39-5275-4525-A24E-8AB6781B5901}" type="slidenum">
              <a:rPr kumimoji="1" lang="ja-JP" altLang="en-US" smtClean="0"/>
              <a:t>38</a:t>
            </a:fld>
            <a:endParaRPr kumimoji="1" lang="ja-JP" altLang="en-US"/>
          </a:p>
        </p:txBody>
      </p:sp>
    </p:spTree>
    <p:extLst>
      <p:ext uri="{BB962C8B-B14F-4D97-AF65-F5344CB8AC3E}">
        <p14:creationId xmlns:p14="http://schemas.microsoft.com/office/powerpoint/2010/main" val="41170204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9ECE-1999-6913-5012-3409507DA5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B1D815-1746-B3ED-FC80-A48969ED9B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A840F5-2B9E-482E-6896-BBBFA5D4D12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BD54CDC-6AF5-4699-B4AD-890CA7274C00}"/>
              </a:ext>
            </a:extLst>
          </p:cNvPr>
          <p:cNvSpPr>
            <a:spLocks noGrp="1"/>
          </p:cNvSpPr>
          <p:nvPr>
            <p:ph type="sldNum" sz="quarter" idx="5"/>
          </p:nvPr>
        </p:nvSpPr>
        <p:spPr/>
        <p:txBody>
          <a:bodyPr/>
          <a:lstStyle/>
          <a:p>
            <a:fld id="{5D611C39-5275-4525-A24E-8AB6781B5901}" type="slidenum">
              <a:rPr kumimoji="1" lang="ja-JP" altLang="en-US" smtClean="0"/>
              <a:t>39</a:t>
            </a:fld>
            <a:endParaRPr kumimoji="1" lang="ja-JP" altLang="en-US"/>
          </a:p>
        </p:txBody>
      </p:sp>
    </p:spTree>
    <p:extLst>
      <p:ext uri="{BB962C8B-B14F-4D97-AF65-F5344CB8AC3E}">
        <p14:creationId xmlns:p14="http://schemas.microsoft.com/office/powerpoint/2010/main" val="25308027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933F9-5648-FF56-21E7-601A4DA5E6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918470-781C-8DF1-49F0-AB1C2BF185B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212BB3-C7AB-902B-3E4C-D36B4AD8139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0EB5D0D-8AC1-138F-4AB0-D7580F8C2808}"/>
              </a:ext>
            </a:extLst>
          </p:cNvPr>
          <p:cNvSpPr>
            <a:spLocks noGrp="1"/>
          </p:cNvSpPr>
          <p:nvPr>
            <p:ph type="sldNum" sz="quarter" idx="5"/>
          </p:nvPr>
        </p:nvSpPr>
        <p:spPr/>
        <p:txBody>
          <a:bodyPr/>
          <a:lstStyle/>
          <a:p>
            <a:fld id="{5D611C39-5275-4525-A24E-8AB6781B5901}" type="slidenum">
              <a:rPr kumimoji="1" lang="ja-JP" altLang="en-US" smtClean="0"/>
              <a:t>40</a:t>
            </a:fld>
            <a:endParaRPr kumimoji="1" lang="ja-JP" altLang="en-US"/>
          </a:p>
        </p:txBody>
      </p:sp>
    </p:spTree>
    <p:extLst>
      <p:ext uri="{BB962C8B-B14F-4D97-AF65-F5344CB8AC3E}">
        <p14:creationId xmlns:p14="http://schemas.microsoft.com/office/powerpoint/2010/main" val="7278267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B5626-38E0-6B34-B701-FB195AB0B8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26677A0-F546-2ADE-901A-B8234BC71C9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FD24DD9-784A-8379-168E-7322778E6734}"/>
              </a:ext>
            </a:extLst>
          </p:cNvPr>
          <p:cNvSpPr>
            <a:spLocks noGrp="1"/>
          </p:cNvSpPr>
          <p:nvPr>
            <p:ph type="body" idx="1"/>
          </p:nvPr>
        </p:nvSpPr>
        <p:spPr/>
        <p:txBody>
          <a:bodyPr/>
          <a:lstStyle/>
          <a:p>
            <a:r>
              <a:rPr kumimoji="1" lang="ja-JP" altLang="en-US" dirty="0"/>
              <a:t>検索結果の四角のどこでもいいのでクリックすると</a:t>
            </a:r>
          </a:p>
        </p:txBody>
      </p:sp>
      <p:sp>
        <p:nvSpPr>
          <p:cNvPr id="4" name="スライド番号プレースホルダー 3">
            <a:extLst>
              <a:ext uri="{FF2B5EF4-FFF2-40B4-BE49-F238E27FC236}">
                <a16:creationId xmlns:a16="http://schemas.microsoft.com/office/drawing/2014/main" id="{1E5655BF-9A55-CB61-DE4D-2542426A57A5}"/>
              </a:ext>
            </a:extLst>
          </p:cNvPr>
          <p:cNvSpPr>
            <a:spLocks noGrp="1"/>
          </p:cNvSpPr>
          <p:nvPr>
            <p:ph type="sldNum" sz="quarter" idx="5"/>
          </p:nvPr>
        </p:nvSpPr>
        <p:spPr/>
        <p:txBody>
          <a:bodyPr/>
          <a:lstStyle/>
          <a:p>
            <a:fld id="{5D611C39-5275-4525-A24E-8AB6781B5901}" type="slidenum">
              <a:rPr kumimoji="1" lang="ja-JP" altLang="en-US" smtClean="0"/>
              <a:t>41</a:t>
            </a:fld>
            <a:endParaRPr kumimoji="1" lang="ja-JP" altLang="en-US"/>
          </a:p>
        </p:txBody>
      </p:sp>
    </p:spTree>
    <p:extLst>
      <p:ext uri="{BB962C8B-B14F-4D97-AF65-F5344CB8AC3E}">
        <p14:creationId xmlns:p14="http://schemas.microsoft.com/office/powerpoint/2010/main" val="21909777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2E34-9DB7-1613-94ED-067C5225309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FBFCE5-5B3D-A560-E370-E534E942C89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A5E415-2EAA-63C1-DEAD-77652087C7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8A83D21-0A8C-DE74-4898-C69B16FF3C32}"/>
              </a:ext>
            </a:extLst>
          </p:cNvPr>
          <p:cNvSpPr>
            <a:spLocks noGrp="1"/>
          </p:cNvSpPr>
          <p:nvPr>
            <p:ph type="sldNum" sz="quarter" idx="5"/>
          </p:nvPr>
        </p:nvSpPr>
        <p:spPr/>
        <p:txBody>
          <a:bodyPr/>
          <a:lstStyle/>
          <a:p>
            <a:fld id="{5D611C39-5275-4525-A24E-8AB6781B5901}" type="slidenum">
              <a:rPr kumimoji="1" lang="ja-JP" altLang="en-US" smtClean="0"/>
              <a:t>42</a:t>
            </a:fld>
            <a:endParaRPr kumimoji="1" lang="ja-JP" altLang="en-US"/>
          </a:p>
        </p:txBody>
      </p:sp>
    </p:spTree>
    <p:extLst>
      <p:ext uri="{BB962C8B-B14F-4D97-AF65-F5344CB8AC3E}">
        <p14:creationId xmlns:p14="http://schemas.microsoft.com/office/powerpoint/2010/main" val="7417875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EB845-85A0-2393-AA6C-7AFD25D4D8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9EB132-0446-3ECA-9C72-C358943D7F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704CB4-5CD7-C20C-3DC7-7B2601512707}"/>
              </a:ext>
            </a:extLst>
          </p:cNvPr>
          <p:cNvSpPr>
            <a:spLocks noGrp="1"/>
          </p:cNvSpPr>
          <p:nvPr>
            <p:ph type="body" idx="1"/>
          </p:nvPr>
        </p:nvSpPr>
        <p:spPr/>
        <p:txBody>
          <a:bodyPr/>
          <a:lstStyle/>
          <a:p>
            <a:r>
              <a:rPr kumimoji="1" lang="ja-JP" altLang="en-US" dirty="0"/>
              <a:t>ポスターを表示できます。</a:t>
            </a:r>
          </a:p>
        </p:txBody>
      </p:sp>
      <p:sp>
        <p:nvSpPr>
          <p:cNvPr id="4" name="スライド番号プレースホルダー 3">
            <a:extLst>
              <a:ext uri="{FF2B5EF4-FFF2-40B4-BE49-F238E27FC236}">
                <a16:creationId xmlns:a16="http://schemas.microsoft.com/office/drawing/2014/main" id="{06986326-2859-E59F-7C4D-E3E846CEE099}"/>
              </a:ext>
            </a:extLst>
          </p:cNvPr>
          <p:cNvSpPr>
            <a:spLocks noGrp="1"/>
          </p:cNvSpPr>
          <p:nvPr>
            <p:ph type="sldNum" sz="quarter" idx="5"/>
          </p:nvPr>
        </p:nvSpPr>
        <p:spPr/>
        <p:txBody>
          <a:bodyPr/>
          <a:lstStyle/>
          <a:p>
            <a:fld id="{5D611C39-5275-4525-A24E-8AB6781B5901}" type="slidenum">
              <a:rPr kumimoji="1" lang="ja-JP" altLang="en-US" smtClean="0"/>
              <a:t>43</a:t>
            </a:fld>
            <a:endParaRPr kumimoji="1" lang="ja-JP" altLang="en-US"/>
          </a:p>
        </p:txBody>
      </p:sp>
    </p:spTree>
    <p:extLst>
      <p:ext uri="{BB962C8B-B14F-4D97-AF65-F5344CB8AC3E}">
        <p14:creationId xmlns:p14="http://schemas.microsoft.com/office/powerpoint/2010/main" val="9610206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0610-E964-A120-1AE9-1281385FB2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B32062-3474-8ADA-9880-9202AB9396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402D16-67A4-A991-AFE2-AE49C889B3BA}"/>
              </a:ext>
            </a:extLst>
          </p:cNvPr>
          <p:cNvSpPr>
            <a:spLocks noGrp="1"/>
          </p:cNvSpPr>
          <p:nvPr>
            <p:ph type="body" idx="1"/>
          </p:nvPr>
        </p:nvSpPr>
        <p:spPr/>
        <p:txBody>
          <a:bodyPr/>
          <a:lstStyle/>
          <a:p>
            <a:r>
              <a:rPr kumimoji="1" lang="ja-JP" altLang="en-US" dirty="0"/>
              <a:t>レスポンシブデザインに対応しているので、どのようなウィンドウズでもデバイスでも、レイアウトが崩れることなく表示できます。</a:t>
            </a:r>
          </a:p>
        </p:txBody>
      </p:sp>
      <p:sp>
        <p:nvSpPr>
          <p:cNvPr id="4" name="スライド番号プレースホルダー 3">
            <a:extLst>
              <a:ext uri="{FF2B5EF4-FFF2-40B4-BE49-F238E27FC236}">
                <a16:creationId xmlns:a16="http://schemas.microsoft.com/office/drawing/2014/main" id="{E94646CB-E8CD-361F-420E-B429DCE5E0E1}"/>
              </a:ext>
            </a:extLst>
          </p:cNvPr>
          <p:cNvSpPr>
            <a:spLocks noGrp="1"/>
          </p:cNvSpPr>
          <p:nvPr>
            <p:ph type="sldNum" sz="quarter" idx="5"/>
          </p:nvPr>
        </p:nvSpPr>
        <p:spPr/>
        <p:txBody>
          <a:bodyPr/>
          <a:lstStyle/>
          <a:p>
            <a:fld id="{5D611C39-5275-4525-A24E-8AB6781B5901}" type="slidenum">
              <a:rPr kumimoji="1" lang="ja-JP" altLang="en-US" smtClean="0"/>
              <a:t>44</a:t>
            </a:fld>
            <a:endParaRPr kumimoji="1" lang="ja-JP" altLang="en-US"/>
          </a:p>
        </p:txBody>
      </p:sp>
    </p:spTree>
    <p:extLst>
      <p:ext uri="{BB962C8B-B14F-4D97-AF65-F5344CB8AC3E}">
        <p14:creationId xmlns:p14="http://schemas.microsoft.com/office/powerpoint/2010/main" val="16889673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F39D3-5B2A-4764-3C33-A937FD4A6D4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3B82BB-6B0C-FA9E-49B9-1A286AD7BFB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30123CE-668C-F375-B576-2F8F7F0AAF6E}"/>
              </a:ext>
            </a:extLst>
          </p:cNvPr>
          <p:cNvSpPr>
            <a:spLocks noGrp="1"/>
          </p:cNvSpPr>
          <p:nvPr>
            <p:ph type="body" idx="1"/>
          </p:nvPr>
        </p:nvSpPr>
        <p:spPr/>
        <p:txBody>
          <a:bodyPr/>
          <a:lstStyle/>
          <a:p>
            <a:r>
              <a:rPr kumimoji="1" lang="ja-JP" altLang="en-US" dirty="0"/>
              <a:t>システムの概要を説明します。</a:t>
            </a:r>
          </a:p>
        </p:txBody>
      </p:sp>
      <p:sp>
        <p:nvSpPr>
          <p:cNvPr id="4" name="スライド番号プレースホルダー 3">
            <a:extLst>
              <a:ext uri="{FF2B5EF4-FFF2-40B4-BE49-F238E27FC236}">
                <a16:creationId xmlns:a16="http://schemas.microsoft.com/office/drawing/2014/main" id="{06793F5B-D242-EF4D-84AF-2ACDB0AEABE2}"/>
              </a:ext>
            </a:extLst>
          </p:cNvPr>
          <p:cNvSpPr>
            <a:spLocks noGrp="1"/>
          </p:cNvSpPr>
          <p:nvPr>
            <p:ph type="sldNum" sz="quarter" idx="5"/>
          </p:nvPr>
        </p:nvSpPr>
        <p:spPr/>
        <p:txBody>
          <a:bodyPr/>
          <a:lstStyle/>
          <a:p>
            <a:fld id="{5D611C39-5275-4525-A24E-8AB6781B5901}" type="slidenum">
              <a:rPr kumimoji="1" lang="ja-JP" altLang="en-US" smtClean="0"/>
              <a:t>45</a:t>
            </a:fld>
            <a:endParaRPr kumimoji="1" lang="ja-JP" altLang="en-US"/>
          </a:p>
        </p:txBody>
      </p:sp>
    </p:spTree>
    <p:extLst>
      <p:ext uri="{BB962C8B-B14F-4D97-AF65-F5344CB8AC3E}">
        <p14:creationId xmlns:p14="http://schemas.microsoft.com/office/powerpoint/2010/main" val="21139825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37D34-2F6C-30B1-341C-8285EB8B79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7CAC2D-AECF-7435-A370-702E5D2E5B3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4FB4A3-3DA3-903B-9FBA-1AA9359033CD}"/>
              </a:ext>
            </a:extLst>
          </p:cNvPr>
          <p:cNvSpPr>
            <a:spLocks noGrp="1"/>
          </p:cNvSpPr>
          <p:nvPr>
            <p:ph type="body" idx="1"/>
          </p:nvPr>
        </p:nvSpPr>
        <p:spPr/>
        <p:txBody>
          <a:bodyPr/>
          <a:lstStyle/>
          <a:p>
            <a:r>
              <a:rPr kumimoji="1" lang="ja-JP" altLang="en-US" dirty="0"/>
              <a:t>次に、</a:t>
            </a:r>
          </a:p>
        </p:txBody>
      </p:sp>
      <p:sp>
        <p:nvSpPr>
          <p:cNvPr id="4" name="スライド番号プレースホルダー 3">
            <a:extLst>
              <a:ext uri="{FF2B5EF4-FFF2-40B4-BE49-F238E27FC236}">
                <a16:creationId xmlns:a16="http://schemas.microsoft.com/office/drawing/2014/main" id="{58C62A93-2214-19E0-1208-93D919F5AB24}"/>
              </a:ext>
            </a:extLst>
          </p:cNvPr>
          <p:cNvSpPr>
            <a:spLocks noGrp="1"/>
          </p:cNvSpPr>
          <p:nvPr>
            <p:ph type="sldNum" sz="quarter" idx="5"/>
          </p:nvPr>
        </p:nvSpPr>
        <p:spPr/>
        <p:txBody>
          <a:bodyPr/>
          <a:lstStyle/>
          <a:p>
            <a:fld id="{5D611C39-5275-4525-A24E-8AB6781B5901}" type="slidenum">
              <a:rPr kumimoji="1" lang="ja-JP" altLang="en-US" smtClean="0"/>
              <a:t>46</a:t>
            </a:fld>
            <a:endParaRPr kumimoji="1" lang="ja-JP" altLang="en-US"/>
          </a:p>
        </p:txBody>
      </p:sp>
    </p:spTree>
    <p:extLst>
      <p:ext uri="{BB962C8B-B14F-4D97-AF65-F5344CB8AC3E}">
        <p14:creationId xmlns:p14="http://schemas.microsoft.com/office/powerpoint/2010/main" val="12838271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D2713-D70A-B3B9-F2FB-ED45E2D935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2C24BE-2537-923F-4BA5-3F6902145B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AF7165-F33E-D5F8-5547-3E39A19AB987}"/>
              </a:ext>
            </a:extLst>
          </p:cNvPr>
          <p:cNvSpPr>
            <a:spLocks noGrp="1"/>
          </p:cNvSpPr>
          <p:nvPr>
            <p:ph type="body" idx="1"/>
          </p:nvPr>
        </p:nvSpPr>
        <p:spPr/>
        <p:txBody>
          <a:bodyPr/>
          <a:lstStyle/>
          <a:p>
            <a:r>
              <a:rPr kumimoji="1" lang="ja-JP" altLang="en-US" dirty="0"/>
              <a:t>検索システムが完成したので、学校のローカル</a:t>
            </a:r>
            <a:r>
              <a:rPr kumimoji="1" lang="en-US" altLang="ja-JP" dirty="0"/>
              <a:t>NAS</a:t>
            </a:r>
            <a:r>
              <a:rPr kumimoji="1" lang="ja-JP" altLang="en-US" dirty="0"/>
              <a:t>にファイルを移動し、校内</a:t>
            </a:r>
            <a:r>
              <a:rPr kumimoji="1" lang="en-US" altLang="ja-JP" dirty="0"/>
              <a:t>Wi-Fi</a:t>
            </a:r>
            <a:r>
              <a:rPr kumimoji="1" lang="ja-JP" altLang="en-US" dirty="0"/>
              <a:t>下であればどこでも誰でも開けるようにしました。生徒は表示のみ可能なので、勝手に編集されたりする心配もありません。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その後</a:t>
            </a:r>
            <a:r>
              <a:rPr kumimoji="1" lang="en-US" altLang="ja-JP" dirty="0"/>
              <a:t>22</a:t>
            </a:r>
            <a:r>
              <a:rPr kumimoji="1" lang="ja-JP" altLang="en-US" dirty="0"/>
              <a:t>回生のみんなに、使ってアンケートに回答するようにお願いました。朝礼・終礼時や、探究の授業中に教室を周らせていただき、口頭で伝えました。また、各講座の担当教師からも知らせていただきました。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検索システム内に</a:t>
            </a:r>
            <a:r>
              <a:rPr kumimoji="1" lang="en-US" altLang="ja-JP" dirty="0"/>
              <a:t>google form</a:t>
            </a:r>
            <a:r>
              <a:rPr kumimoji="1" lang="ja-JP" altLang="en-US" dirty="0"/>
              <a:t>を埋め込み、利用者の回答を待ちます。</a:t>
            </a:r>
            <a:endParaRPr kumimoji="1" lang="en-US" altLang="ja-JP" dirty="0"/>
          </a:p>
        </p:txBody>
      </p:sp>
      <p:sp>
        <p:nvSpPr>
          <p:cNvPr id="4" name="スライド番号プレースホルダー 3">
            <a:extLst>
              <a:ext uri="{FF2B5EF4-FFF2-40B4-BE49-F238E27FC236}">
                <a16:creationId xmlns:a16="http://schemas.microsoft.com/office/drawing/2014/main" id="{642197E3-52A4-7A7C-E9FF-D2CB473D66DA}"/>
              </a:ext>
            </a:extLst>
          </p:cNvPr>
          <p:cNvSpPr>
            <a:spLocks noGrp="1"/>
          </p:cNvSpPr>
          <p:nvPr>
            <p:ph type="sldNum" sz="quarter" idx="5"/>
          </p:nvPr>
        </p:nvSpPr>
        <p:spPr/>
        <p:txBody>
          <a:bodyPr/>
          <a:lstStyle/>
          <a:p>
            <a:fld id="{5D611C39-5275-4525-A24E-8AB6781B5901}" type="slidenum">
              <a:rPr kumimoji="1" lang="ja-JP" altLang="en-US" smtClean="0"/>
              <a:t>47</a:t>
            </a:fld>
            <a:endParaRPr kumimoji="1" lang="ja-JP" altLang="en-US"/>
          </a:p>
        </p:txBody>
      </p:sp>
    </p:spTree>
    <p:extLst>
      <p:ext uri="{BB962C8B-B14F-4D97-AF65-F5344CB8AC3E}">
        <p14:creationId xmlns:p14="http://schemas.microsoft.com/office/powerpoint/2010/main" val="27774922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41B4-1F62-2568-07B1-C45D20B877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27F9D41-89D3-1326-8BBC-C426E9D92C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F04D32-C7B7-0BAB-9A71-959AA2918277}"/>
              </a:ext>
            </a:extLst>
          </p:cNvPr>
          <p:cNvSpPr>
            <a:spLocks noGrp="1"/>
          </p:cNvSpPr>
          <p:nvPr>
            <p:ph type="body" idx="1"/>
          </p:nvPr>
        </p:nvSpPr>
        <p:spPr/>
        <p:txBody>
          <a:bodyPr/>
          <a:lstStyle/>
          <a:p>
            <a:r>
              <a:rPr kumimoji="1" lang="ja-JP" altLang="en-US" dirty="0"/>
              <a:t>検索システムが完成したので、学校のローカル</a:t>
            </a:r>
            <a:r>
              <a:rPr kumimoji="1" lang="en-US" altLang="ja-JP" dirty="0"/>
              <a:t>NAS</a:t>
            </a:r>
            <a:r>
              <a:rPr kumimoji="1" lang="ja-JP" altLang="en-US" dirty="0"/>
              <a:t>にファイルを移動し、校内</a:t>
            </a:r>
            <a:r>
              <a:rPr kumimoji="1" lang="en-US" altLang="ja-JP" dirty="0"/>
              <a:t>Wi-Fi</a:t>
            </a:r>
            <a:r>
              <a:rPr kumimoji="1" lang="ja-JP" altLang="en-US" dirty="0"/>
              <a:t>下であればどこでも誰でも開けるようにしました。生徒は表示のみ可能なので、勝手に編集されたりする心配もありません。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その後</a:t>
            </a:r>
            <a:r>
              <a:rPr kumimoji="1" lang="en-US" altLang="ja-JP" dirty="0"/>
              <a:t>22</a:t>
            </a:r>
            <a:r>
              <a:rPr kumimoji="1" lang="ja-JP" altLang="en-US" dirty="0"/>
              <a:t>回生のみんなに、使ってアンケートに回答するようにお願いました。朝礼・終礼時や、探究の授業中に教室を周らせていただき、口頭で伝えました。また、各講座の担当教師からも知らせていただきました。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検索システム内に</a:t>
            </a:r>
            <a:r>
              <a:rPr kumimoji="1" lang="en-US" altLang="ja-JP" dirty="0"/>
              <a:t>google form</a:t>
            </a:r>
            <a:r>
              <a:rPr kumimoji="1" lang="ja-JP" altLang="en-US" dirty="0"/>
              <a:t>を埋め込み、利用者の回答を待ちます。</a:t>
            </a:r>
            <a:endParaRPr kumimoji="1" lang="en-US" altLang="ja-JP" dirty="0"/>
          </a:p>
        </p:txBody>
      </p:sp>
      <p:sp>
        <p:nvSpPr>
          <p:cNvPr id="4" name="スライド番号プレースホルダー 3">
            <a:extLst>
              <a:ext uri="{FF2B5EF4-FFF2-40B4-BE49-F238E27FC236}">
                <a16:creationId xmlns:a16="http://schemas.microsoft.com/office/drawing/2014/main" id="{951D64A3-E6E4-5350-43DF-BAA7734CF6EB}"/>
              </a:ext>
            </a:extLst>
          </p:cNvPr>
          <p:cNvSpPr>
            <a:spLocks noGrp="1"/>
          </p:cNvSpPr>
          <p:nvPr>
            <p:ph type="sldNum" sz="quarter" idx="5"/>
          </p:nvPr>
        </p:nvSpPr>
        <p:spPr/>
        <p:txBody>
          <a:bodyPr/>
          <a:lstStyle/>
          <a:p>
            <a:fld id="{5D611C39-5275-4525-A24E-8AB6781B5901}" type="slidenum">
              <a:rPr kumimoji="1" lang="ja-JP" altLang="en-US" smtClean="0"/>
              <a:t>48</a:t>
            </a:fld>
            <a:endParaRPr kumimoji="1" lang="ja-JP" altLang="en-US"/>
          </a:p>
        </p:txBody>
      </p:sp>
    </p:spTree>
    <p:extLst>
      <p:ext uri="{BB962C8B-B14F-4D97-AF65-F5344CB8AC3E}">
        <p14:creationId xmlns:p14="http://schemas.microsoft.com/office/powerpoint/2010/main" val="2314820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24FD5-E3A5-CB1A-5DCB-D9445B631D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F6B9D2-B802-A416-C112-2EB77F6EF0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958806-75F2-7B3E-F069-08EBE54C670A}"/>
              </a:ext>
            </a:extLst>
          </p:cNvPr>
          <p:cNvSpPr>
            <a:spLocks noGrp="1"/>
          </p:cNvSpPr>
          <p:nvPr>
            <p:ph type="body" idx="1"/>
          </p:nvPr>
        </p:nvSpPr>
        <p:spPr/>
        <p:txBody>
          <a:bodyPr/>
          <a:lstStyle/>
          <a:p>
            <a:r>
              <a:rPr kumimoji="1" lang="ja-JP" altLang="en-US" dirty="0"/>
              <a:t>アンケートとは別の、フィードバックが一定数返ってきたので、それを元に検索システムの修正を始めました。</a:t>
            </a:r>
          </a:p>
        </p:txBody>
      </p:sp>
      <p:sp>
        <p:nvSpPr>
          <p:cNvPr id="4" name="スライド番号プレースホルダー 3">
            <a:extLst>
              <a:ext uri="{FF2B5EF4-FFF2-40B4-BE49-F238E27FC236}">
                <a16:creationId xmlns:a16="http://schemas.microsoft.com/office/drawing/2014/main" id="{7E6CD11E-0C26-0805-5FBA-B86C405A9E6A}"/>
              </a:ext>
            </a:extLst>
          </p:cNvPr>
          <p:cNvSpPr>
            <a:spLocks noGrp="1"/>
          </p:cNvSpPr>
          <p:nvPr>
            <p:ph type="sldNum" sz="quarter" idx="5"/>
          </p:nvPr>
        </p:nvSpPr>
        <p:spPr/>
        <p:txBody>
          <a:bodyPr/>
          <a:lstStyle/>
          <a:p>
            <a:fld id="{5D611C39-5275-4525-A24E-8AB6781B5901}" type="slidenum">
              <a:rPr kumimoji="1" lang="ja-JP" altLang="en-US" smtClean="0"/>
              <a:t>49</a:t>
            </a:fld>
            <a:endParaRPr kumimoji="1" lang="ja-JP" altLang="en-US"/>
          </a:p>
        </p:txBody>
      </p:sp>
    </p:spTree>
    <p:extLst>
      <p:ext uri="{BB962C8B-B14F-4D97-AF65-F5344CB8AC3E}">
        <p14:creationId xmlns:p14="http://schemas.microsoft.com/office/powerpoint/2010/main" val="39560728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278B9-031D-F392-C778-F8098CDF0A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851152-3D24-C22A-1C22-563B18B46C5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498372-7DD0-12EA-CCFE-978A2951FC26}"/>
              </a:ext>
            </a:extLst>
          </p:cNvPr>
          <p:cNvSpPr>
            <a:spLocks noGrp="1"/>
          </p:cNvSpPr>
          <p:nvPr>
            <p:ph type="body" idx="1"/>
          </p:nvPr>
        </p:nvSpPr>
        <p:spPr/>
        <p:txBody>
          <a:bodyPr/>
          <a:lstStyle/>
          <a:p>
            <a:r>
              <a:rPr kumimoji="1" lang="ja-JP" altLang="en-US" dirty="0"/>
              <a:t>具体的には、「ゼロ件の時に表示を追加してほしい」や「並び替え機能がほしい」、「お気に入り機能が欲しい」などです。</a:t>
            </a:r>
            <a:endParaRPr kumimoji="1" lang="en-US" altLang="ja-JP" dirty="0"/>
          </a:p>
          <a:p>
            <a:r>
              <a:rPr kumimoji="1" lang="ja-JP" altLang="en-US" dirty="0"/>
              <a:t>誰からも要望は無かったのですが、やりたかったのでダークモードと曖昧語検索に対応させました。</a:t>
            </a:r>
          </a:p>
        </p:txBody>
      </p:sp>
      <p:sp>
        <p:nvSpPr>
          <p:cNvPr id="4" name="スライド番号プレースホルダー 3">
            <a:extLst>
              <a:ext uri="{FF2B5EF4-FFF2-40B4-BE49-F238E27FC236}">
                <a16:creationId xmlns:a16="http://schemas.microsoft.com/office/drawing/2014/main" id="{0B113608-619E-C22E-6ABE-3C428D3502DB}"/>
              </a:ext>
            </a:extLst>
          </p:cNvPr>
          <p:cNvSpPr>
            <a:spLocks noGrp="1"/>
          </p:cNvSpPr>
          <p:nvPr>
            <p:ph type="sldNum" sz="quarter" idx="5"/>
          </p:nvPr>
        </p:nvSpPr>
        <p:spPr/>
        <p:txBody>
          <a:bodyPr/>
          <a:lstStyle/>
          <a:p>
            <a:fld id="{5D611C39-5275-4525-A24E-8AB6781B5901}" type="slidenum">
              <a:rPr kumimoji="1" lang="ja-JP" altLang="en-US" smtClean="0"/>
              <a:t>50</a:t>
            </a:fld>
            <a:endParaRPr kumimoji="1" lang="ja-JP" altLang="en-US"/>
          </a:p>
        </p:txBody>
      </p:sp>
    </p:spTree>
    <p:extLst>
      <p:ext uri="{BB962C8B-B14F-4D97-AF65-F5344CB8AC3E}">
        <p14:creationId xmlns:p14="http://schemas.microsoft.com/office/powerpoint/2010/main" val="19748889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02D6E-C933-0F9A-54B8-142A3E75AD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1A1288-DDD9-DDBD-2651-6A108D9F1B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B829AE-B888-4887-5D6C-CC351CFFCE2D}"/>
              </a:ext>
            </a:extLst>
          </p:cNvPr>
          <p:cNvSpPr>
            <a:spLocks noGrp="1"/>
          </p:cNvSpPr>
          <p:nvPr>
            <p:ph type="body" idx="1"/>
          </p:nvPr>
        </p:nvSpPr>
        <p:spPr/>
        <p:txBody>
          <a:bodyPr/>
          <a:lstStyle/>
          <a:p>
            <a:r>
              <a:rPr kumimoji="1" lang="ja-JP" altLang="en-US" dirty="0"/>
              <a:t>次に、</a:t>
            </a:r>
          </a:p>
        </p:txBody>
      </p:sp>
      <p:sp>
        <p:nvSpPr>
          <p:cNvPr id="4" name="スライド番号プレースホルダー 3">
            <a:extLst>
              <a:ext uri="{FF2B5EF4-FFF2-40B4-BE49-F238E27FC236}">
                <a16:creationId xmlns:a16="http://schemas.microsoft.com/office/drawing/2014/main" id="{B4C25FE4-00BD-374E-090B-6C10E4E9D719}"/>
              </a:ext>
            </a:extLst>
          </p:cNvPr>
          <p:cNvSpPr>
            <a:spLocks noGrp="1"/>
          </p:cNvSpPr>
          <p:nvPr>
            <p:ph type="sldNum" sz="quarter" idx="5"/>
          </p:nvPr>
        </p:nvSpPr>
        <p:spPr/>
        <p:txBody>
          <a:bodyPr/>
          <a:lstStyle/>
          <a:p>
            <a:fld id="{5D611C39-5275-4525-A24E-8AB6781B5901}" type="slidenum">
              <a:rPr kumimoji="1" lang="ja-JP" altLang="en-US" smtClean="0"/>
              <a:t>51</a:t>
            </a:fld>
            <a:endParaRPr kumimoji="1" lang="ja-JP" altLang="en-US"/>
          </a:p>
        </p:txBody>
      </p:sp>
    </p:spTree>
    <p:extLst>
      <p:ext uri="{BB962C8B-B14F-4D97-AF65-F5344CB8AC3E}">
        <p14:creationId xmlns:p14="http://schemas.microsoft.com/office/powerpoint/2010/main" val="21599040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0313-6667-9506-AFC8-94BB3E367A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71E72-E0B1-9E5F-0587-7EF7A647E9B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1D3FFE6-2CD8-4CA8-3E00-C531CB0A794E}"/>
              </a:ext>
            </a:extLst>
          </p:cNvPr>
          <p:cNvSpPr>
            <a:spLocks noGrp="1"/>
          </p:cNvSpPr>
          <p:nvPr>
            <p:ph type="body" idx="1"/>
          </p:nvPr>
        </p:nvSpPr>
        <p:spPr/>
        <p:txBody>
          <a:bodyPr/>
          <a:lstStyle/>
          <a:p>
            <a:r>
              <a:rPr kumimoji="1" lang="ja-JP" altLang="en-US" dirty="0"/>
              <a:t>研究成果に移ります。</a:t>
            </a:r>
          </a:p>
        </p:txBody>
      </p:sp>
      <p:sp>
        <p:nvSpPr>
          <p:cNvPr id="4" name="スライド番号プレースホルダー 3">
            <a:extLst>
              <a:ext uri="{FF2B5EF4-FFF2-40B4-BE49-F238E27FC236}">
                <a16:creationId xmlns:a16="http://schemas.microsoft.com/office/drawing/2014/main" id="{B4A88D34-6AD0-4FDF-B132-F0117D2F9BFF}"/>
              </a:ext>
            </a:extLst>
          </p:cNvPr>
          <p:cNvSpPr>
            <a:spLocks noGrp="1"/>
          </p:cNvSpPr>
          <p:nvPr>
            <p:ph type="sldNum" sz="quarter" idx="5"/>
          </p:nvPr>
        </p:nvSpPr>
        <p:spPr/>
        <p:txBody>
          <a:bodyPr/>
          <a:lstStyle/>
          <a:p>
            <a:fld id="{5D611C39-5275-4525-A24E-8AB6781B5901}" type="slidenum">
              <a:rPr kumimoji="1" lang="ja-JP" altLang="en-US" smtClean="0"/>
              <a:t>52</a:t>
            </a:fld>
            <a:endParaRPr kumimoji="1" lang="ja-JP" altLang="en-US"/>
          </a:p>
        </p:txBody>
      </p:sp>
    </p:spTree>
    <p:extLst>
      <p:ext uri="{BB962C8B-B14F-4D97-AF65-F5344CB8AC3E}">
        <p14:creationId xmlns:p14="http://schemas.microsoft.com/office/powerpoint/2010/main" val="14825608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3DBF5-D11D-49FC-FD57-E346E61080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82D44A-CDFA-50EB-EB0F-28D71493CF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1152BF-8E90-CD64-C294-5686ADDE4494}"/>
              </a:ext>
            </a:extLst>
          </p:cNvPr>
          <p:cNvSpPr>
            <a:spLocks noGrp="1"/>
          </p:cNvSpPr>
          <p:nvPr>
            <p:ph type="body" idx="1"/>
          </p:nvPr>
        </p:nvSpPr>
        <p:spPr/>
        <p:txBody>
          <a:bodyPr/>
          <a:lstStyle/>
          <a:p>
            <a:r>
              <a:rPr kumimoji="1" lang="en-US" altLang="ja-JP" dirty="0"/>
              <a:t>22</a:t>
            </a:r>
            <a:r>
              <a:rPr kumimoji="1" lang="ja-JP" altLang="en-US" dirty="0"/>
              <a:t>回生に取った</a:t>
            </a:r>
          </a:p>
        </p:txBody>
      </p:sp>
      <p:sp>
        <p:nvSpPr>
          <p:cNvPr id="4" name="スライド番号プレースホルダー 3">
            <a:extLst>
              <a:ext uri="{FF2B5EF4-FFF2-40B4-BE49-F238E27FC236}">
                <a16:creationId xmlns:a16="http://schemas.microsoft.com/office/drawing/2014/main" id="{22705940-7D05-5BE9-E789-03EF9A8A30F2}"/>
              </a:ext>
            </a:extLst>
          </p:cNvPr>
          <p:cNvSpPr>
            <a:spLocks noGrp="1"/>
          </p:cNvSpPr>
          <p:nvPr>
            <p:ph type="sldNum" sz="quarter" idx="5"/>
          </p:nvPr>
        </p:nvSpPr>
        <p:spPr/>
        <p:txBody>
          <a:bodyPr/>
          <a:lstStyle/>
          <a:p>
            <a:fld id="{5D611C39-5275-4525-A24E-8AB6781B5901}" type="slidenum">
              <a:rPr kumimoji="1" lang="ja-JP" altLang="en-US" smtClean="0"/>
              <a:t>53</a:t>
            </a:fld>
            <a:endParaRPr kumimoji="1" lang="ja-JP" altLang="en-US"/>
          </a:p>
        </p:txBody>
      </p:sp>
    </p:spTree>
    <p:extLst>
      <p:ext uri="{BB962C8B-B14F-4D97-AF65-F5344CB8AC3E}">
        <p14:creationId xmlns:p14="http://schemas.microsoft.com/office/powerpoint/2010/main" val="4932453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3E194-BC06-B2B6-BD5A-6147ACE13A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B145B9-27E7-39EF-1A70-BEF5306E4F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54170A-5C7D-508C-ECE3-3034DD9B245C}"/>
              </a:ext>
            </a:extLst>
          </p:cNvPr>
          <p:cNvSpPr>
            <a:spLocks noGrp="1"/>
          </p:cNvSpPr>
          <p:nvPr>
            <p:ph type="body" idx="1"/>
          </p:nvPr>
        </p:nvSpPr>
        <p:spPr/>
        <p:txBody>
          <a:bodyPr/>
          <a:lstStyle/>
          <a:p>
            <a:r>
              <a:rPr kumimoji="1" lang="ja-JP" altLang="en-US" dirty="0"/>
              <a:t>アンケートの結果です。</a:t>
            </a:r>
          </a:p>
        </p:txBody>
      </p:sp>
      <p:sp>
        <p:nvSpPr>
          <p:cNvPr id="4" name="スライド番号プレースホルダー 3">
            <a:extLst>
              <a:ext uri="{FF2B5EF4-FFF2-40B4-BE49-F238E27FC236}">
                <a16:creationId xmlns:a16="http://schemas.microsoft.com/office/drawing/2014/main" id="{DD85E210-2A24-E859-C600-9F1EB25EF96F}"/>
              </a:ext>
            </a:extLst>
          </p:cNvPr>
          <p:cNvSpPr>
            <a:spLocks noGrp="1"/>
          </p:cNvSpPr>
          <p:nvPr>
            <p:ph type="sldNum" sz="quarter" idx="5"/>
          </p:nvPr>
        </p:nvSpPr>
        <p:spPr/>
        <p:txBody>
          <a:bodyPr/>
          <a:lstStyle/>
          <a:p>
            <a:fld id="{5D611C39-5275-4525-A24E-8AB6781B5901}" type="slidenum">
              <a:rPr kumimoji="1" lang="ja-JP" altLang="en-US" smtClean="0"/>
              <a:t>54</a:t>
            </a:fld>
            <a:endParaRPr kumimoji="1" lang="ja-JP" altLang="en-US"/>
          </a:p>
        </p:txBody>
      </p:sp>
    </p:spTree>
    <p:extLst>
      <p:ext uri="{BB962C8B-B14F-4D97-AF65-F5344CB8AC3E}">
        <p14:creationId xmlns:p14="http://schemas.microsoft.com/office/powerpoint/2010/main" val="29944492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85AE-5EB4-0C1E-146F-A3AE5B07DE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313AB5-4B77-67EC-C8DE-C754163ED2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5E8001-7E1C-EE55-7DE1-1CEDB39374D2}"/>
              </a:ext>
            </a:extLst>
          </p:cNvPr>
          <p:cNvSpPr>
            <a:spLocks noGrp="1"/>
          </p:cNvSpPr>
          <p:nvPr>
            <p:ph type="body" idx="1"/>
          </p:nvPr>
        </p:nvSpPr>
        <p:spPr/>
        <p:txBody>
          <a:bodyPr/>
          <a:lstStyle/>
          <a:p>
            <a:r>
              <a:rPr kumimoji="1" lang="ja-JP" altLang="en-US" dirty="0"/>
              <a:t>とても重要な注意点ですが、回答数が</a:t>
            </a:r>
            <a:r>
              <a:rPr kumimoji="1" lang="en-US" altLang="ja-JP" dirty="0"/>
              <a:t>17</a:t>
            </a:r>
            <a:r>
              <a:rPr kumimoji="1" lang="ja-JP" altLang="en-US" dirty="0"/>
              <a:t>ととても少ないです。</a:t>
            </a:r>
            <a:endParaRPr kumimoji="1" lang="en-US" altLang="ja-JP" dirty="0"/>
          </a:p>
          <a:p>
            <a:r>
              <a:rPr kumimoji="1" lang="ja-JP" altLang="en-US" dirty="0"/>
              <a:t>そのため、正確な調査ができているとは言えません。</a:t>
            </a:r>
          </a:p>
        </p:txBody>
      </p:sp>
      <p:sp>
        <p:nvSpPr>
          <p:cNvPr id="4" name="スライド番号プレースホルダー 3">
            <a:extLst>
              <a:ext uri="{FF2B5EF4-FFF2-40B4-BE49-F238E27FC236}">
                <a16:creationId xmlns:a16="http://schemas.microsoft.com/office/drawing/2014/main" id="{B1C6F417-7561-30C5-94E0-AA8123113E09}"/>
              </a:ext>
            </a:extLst>
          </p:cNvPr>
          <p:cNvSpPr>
            <a:spLocks noGrp="1"/>
          </p:cNvSpPr>
          <p:nvPr>
            <p:ph type="sldNum" sz="quarter" idx="5"/>
          </p:nvPr>
        </p:nvSpPr>
        <p:spPr/>
        <p:txBody>
          <a:bodyPr/>
          <a:lstStyle/>
          <a:p>
            <a:fld id="{5D611C39-5275-4525-A24E-8AB6781B5901}" type="slidenum">
              <a:rPr kumimoji="1" lang="ja-JP" altLang="en-US" smtClean="0"/>
              <a:t>55</a:t>
            </a:fld>
            <a:endParaRPr kumimoji="1" lang="ja-JP" altLang="en-US"/>
          </a:p>
        </p:txBody>
      </p:sp>
    </p:spTree>
    <p:extLst>
      <p:ext uri="{BB962C8B-B14F-4D97-AF65-F5344CB8AC3E}">
        <p14:creationId xmlns:p14="http://schemas.microsoft.com/office/powerpoint/2010/main" val="41802843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D7D93-0C04-9A4E-63BC-713ED3600E0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7F89E7-2BFC-FDBA-8E6F-45069E9215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DA8073D-E4E4-01BF-4EE4-ABFC432EADB8}"/>
              </a:ext>
            </a:extLst>
          </p:cNvPr>
          <p:cNvSpPr>
            <a:spLocks noGrp="1"/>
          </p:cNvSpPr>
          <p:nvPr>
            <p:ph type="body" idx="1"/>
          </p:nvPr>
        </p:nvSpPr>
        <p:spPr/>
        <p:txBody>
          <a:bodyPr/>
          <a:lstStyle/>
          <a:p>
            <a:r>
              <a:rPr kumimoji="1" lang="ja-JP" altLang="en-US" dirty="0"/>
              <a:t>「検索システムがあれば授業が円滑に行えた」の質問に対しての回答が、肯定的な回答が</a:t>
            </a:r>
            <a:r>
              <a:rPr kumimoji="1" lang="en-US" altLang="ja-JP" dirty="0"/>
              <a:t>80%</a:t>
            </a:r>
            <a:r>
              <a:rPr kumimoji="1" lang="ja-JP" altLang="en-US" dirty="0"/>
              <a:t>なので、探究の目的は達成できたと言えると思います。</a:t>
            </a:r>
          </a:p>
        </p:txBody>
      </p:sp>
      <p:sp>
        <p:nvSpPr>
          <p:cNvPr id="4" name="スライド番号プレースホルダー 3">
            <a:extLst>
              <a:ext uri="{FF2B5EF4-FFF2-40B4-BE49-F238E27FC236}">
                <a16:creationId xmlns:a16="http://schemas.microsoft.com/office/drawing/2014/main" id="{CA671952-26D1-0329-C85D-1CFABEBD7246}"/>
              </a:ext>
            </a:extLst>
          </p:cNvPr>
          <p:cNvSpPr>
            <a:spLocks noGrp="1"/>
          </p:cNvSpPr>
          <p:nvPr>
            <p:ph type="sldNum" sz="quarter" idx="5"/>
          </p:nvPr>
        </p:nvSpPr>
        <p:spPr/>
        <p:txBody>
          <a:bodyPr/>
          <a:lstStyle/>
          <a:p>
            <a:fld id="{5D611C39-5275-4525-A24E-8AB6781B5901}" type="slidenum">
              <a:rPr kumimoji="1" lang="ja-JP" altLang="en-US" smtClean="0"/>
              <a:t>56</a:t>
            </a:fld>
            <a:endParaRPr kumimoji="1" lang="ja-JP" altLang="en-US"/>
          </a:p>
        </p:txBody>
      </p:sp>
    </p:spTree>
    <p:extLst>
      <p:ext uri="{BB962C8B-B14F-4D97-AF65-F5344CB8AC3E}">
        <p14:creationId xmlns:p14="http://schemas.microsoft.com/office/powerpoint/2010/main" val="11836041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2F993-2680-A8E7-C90B-48A023843D5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D93B88-176B-81F3-3E83-1317395F92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9F38B1-3359-3F04-76FA-10930050A37D}"/>
              </a:ext>
            </a:extLst>
          </p:cNvPr>
          <p:cNvSpPr>
            <a:spLocks noGrp="1"/>
          </p:cNvSpPr>
          <p:nvPr>
            <p:ph type="body" idx="1"/>
          </p:nvPr>
        </p:nvSpPr>
        <p:spPr/>
        <p:txBody>
          <a:bodyPr/>
          <a:lstStyle/>
          <a:p>
            <a:r>
              <a:rPr kumimoji="1" lang="ja-JP" altLang="en-US" dirty="0"/>
              <a:t>「検索システムがあれば授業が円滑に行えた」の質問に対しての回答が、肯定的な回答が</a:t>
            </a:r>
            <a:r>
              <a:rPr kumimoji="1" lang="en-US" altLang="ja-JP" dirty="0"/>
              <a:t>80%</a:t>
            </a:r>
            <a:r>
              <a:rPr kumimoji="1" lang="ja-JP" altLang="en-US" dirty="0"/>
              <a:t>なので、探究の目的は達成できたと言えると思います。</a:t>
            </a:r>
          </a:p>
        </p:txBody>
      </p:sp>
      <p:sp>
        <p:nvSpPr>
          <p:cNvPr id="4" name="スライド番号プレースホルダー 3">
            <a:extLst>
              <a:ext uri="{FF2B5EF4-FFF2-40B4-BE49-F238E27FC236}">
                <a16:creationId xmlns:a16="http://schemas.microsoft.com/office/drawing/2014/main" id="{22DFD893-C1E4-327D-FC8E-F0ABF61988B7}"/>
              </a:ext>
            </a:extLst>
          </p:cNvPr>
          <p:cNvSpPr>
            <a:spLocks noGrp="1"/>
          </p:cNvSpPr>
          <p:nvPr>
            <p:ph type="sldNum" sz="quarter" idx="5"/>
          </p:nvPr>
        </p:nvSpPr>
        <p:spPr/>
        <p:txBody>
          <a:bodyPr/>
          <a:lstStyle/>
          <a:p>
            <a:fld id="{5D611C39-5275-4525-A24E-8AB6781B5901}" type="slidenum">
              <a:rPr kumimoji="1" lang="ja-JP" altLang="en-US" smtClean="0"/>
              <a:t>57</a:t>
            </a:fld>
            <a:endParaRPr kumimoji="1" lang="ja-JP" altLang="en-US"/>
          </a:p>
        </p:txBody>
      </p:sp>
    </p:spTree>
    <p:extLst>
      <p:ext uri="{BB962C8B-B14F-4D97-AF65-F5344CB8AC3E}">
        <p14:creationId xmlns:p14="http://schemas.microsoft.com/office/powerpoint/2010/main" val="33911967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4E4F-C262-4158-A1EA-D10FD310C8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4C208D-0233-D4D2-DFBB-FE0A33709B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07008-93C2-2E91-4946-4D867F7B78F0}"/>
              </a:ext>
            </a:extLst>
          </p:cNvPr>
          <p:cNvSpPr>
            <a:spLocks noGrp="1"/>
          </p:cNvSpPr>
          <p:nvPr>
            <p:ph type="body" idx="1"/>
          </p:nvPr>
        </p:nvSpPr>
        <p:spPr/>
        <p:txBody>
          <a:bodyPr/>
          <a:lstStyle/>
          <a:p>
            <a:r>
              <a:rPr kumimoji="1" lang="ja-JP" altLang="en-US" dirty="0"/>
              <a:t>「検索システムがあれば授業が円滑に行えた」の質問に対しての回答が、肯定的な回答が</a:t>
            </a:r>
            <a:r>
              <a:rPr kumimoji="1" lang="en-US" altLang="ja-JP" dirty="0"/>
              <a:t>80%</a:t>
            </a:r>
            <a:r>
              <a:rPr kumimoji="1" lang="ja-JP" altLang="en-US" dirty="0"/>
              <a:t>なので、探究の目的は達成できたと言えると思います。</a:t>
            </a:r>
          </a:p>
        </p:txBody>
      </p:sp>
      <p:sp>
        <p:nvSpPr>
          <p:cNvPr id="4" name="スライド番号プレースホルダー 3">
            <a:extLst>
              <a:ext uri="{FF2B5EF4-FFF2-40B4-BE49-F238E27FC236}">
                <a16:creationId xmlns:a16="http://schemas.microsoft.com/office/drawing/2014/main" id="{5C6949A0-DD0C-0DA0-80F3-EEF9328EA6C5}"/>
              </a:ext>
            </a:extLst>
          </p:cNvPr>
          <p:cNvSpPr>
            <a:spLocks noGrp="1"/>
          </p:cNvSpPr>
          <p:nvPr>
            <p:ph type="sldNum" sz="quarter" idx="5"/>
          </p:nvPr>
        </p:nvSpPr>
        <p:spPr/>
        <p:txBody>
          <a:bodyPr/>
          <a:lstStyle/>
          <a:p>
            <a:fld id="{5D611C39-5275-4525-A24E-8AB6781B5901}" type="slidenum">
              <a:rPr kumimoji="1" lang="ja-JP" altLang="en-US" smtClean="0"/>
              <a:t>58</a:t>
            </a:fld>
            <a:endParaRPr kumimoji="1" lang="ja-JP" altLang="en-US"/>
          </a:p>
        </p:txBody>
      </p:sp>
    </p:spTree>
    <p:extLst>
      <p:ext uri="{BB962C8B-B14F-4D97-AF65-F5344CB8AC3E}">
        <p14:creationId xmlns:p14="http://schemas.microsoft.com/office/powerpoint/2010/main" val="42729202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F66D2-129C-1178-6D87-4FE42D89BA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308819-0B76-8ACB-BFFA-E12B7D4E7AE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217EEB-E86E-37BC-179A-CFAC66C263C8}"/>
              </a:ext>
            </a:extLst>
          </p:cNvPr>
          <p:cNvSpPr>
            <a:spLocks noGrp="1"/>
          </p:cNvSpPr>
          <p:nvPr>
            <p:ph type="body" idx="1"/>
          </p:nvPr>
        </p:nvSpPr>
        <p:spPr/>
        <p:txBody>
          <a:bodyPr/>
          <a:lstStyle/>
          <a:p>
            <a:r>
              <a:rPr kumimoji="1" lang="ja-JP" altLang="en-US" dirty="0"/>
              <a:t>また、「後輩に勧めたい」と「今後も使用したい」の項目</a:t>
            </a:r>
            <a:r>
              <a:rPr kumimoji="1" lang="ja-JP" altLang="en-US"/>
              <a:t>に対する肯定的な回答</a:t>
            </a:r>
            <a:r>
              <a:rPr kumimoji="1" lang="ja-JP" altLang="en-US" dirty="0"/>
              <a:t>が</a:t>
            </a:r>
            <a:r>
              <a:rPr kumimoji="1" lang="en-US" altLang="ja-JP" dirty="0"/>
              <a:t>93%</a:t>
            </a:r>
            <a:r>
              <a:rPr kumimoji="1" lang="ja-JP" altLang="en-US" dirty="0"/>
              <a:t>と</a:t>
            </a:r>
            <a:r>
              <a:rPr kumimoji="1" lang="en-US" altLang="ja-JP" dirty="0"/>
              <a:t>100%</a:t>
            </a:r>
            <a:r>
              <a:rPr kumimoji="1" lang="ja-JP" altLang="en-US" dirty="0"/>
              <a:t>なので、今後も開発を続ける意味があると言えます。</a:t>
            </a:r>
          </a:p>
        </p:txBody>
      </p:sp>
      <p:sp>
        <p:nvSpPr>
          <p:cNvPr id="4" name="スライド番号プレースホルダー 3">
            <a:extLst>
              <a:ext uri="{FF2B5EF4-FFF2-40B4-BE49-F238E27FC236}">
                <a16:creationId xmlns:a16="http://schemas.microsoft.com/office/drawing/2014/main" id="{CF8D4ED6-98B9-3E02-71B9-8CFD90BEB054}"/>
              </a:ext>
            </a:extLst>
          </p:cNvPr>
          <p:cNvSpPr>
            <a:spLocks noGrp="1"/>
          </p:cNvSpPr>
          <p:nvPr>
            <p:ph type="sldNum" sz="quarter" idx="5"/>
          </p:nvPr>
        </p:nvSpPr>
        <p:spPr/>
        <p:txBody>
          <a:bodyPr/>
          <a:lstStyle/>
          <a:p>
            <a:fld id="{5D611C39-5275-4525-A24E-8AB6781B5901}" type="slidenum">
              <a:rPr kumimoji="1" lang="ja-JP" altLang="en-US" smtClean="0"/>
              <a:t>59</a:t>
            </a:fld>
            <a:endParaRPr kumimoji="1" lang="ja-JP" altLang="en-US"/>
          </a:p>
        </p:txBody>
      </p:sp>
    </p:spTree>
    <p:extLst>
      <p:ext uri="{BB962C8B-B14F-4D97-AF65-F5344CB8AC3E}">
        <p14:creationId xmlns:p14="http://schemas.microsoft.com/office/powerpoint/2010/main" val="229848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43478-B147-8014-03F9-E1CC025DE8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63C151-7567-3BF4-9A98-249EF8C5DB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F6133D-ECD0-FE7B-25D7-6229F8EE3810}"/>
              </a:ext>
            </a:extLst>
          </p:cNvPr>
          <p:cNvSpPr>
            <a:spLocks noGrp="1"/>
          </p:cNvSpPr>
          <p:nvPr>
            <p:ph type="body" idx="1"/>
          </p:nvPr>
        </p:nvSpPr>
        <p:spPr/>
        <p:txBody>
          <a:bodyPr/>
          <a:lstStyle/>
          <a:p>
            <a:r>
              <a:rPr kumimoji="1" lang="ja-JP" altLang="en-US" dirty="0"/>
              <a:t>最後に、</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A10A9D23-4029-25D8-F3EA-CE0440F708F5}"/>
              </a:ext>
            </a:extLst>
          </p:cNvPr>
          <p:cNvSpPr>
            <a:spLocks noGrp="1"/>
          </p:cNvSpPr>
          <p:nvPr>
            <p:ph type="sldNum" sz="quarter" idx="5"/>
          </p:nvPr>
        </p:nvSpPr>
        <p:spPr/>
        <p:txBody>
          <a:bodyPr/>
          <a:lstStyle/>
          <a:p>
            <a:fld id="{5D611C39-5275-4525-A24E-8AB6781B5901}" type="slidenum">
              <a:rPr kumimoji="1" lang="ja-JP" altLang="en-US" smtClean="0"/>
              <a:t>60</a:t>
            </a:fld>
            <a:endParaRPr kumimoji="1" lang="ja-JP" altLang="en-US"/>
          </a:p>
        </p:txBody>
      </p:sp>
    </p:spTree>
    <p:extLst>
      <p:ext uri="{BB962C8B-B14F-4D97-AF65-F5344CB8AC3E}">
        <p14:creationId xmlns:p14="http://schemas.microsoft.com/office/powerpoint/2010/main" val="6328557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6B996-2057-7D48-266C-3A2DBAEFD7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4514AF-367C-9C41-7DA5-8F7C265F42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EFF427-19E6-7A5C-C13A-D0056CCE18B8}"/>
              </a:ext>
            </a:extLst>
          </p:cNvPr>
          <p:cNvSpPr>
            <a:spLocks noGrp="1"/>
          </p:cNvSpPr>
          <p:nvPr>
            <p:ph type="body" idx="1"/>
          </p:nvPr>
        </p:nvSpPr>
        <p:spPr/>
        <p:txBody>
          <a:bodyPr/>
          <a:lstStyle/>
          <a:p>
            <a:r>
              <a:rPr kumimoji="1" lang="ja-JP" altLang="en-US" dirty="0"/>
              <a:t>結果と展望です。</a:t>
            </a:r>
          </a:p>
        </p:txBody>
      </p:sp>
      <p:sp>
        <p:nvSpPr>
          <p:cNvPr id="4" name="スライド番号プレースホルダー 3">
            <a:extLst>
              <a:ext uri="{FF2B5EF4-FFF2-40B4-BE49-F238E27FC236}">
                <a16:creationId xmlns:a16="http://schemas.microsoft.com/office/drawing/2014/main" id="{B6EA15F5-AD23-659A-7CA5-4972393AA3DD}"/>
              </a:ext>
            </a:extLst>
          </p:cNvPr>
          <p:cNvSpPr>
            <a:spLocks noGrp="1"/>
          </p:cNvSpPr>
          <p:nvPr>
            <p:ph type="sldNum" sz="quarter" idx="5"/>
          </p:nvPr>
        </p:nvSpPr>
        <p:spPr/>
        <p:txBody>
          <a:bodyPr/>
          <a:lstStyle/>
          <a:p>
            <a:fld id="{5D611C39-5275-4525-A24E-8AB6781B5901}" type="slidenum">
              <a:rPr kumimoji="1" lang="ja-JP" altLang="en-US" smtClean="0"/>
              <a:t>61</a:t>
            </a:fld>
            <a:endParaRPr kumimoji="1" lang="ja-JP" altLang="en-US"/>
          </a:p>
        </p:txBody>
      </p:sp>
    </p:spTree>
    <p:extLst>
      <p:ext uri="{BB962C8B-B14F-4D97-AF65-F5344CB8AC3E}">
        <p14:creationId xmlns:p14="http://schemas.microsoft.com/office/powerpoint/2010/main" val="27621335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1E504-4FF6-6FFB-55A8-34B2B05A8B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A62649-E0B8-404B-1103-19F0B199E0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C5B8FC-F7BF-3FE0-0734-DDC06E06349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CD26EFC-EB1A-4DC4-C050-C8ABF150EB7D}"/>
              </a:ext>
            </a:extLst>
          </p:cNvPr>
          <p:cNvSpPr>
            <a:spLocks noGrp="1"/>
          </p:cNvSpPr>
          <p:nvPr>
            <p:ph type="sldNum" sz="quarter" idx="5"/>
          </p:nvPr>
        </p:nvSpPr>
        <p:spPr/>
        <p:txBody>
          <a:bodyPr/>
          <a:lstStyle/>
          <a:p>
            <a:fld id="{5D611C39-5275-4525-A24E-8AB6781B5901}" type="slidenum">
              <a:rPr kumimoji="1" lang="ja-JP" altLang="en-US" smtClean="0"/>
              <a:t>62</a:t>
            </a:fld>
            <a:endParaRPr kumimoji="1" lang="ja-JP" altLang="en-US"/>
          </a:p>
        </p:txBody>
      </p:sp>
    </p:spTree>
    <p:extLst>
      <p:ext uri="{BB962C8B-B14F-4D97-AF65-F5344CB8AC3E}">
        <p14:creationId xmlns:p14="http://schemas.microsoft.com/office/powerpoint/2010/main" val="36373095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1C70A-1D10-9A44-859F-85E221B731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88C88C-3D2A-DA70-9B9B-8D719E7C8D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DA40517-C289-271B-2B34-947E33123AD2}"/>
              </a:ext>
            </a:extLst>
          </p:cNvPr>
          <p:cNvSpPr>
            <a:spLocks noGrp="1"/>
          </p:cNvSpPr>
          <p:nvPr>
            <p:ph type="body" idx="1"/>
          </p:nvPr>
        </p:nvSpPr>
        <p:spPr/>
        <p:txBody>
          <a:bodyPr/>
          <a:lstStyle/>
          <a:p>
            <a:r>
              <a:rPr kumimoji="1" lang="ja-JP" altLang="en-US" dirty="0"/>
              <a:t>結論。</a:t>
            </a:r>
          </a:p>
        </p:txBody>
      </p:sp>
      <p:sp>
        <p:nvSpPr>
          <p:cNvPr id="4" name="スライド番号プレースホルダー 3">
            <a:extLst>
              <a:ext uri="{FF2B5EF4-FFF2-40B4-BE49-F238E27FC236}">
                <a16:creationId xmlns:a16="http://schemas.microsoft.com/office/drawing/2014/main" id="{63E78C36-B017-D61F-538C-F3BE4449C7AA}"/>
              </a:ext>
            </a:extLst>
          </p:cNvPr>
          <p:cNvSpPr>
            <a:spLocks noGrp="1"/>
          </p:cNvSpPr>
          <p:nvPr>
            <p:ph type="sldNum" sz="quarter" idx="5"/>
          </p:nvPr>
        </p:nvSpPr>
        <p:spPr/>
        <p:txBody>
          <a:bodyPr/>
          <a:lstStyle/>
          <a:p>
            <a:fld id="{5D611C39-5275-4525-A24E-8AB6781B5901}" type="slidenum">
              <a:rPr kumimoji="1" lang="ja-JP" altLang="en-US" smtClean="0"/>
              <a:t>63</a:t>
            </a:fld>
            <a:endParaRPr kumimoji="1" lang="ja-JP" altLang="en-US"/>
          </a:p>
        </p:txBody>
      </p:sp>
    </p:spTree>
    <p:extLst>
      <p:ext uri="{BB962C8B-B14F-4D97-AF65-F5344CB8AC3E}">
        <p14:creationId xmlns:p14="http://schemas.microsoft.com/office/powerpoint/2010/main" val="24493970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9A218-9C4E-B67C-5677-A86DB2552D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6E117C-68A0-C9D4-C7F0-5D65B8F2DC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D8726A-3697-0056-5953-7CACE63CDE5E}"/>
              </a:ext>
            </a:extLst>
          </p:cNvPr>
          <p:cNvSpPr>
            <a:spLocks noGrp="1"/>
          </p:cNvSpPr>
          <p:nvPr>
            <p:ph type="body" idx="1"/>
          </p:nvPr>
        </p:nvSpPr>
        <p:spPr/>
        <p:txBody>
          <a:bodyPr/>
          <a:lstStyle/>
          <a:p>
            <a:r>
              <a:rPr kumimoji="1" lang="ja-JP" altLang="en-US" dirty="0"/>
              <a:t>「ポスター検索システムがあれば探究の授業が円滑に行えたか」の質問において、肯定的な回答が</a:t>
            </a:r>
            <a:r>
              <a:rPr kumimoji="1" lang="en-US" altLang="ja-JP" dirty="0"/>
              <a:t>80</a:t>
            </a:r>
            <a:r>
              <a:rPr kumimoji="1" lang="ja-JP" altLang="en-US" dirty="0"/>
              <a:t>パーセントを超えるえているので、</a:t>
            </a:r>
          </a:p>
        </p:txBody>
      </p:sp>
      <p:sp>
        <p:nvSpPr>
          <p:cNvPr id="4" name="スライド番号プレースホルダー 3">
            <a:extLst>
              <a:ext uri="{FF2B5EF4-FFF2-40B4-BE49-F238E27FC236}">
                <a16:creationId xmlns:a16="http://schemas.microsoft.com/office/drawing/2014/main" id="{A31D7F4D-76C7-164A-E044-422930C41AB3}"/>
              </a:ext>
            </a:extLst>
          </p:cNvPr>
          <p:cNvSpPr>
            <a:spLocks noGrp="1"/>
          </p:cNvSpPr>
          <p:nvPr>
            <p:ph type="sldNum" sz="quarter" idx="5"/>
          </p:nvPr>
        </p:nvSpPr>
        <p:spPr/>
        <p:txBody>
          <a:bodyPr/>
          <a:lstStyle/>
          <a:p>
            <a:fld id="{5D611C39-5275-4525-A24E-8AB6781B5901}" type="slidenum">
              <a:rPr kumimoji="1" lang="ja-JP" altLang="en-US" smtClean="0"/>
              <a:t>64</a:t>
            </a:fld>
            <a:endParaRPr kumimoji="1" lang="ja-JP" altLang="en-US"/>
          </a:p>
        </p:txBody>
      </p:sp>
    </p:spTree>
    <p:extLst>
      <p:ext uri="{BB962C8B-B14F-4D97-AF65-F5344CB8AC3E}">
        <p14:creationId xmlns:p14="http://schemas.microsoft.com/office/powerpoint/2010/main" val="36576225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53C8-D0C1-2B89-876A-00B9843018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F3D7F3-9E7F-96E6-DBAB-686357A577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604D97-76D4-E923-63E9-257473899CD2}"/>
              </a:ext>
            </a:extLst>
          </p:cNvPr>
          <p:cNvSpPr>
            <a:spLocks noGrp="1"/>
          </p:cNvSpPr>
          <p:nvPr>
            <p:ph type="body" idx="1"/>
          </p:nvPr>
        </p:nvSpPr>
        <p:spPr/>
        <p:txBody>
          <a:bodyPr/>
          <a:lstStyle/>
          <a:p>
            <a:r>
              <a:rPr kumimoji="1" lang="ja-JP" altLang="en-US" dirty="0"/>
              <a:t>「探究の授業が円滑になった」 と言える。</a:t>
            </a:r>
            <a:endParaRPr kumimoji="1" lang="en-US" altLang="ja-JP" dirty="0"/>
          </a:p>
          <a:p>
            <a:r>
              <a:rPr kumimoji="1" lang="ja-JP" altLang="en-US" dirty="0"/>
              <a:t>ただ、</a:t>
            </a:r>
            <a:r>
              <a:rPr kumimoji="1" lang="en-US" altLang="ja-JP" dirty="0"/>
              <a:t>80%</a:t>
            </a:r>
            <a:r>
              <a:rPr kumimoji="1" lang="ja-JP" altLang="en-US" dirty="0"/>
              <a:t>で本当に言いきれるのかは未検証。</a:t>
            </a:r>
          </a:p>
        </p:txBody>
      </p:sp>
      <p:sp>
        <p:nvSpPr>
          <p:cNvPr id="4" name="スライド番号プレースホルダー 3">
            <a:extLst>
              <a:ext uri="{FF2B5EF4-FFF2-40B4-BE49-F238E27FC236}">
                <a16:creationId xmlns:a16="http://schemas.microsoft.com/office/drawing/2014/main" id="{1F641C8D-7ECB-CB26-3167-B11B0217DCA9}"/>
              </a:ext>
            </a:extLst>
          </p:cNvPr>
          <p:cNvSpPr>
            <a:spLocks noGrp="1"/>
          </p:cNvSpPr>
          <p:nvPr>
            <p:ph type="sldNum" sz="quarter" idx="5"/>
          </p:nvPr>
        </p:nvSpPr>
        <p:spPr/>
        <p:txBody>
          <a:bodyPr/>
          <a:lstStyle/>
          <a:p>
            <a:fld id="{5D611C39-5275-4525-A24E-8AB6781B5901}" type="slidenum">
              <a:rPr kumimoji="1" lang="ja-JP" altLang="en-US" smtClean="0"/>
              <a:t>65</a:t>
            </a:fld>
            <a:endParaRPr kumimoji="1" lang="ja-JP" altLang="en-US"/>
          </a:p>
        </p:txBody>
      </p:sp>
    </p:spTree>
    <p:extLst>
      <p:ext uri="{BB962C8B-B14F-4D97-AF65-F5344CB8AC3E}">
        <p14:creationId xmlns:p14="http://schemas.microsoft.com/office/powerpoint/2010/main" val="35574213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E0583-322F-D5B3-6104-5511819B1A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C6ED1-CF2D-CE67-77F3-CF79E7FB80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9981EA-1E71-2521-5C77-613A09C80F27}"/>
              </a:ext>
            </a:extLst>
          </p:cNvPr>
          <p:cNvSpPr>
            <a:spLocks noGrp="1"/>
          </p:cNvSpPr>
          <p:nvPr>
            <p:ph type="body" idx="1"/>
          </p:nvPr>
        </p:nvSpPr>
        <p:spPr/>
        <p:txBody>
          <a:bodyPr/>
          <a:lstStyle/>
          <a:p>
            <a:r>
              <a:rPr kumimoji="1" lang="ja-JP" altLang="en-US" dirty="0"/>
              <a:t>改善点としては、</a:t>
            </a:r>
            <a:br>
              <a:rPr kumimoji="1" lang="en-US" altLang="ja-JP" dirty="0"/>
            </a:br>
            <a:r>
              <a:rPr kumimoji="1" lang="ja-JP" altLang="en-US" dirty="0"/>
              <a:t>アンケートの回答数が少なすぎるので、 アンケートの集め方を改善し、</a:t>
            </a:r>
            <a:r>
              <a:rPr kumimoji="1" lang="en-US" altLang="ja-JP" dirty="0"/>
              <a:t>100</a:t>
            </a:r>
            <a:r>
              <a:rPr kumimoji="1" lang="ja-JP" altLang="en-US" dirty="0"/>
              <a:t>件くらい集めたいです。</a:t>
            </a:r>
          </a:p>
        </p:txBody>
      </p:sp>
      <p:sp>
        <p:nvSpPr>
          <p:cNvPr id="4" name="スライド番号プレースホルダー 3">
            <a:extLst>
              <a:ext uri="{FF2B5EF4-FFF2-40B4-BE49-F238E27FC236}">
                <a16:creationId xmlns:a16="http://schemas.microsoft.com/office/drawing/2014/main" id="{B76D888D-C53C-4FBE-80D4-CB645BB91001}"/>
              </a:ext>
            </a:extLst>
          </p:cNvPr>
          <p:cNvSpPr>
            <a:spLocks noGrp="1"/>
          </p:cNvSpPr>
          <p:nvPr>
            <p:ph type="sldNum" sz="quarter" idx="5"/>
          </p:nvPr>
        </p:nvSpPr>
        <p:spPr/>
        <p:txBody>
          <a:bodyPr/>
          <a:lstStyle/>
          <a:p>
            <a:fld id="{5D611C39-5275-4525-A24E-8AB6781B5901}" type="slidenum">
              <a:rPr kumimoji="1" lang="ja-JP" altLang="en-US" smtClean="0"/>
              <a:t>66</a:t>
            </a:fld>
            <a:endParaRPr kumimoji="1" lang="ja-JP" altLang="en-US"/>
          </a:p>
        </p:txBody>
      </p:sp>
    </p:spTree>
    <p:extLst>
      <p:ext uri="{BB962C8B-B14F-4D97-AF65-F5344CB8AC3E}">
        <p14:creationId xmlns:p14="http://schemas.microsoft.com/office/powerpoint/2010/main" val="124713681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0FB04-A481-4CF7-AD28-13EBE3CDF6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C5F664-0189-FCBC-AFD3-334496F8D9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E6A6C6-40BE-1C8D-B603-DF0ECEEC299A}"/>
              </a:ext>
            </a:extLst>
          </p:cNvPr>
          <p:cNvSpPr>
            <a:spLocks noGrp="1"/>
          </p:cNvSpPr>
          <p:nvPr>
            <p:ph type="body" idx="1"/>
          </p:nvPr>
        </p:nvSpPr>
        <p:spPr/>
        <p:txBody>
          <a:bodyPr/>
          <a:lstStyle/>
          <a:p>
            <a:r>
              <a:rPr kumimoji="1" lang="ja-JP" altLang="en-US" dirty="0"/>
              <a:t>もう一つ改善点です。</a:t>
            </a:r>
            <a:endParaRPr kumimoji="1" lang="en-US" altLang="ja-JP" dirty="0"/>
          </a:p>
          <a:p>
            <a:r>
              <a:rPr kumimoji="1" lang="ja-JP" altLang="en-US" dirty="0"/>
              <a:t>今回はアンケートを取っただけで結論付けていますが、実際に授業を円滑に行えるのかなど、検証はしていません。</a:t>
            </a:r>
            <a:endParaRPr kumimoji="1" lang="en-US" altLang="ja-JP" dirty="0"/>
          </a:p>
          <a:p>
            <a:r>
              <a:rPr kumimoji="1" lang="ja-JP" altLang="en-US" dirty="0"/>
              <a:t>なので、ポスター検索システムを使った授業と使ってない授業を比較するなどして、円滑になったかどうかを数値のデータとして表したいです。</a:t>
            </a:r>
            <a:endParaRPr kumimoji="1" lang="en-US" altLang="ja-JP" dirty="0"/>
          </a:p>
          <a:p>
            <a:r>
              <a:rPr kumimoji="1" lang="ja-JP" altLang="en-US" dirty="0"/>
              <a:t>また、仮設の「</a:t>
            </a:r>
            <a:r>
              <a:rPr kumimoji="1" lang="en-US" altLang="ja-JP" dirty="0"/>
              <a:t>UX</a:t>
            </a:r>
            <a:r>
              <a:rPr kumimoji="1" lang="ja-JP" altLang="en-US" dirty="0"/>
              <a:t>が良い物を作れば授業が円滑になる」において、</a:t>
            </a:r>
            <a:r>
              <a:rPr kumimoji="1" lang="en-US" altLang="ja-JP" dirty="0"/>
              <a:t>UX</a:t>
            </a:r>
            <a:r>
              <a:rPr kumimoji="1" lang="ja-JP" altLang="en-US" dirty="0"/>
              <a:t>が良くなったから授業が円滑になったとの因果関係を示せていないので、これを示すための実験が必要だと思います。</a:t>
            </a:r>
          </a:p>
        </p:txBody>
      </p:sp>
      <p:sp>
        <p:nvSpPr>
          <p:cNvPr id="4" name="スライド番号プレースホルダー 3">
            <a:extLst>
              <a:ext uri="{FF2B5EF4-FFF2-40B4-BE49-F238E27FC236}">
                <a16:creationId xmlns:a16="http://schemas.microsoft.com/office/drawing/2014/main" id="{7C6D799A-55F5-B878-C408-B20E208AEDAD}"/>
              </a:ext>
            </a:extLst>
          </p:cNvPr>
          <p:cNvSpPr>
            <a:spLocks noGrp="1"/>
          </p:cNvSpPr>
          <p:nvPr>
            <p:ph type="sldNum" sz="quarter" idx="5"/>
          </p:nvPr>
        </p:nvSpPr>
        <p:spPr/>
        <p:txBody>
          <a:bodyPr/>
          <a:lstStyle/>
          <a:p>
            <a:fld id="{5D611C39-5275-4525-A24E-8AB6781B5901}" type="slidenum">
              <a:rPr kumimoji="1" lang="ja-JP" altLang="en-US" smtClean="0"/>
              <a:t>67</a:t>
            </a:fld>
            <a:endParaRPr kumimoji="1" lang="ja-JP" altLang="en-US"/>
          </a:p>
        </p:txBody>
      </p:sp>
    </p:spTree>
    <p:extLst>
      <p:ext uri="{BB962C8B-B14F-4D97-AF65-F5344CB8AC3E}">
        <p14:creationId xmlns:p14="http://schemas.microsoft.com/office/powerpoint/2010/main" val="32529284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3EB7-A833-FC06-D0AF-2880B59A49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8E3966-0671-AD0B-9CBF-3A1979C5F9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5CFF47E-D9A6-2C9C-783B-5EE3C900B004}"/>
              </a:ext>
            </a:extLst>
          </p:cNvPr>
          <p:cNvSpPr>
            <a:spLocks noGrp="1"/>
          </p:cNvSpPr>
          <p:nvPr>
            <p:ph type="body" idx="1"/>
          </p:nvPr>
        </p:nvSpPr>
        <p:spPr/>
        <p:txBody>
          <a:bodyPr/>
          <a:lstStyle/>
          <a:p>
            <a:r>
              <a:rPr kumimoji="1" lang="ja-JP" altLang="en-US" dirty="0"/>
              <a:t>最後は展望です。</a:t>
            </a:r>
            <a:endParaRPr kumimoji="1" lang="en-US" altLang="ja-JP" dirty="0"/>
          </a:p>
          <a:p>
            <a:r>
              <a:rPr kumimoji="1" lang="ja-JP" altLang="en-US" dirty="0"/>
              <a:t>今ある機能でも十分にポスターを検索して閲覧することはできます。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ですが、ポスターをドラッグアンドドロップで追加できるようにしたり、コメント機能を追加して感想をつぶやいたり生徒同士でディスカッションなどをできるようにしたり なども考えています。</a:t>
            </a:r>
            <a:endParaRPr kumimoji="1" lang="en-US" altLang="ja-JP" dirty="0"/>
          </a:p>
        </p:txBody>
      </p:sp>
      <p:sp>
        <p:nvSpPr>
          <p:cNvPr id="4" name="スライド番号プレースホルダー 3">
            <a:extLst>
              <a:ext uri="{FF2B5EF4-FFF2-40B4-BE49-F238E27FC236}">
                <a16:creationId xmlns:a16="http://schemas.microsoft.com/office/drawing/2014/main" id="{388D8971-429A-DBCE-A7B0-E4BC3E77628E}"/>
              </a:ext>
            </a:extLst>
          </p:cNvPr>
          <p:cNvSpPr>
            <a:spLocks noGrp="1"/>
          </p:cNvSpPr>
          <p:nvPr>
            <p:ph type="sldNum" sz="quarter" idx="5"/>
          </p:nvPr>
        </p:nvSpPr>
        <p:spPr/>
        <p:txBody>
          <a:bodyPr/>
          <a:lstStyle/>
          <a:p>
            <a:fld id="{5D611C39-5275-4525-A24E-8AB6781B5901}" type="slidenum">
              <a:rPr kumimoji="1" lang="ja-JP" altLang="en-US" smtClean="0"/>
              <a:t>68</a:t>
            </a:fld>
            <a:endParaRPr kumimoji="1" lang="ja-JP" altLang="en-US"/>
          </a:p>
        </p:txBody>
      </p:sp>
    </p:spTree>
    <p:extLst>
      <p:ext uri="{BB962C8B-B14F-4D97-AF65-F5344CB8AC3E}">
        <p14:creationId xmlns:p14="http://schemas.microsoft.com/office/powerpoint/2010/main" val="19622193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A1D1-5673-176E-A0BB-D134C8BF14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0838B-BDC2-D35A-9BB0-2F2CC5E822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B0F6D1-2695-FD5D-73ED-08AEA1A8EB3C}"/>
              </a:ext>
            </a:extLst>
          </p:cNvPr>
          <p:cNvSpPr>
            <a:spLocks noGrp="1"/>
          </p:cNvSpPr>
          <p:nvPr>
            <p:ph type="body" idx="1"/>
          </p:nvPr>
        </p:nvSpPr>
        <p:spPr/>
        <p:txBody>
          <a:bodyPr/>
          <a:lstStyle/>
          <a:p>
            <a:r>
              <a:rPr kumimoji="1" lang="ja-JP" altLang="en-US" dirty="0"/>
              <a:t>ただ、それをするためにはサーバーサイドの処理が必要になるので、今の学校の環境では実装できないです。</a:t>
            </a:r>
            <a:endParaRPr kumimoji="1" lang="en-US" altLang="ja-JP" dirty="0"/>
          </a:p>
          <a:p>
            <a:r>
              <a:rPr kumimoji="1" lang="ja-JP" altLang="en-US" dirty="0"/>
              <a:t>いつか、サーバーを使えるようになった暁には、これらの機能を追加したいです。</a:t>
            </a:r>
            <a:endParaRPr kumimoji="1" lang="en-US" altLang="ja-JP" dirty="0"/>
          </a:p>
        </p:txBody>
      </p:sp>
      <p:sp>
        <p:nvSpPr>
          <p:cNvPr id="4" name="スライド番号プレースホルダー 3">
            <a:extLst>
              <a:ext uri="{FF2B5EF4-FFF2-40B4-BE49-F238E27FC236}">
                <a16:creationId xmlns:a16="http://schemas.microsoft.com/office/drawing/2014/main" id="{0338E85F-A34A-AE49-8B13-053A27280B6B}"/>
              </a:ext>
            </a:extLst>
          </p:cNvPr>
          <p:cNvSpPr>
            <a:spLocks noGrp="1"/>
          </p:cNvSpPr>
          <p:nvPr>
            <p:ph type="sldNum" sz="quarter" idx="5"/>
          </p:nvPr>
        </p:nvSpPr>
        <p:spPr/>
        <p:txBody>
          <a:bodyPr/>
          <a:lstStyle/>
          <a:p>
            <a:fld id="{5D611C39-5275-4525-A24E-8AB6781B5901}" type="slidenum">
              <a:rPr kumimoji="1" lang="ja-JP" altLang="en-US" smtClean="0"/>
              <a:t>69</a:t>
            </a:fld>
            <a:endParaRPr kumimoji="1" lang="ja-JP" altLang="en-US"/>
          </a:p>
        </p:txBody>
      </p:sp>
    </p:spTree>
    <p:extLst>
      <p:ext uri="{BB962C8B-B14F-4D97-AF65-F5344CB8AC3E}">
        <p14:creationId xmlns:p14="http://schemas.microsoft.com/office/powerpoint/2010/main" val="17450522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993B9-2310-5029-A7F5-7C8A5EC413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D6A7A0-9BDB-C309-E7C5-B9BAEED7D7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383953-A581-1109-AB6C-09EC484323C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D5A966-B503-F02D-795B-4DEF6A1AD77E}"/>
              </a:ext>
            </a:extLst>
          </p:cNvPr>
          <p:cNvSpPr>
            <a:spLocks noGrp="1"/>
          </p:cNvSpPr>
          <p:nvPr>
            <p:ph type="sldNum" sz="quarter" idx="5"/>
          </p:nvPr>
        </p:nvSpPr>
        <p:spPr/>
        <p:txBody>
          <a:bodyPr/>
          <a:lstStyle/>
          <a:p>
            <a:fld id="{5D611C39-5275-4525-A24E-8AB6781B5901}" type="slidenum">
              <a:rPr kumimoji="1" lang="ja-JP" altLang="en-US" smtClean="0"/>
              <a:t>70</a:t>
            </a:fld>
            <a:endParaRPr kumimoji="1" lang="ja-JP" altLang="en-US"/>
          </a:p>
        </p:txBody>
      </p:sp>
    </p:spTree>
    <p:extLst>
      <p:ext uri="{BB962C8B-B14F-4D97-AF65-F5344CB8AC3E}">
        <p14:creationId xmlns:p14="http://schemas.microsoft.com/office/powerpoint/2010/main" val="10639071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F96B5-8FD2-7F4B-C998-BE49345992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6670EA-71BB-AF66-E327-6239E37E11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966C32-EBC1-B2E8-4DF0-0FB9C0E9A6C2}"/>
              </a:ext>
            </a:extLst>
          </p:cNvPr>
          <p:cNvSpPr>
            <a:spLocks noGrp="1"/>
          </p:cNvSpPr>
          <p:nvPr>
            <p:ph type="body" idx="1"/>
          </p:nvPr>
        </p:nvSpPr>
        <p:spPr/>
        <p:txBody>
          <a:bodyPr/>
          <a:lstStyle/>
          <a:p>
            <a:r>
              <a:rPr kumimoji="1" lang="ja-JP" altLang="en-US" dirty="0"/>
              <a:t>今回の研究の参考文献です。</a:t>
            </a:r>
          </a:p>
        </p:txBody>
      </p:sp>
      <p:sp>
        <p:nvSpPr>
          <p:cNvPr id="4" name="スライド番号プレースホルダー 3">
            <a:extLst>
              <a:ext uri="{FF2B5EF4-FFF2-40B4-BE49-F238E27FC236}">
                <a16:creationId xmlns:a16="http://schemas.microsoft.com/office/drawing/2014/main" id="{63509C39-F7E0-C2DB-0516-C137CA4D1306}"/>
              </a:ext>
            </a:extLst>
          </p:cNvPr>
          <p:cNvSpPr>
            <a:spLocks noGrp="1"/>
          </p:cNvSpPr>
          <p:nvPr>
            <p:ph type="sldNum" sz="quarter" idx="5"/>
          </p:nvPr>
        </p:nvSpPr>
        <p:spPr/>
        <p:txBody>
          <a:bodyPr/>
          <a:lstStyle/>
          <a:p>
            <a:fld id="{5D611C39-5275-4525-A24E-8AB6781B5901}" type="slidenum">
              <a:rPr kumimoji="1" lang="ja-JP" altLang="en-US" smtClean="0"/>
              <a:t>71</a:t>
            </a:fld>
            <a:endParaRPr kumimoji="1" lang="ja-JP" altLang="en-US"/>
          </a:p>
        </p:txBody>
      </p:sp>
    </p:spTree>
    <p:extLst>
      <p:ext uri="{BB962C8B-B14F-4D97-AF65-F5344CB8AC3E}">
        <p14:creationId xmlns:p14="http://schemas.microsoft.com/office/powerpoint/2010/main" val="18595353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C203-BC62-4F01-9234-C032BE2C3F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1B56BE6-8967-237B-F65B-D087E3F081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5D1DD8-720F-115A-AC9F-41156A23B664}"/>
              </a:ext>
            </a:extLst>
          </p:cNvPr>
          <p:cNvSpPr>
            <a:spLocks noGrp="1"/>
          </p:cNvSpPr>
          <p:nvPr>
            <p:ph type="body" idx="1"/>
          </p:nvPr>
        </p:nvSpPr>
        <p:spPr/>
        <p:txBody>
          <a:bodyPr/>
          <a:lstStyle/>
          <a:p>
            <a:r>
              <a:rPr kumimoji="1" lang="ja-JP" altLang="en-US" dirty="0"/>
              <a:t>ご清聴ありがとうございました。</a:t>
            </a:r>
          </a:p>
        </p:txBody>
      </p:sp>
      <p:sp>
        <p:nvSpPr>
          <p:cNvPr id="4" name="スライド番号プレースホルダー 3">
            <a:extLst>
              <a:ext uri="{FF2B5EF4-FFF2-40B4-BE49-F238E27FC236}">
                <a16:creationId xmlns:a16="http://schemas.microsoft.com/office/drawing/2014/main" id="{E1336E3E-90FC-7B70-1B1D-30E2269C666B}"/>
              </a:ext>
            </a:extLst>
          </p:cNvPr>
          <p:cNvSpPr>
            <a:spLocks noGrp="1"/>
          </p:cNvSpPr>
          <p:nvPr>
            <p:ph type="sldNum" sz="quarter" idx="5"/>
          </p:nvPr>
        </p:nvSpPr>
        <p:spPr/>
        <p:txBody>
          <a:bodyPr/>
          <a:lstStyle/>
          <a:p>
            <a:fld id="{5D611C39-5275-4525-A24E-8AB6781B5901}" type="slidenum">
              <a:rPr kumimoji="1" lang="ja-JP" altLang="en-US" smtClean="0"/>
              <a:t>72</a:t>
            </a:fld>
            <a:endParaRPr kumimoji="1" lang="ja-JP" altLang="en-US"/>
          </a:p>
        </p:txBody>
      </p:sp>
    </p:spTree>
    <p:extLst>
      <p:ext uri="{BB962C8B-B14F-4D97-AF65-F5344CB8AC3E}">
        <p14:creationId xmlns:p14="http://schemas.microsoft.com/office/powerpoint/2010/main" val="3793918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3BB7D-2E25-850E-F211-E5A78B6284D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6A26D31-A253-89ED-C32F-C27A66248E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F3DA00B-B9C0-D5CC-9764-52F96223800E}"/>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FFD6D9FA-D6F5-1D03-33F4-879004C366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9050F4-87CF-703E-EACD-83A7B277E5F6}"/>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10492825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035737-5742-B7E8-CC62-4A6526E401A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70272EF-4A66-EA9E-A3C7-6728CDF297C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499F7C-002F-DB6F-C6E6-D5D812E43D23}"/>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4C747FC0-8E50-69F0-A00B-F734250F540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571183-2E2F-B4E0-1F66-882D7CC1BF68}"/>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26082836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F8DAD4-D57E-4DB5-334F-9F34F52D0C3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1F07BBC-44E1-B284-4251-6AA10ADE78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A8220BF-F0B2-D020-2874-E6325B46DB13}"/>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88D66F93-EA57-4ED6-164B-36612CCD11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C8EA06C-7406-2B8D-1DF6-C6D0FCB6C41D}"/>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7078211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3D5F60-8851-3F8A-7B9E-19626147AF9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DE4EA70-DDB5-F0C2-0769-DA156A85EC5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AA5C0CC-84FD-348A-C774-619CB597898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1FF47B-8E8D-4643-6DA6-8C13A4A707A0}"/>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6" name="フッター プレースホルダー 5">
            <a:extLst>
              <a:ext uri="{FF2B5EF4-FFF2-40B4-BE49-F238E27FC236}">
                <a16:creationId xmlns:a16="http://schemas.microsoft.com/office/drawing/2014/main" id="{DD33F040-651E-F2CF-3EC0-0F67CFDDB07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D6665B-27A2-D2B1-FA21-49D115AD14F8}"/>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9295551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6517B0-3059-CB62-F375-B505A2FD60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F68CE20-FDF2-0970-8AE3-5BF5DE6A68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5D9CBBF-6D85-9D3B-AF87-1089B51DB8E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388FCB3-F6AE-02F5-D9C6-EB70307CEC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58E7CF7-C529-1C51-6F16-599164A7311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A8E480A-23A6-8BEF-FF90-AAE254F0F410}"/>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8" name="フッター プレースホルダー 7">
            <a:extLst>
              <a:ext uri="{FF2B5EF4-FFF2-40B4-BE49-F238E27FC236}">
                <a16:creationId xmlns:a16="http://schemas.microsoft.com/office/drawing/2014/main" id="{0FE8DC34-6F4B-4FCD-3E06-E4C7A4DE1B5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32A609-1ED5-C258-D0F8-E8BC6CBEB35A}"/>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6267080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91CF12-6B8E-86D5-9FA8-3806D83F35F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5809864-C22F-453B-2B57-522FFA40FDAF}"/>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4" name="フッター プレースホルダー 3">
            <a:extLst>
              <a:ext uri="{FF2B5EF4-FFF2-40B4-BE49-F238E27FC236}">
                <a16:creationId xmlns:a16="http://schemas.microsoft.com/office/drawing/2014/main" id="{2E86566F-AB93-DCBC-56A0-4AE60A9B290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28EDDE8-70E6-489E-2987-FB4B1DE2BDD3}"/>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30292275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8AFC4CB-5726-BB77-4C2A-764663B694B3}"/>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3" name="フッター プレースホルダー 2">
            <a:extLst>
              <a:ext uri="{FF2B5EF4-FFF2-40B4-BE49-F238E27FC236}">
                <a16:creationId xmlns:a16="http://schemas.microsoft.com/office/drawing/2014/main" id="{709330F5-DF3A-1286-9DFF-718F7B82763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5DA0C52-2D41-A225-40FC-7AB3B4F5C1B7}"/>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26522105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5CE389-9409-FCDD-0DC3-9C8D313E47B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B4ECE28-F51E-989B-36B6-41C3ABEFF5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56E3CB8-FB74-0E49-9CE4-9CC235392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CA34F2C-4E48-D5D3-3227-8110E2C10B10}"/>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6" name="フッター プレースホルダー 5">
            <a:extLst>
              <a:ext uri="{FF2B5EF4-FFF2-40B4-BE49-F238E27FC236}">
                <a16:creationId xmlns:a16="http://schemas.microsoft.com/office/drawing/2014/main" id="{5BE0B64E-05B9-386B-A8CB-4ED43BA09D3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2C8D1E4-A3B8-90D7-944A-786DF4F80771}"/>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8530877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D7067F-8D43-5A20-2BE3-376EDD1006B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DA590FF-4951-2130-BB60-53AB6C0235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94FCEB7-664B-964E-FD13-CFA3E04AE1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70AB9B2-1342-A714-1C52-2E75CD81136B}"/>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6" name="フッター プレースホルダー 5">
            <a:extLst>
              <a:ext uri="{FF2B5EF4-FFF2-40B4-BE49-F238E27FC236}">
                <a16:creationId xmlns:a16="http://schemas.microsoft.com/office/drawing/2014/main" id="{51F5B255-E057-74E2-D9B1-9D3DE44ADB7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355047E-3C10-8BF8-2641-6C36E37CB7E0}"/>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3335792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C8AE43-CCB9-8B07-9CBD-78DA8C82144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8EE9B21-E892-4B92-5355-E5537CDE906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7D77A-05A7-9603-08BF-FBAA37C22D13}"/>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9209B2FC-029D-824D-95FD-A94D93BE14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BE4839A-6E8C-5BF8-77F9-1293FFCAA841}"/>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15792145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15B0601-7C45-A9A4-C218-626B63F0F17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13EF07C-1C9A-19FE-1D92-8E5D2E34603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A44FC9E-04D1-E34D-49B7-54E79F4A1157}"/>
              </a:ext>
            </a:extLst>
          </p:cNvPr>
          <p:cNvSpPr>
            <a:spLocks noGrp="1"/>
          </p:cNvSpPr>
          <p:nvPr>
            <p:ph type="dt" sz="half" idx="10"/>
          </p:nvPr>
        </p:nvSpPr>
        <p:spPr/>
        <p:txBody>
          <a:bodyPr/>
          <a:lstStyle/>
          <a:p>
            <a:fld id="{4EE279C0-B790-43CB-B9CE-9A7C51FAEE35}" type="datetimeFigureOut">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54163DF9-38D8-511D-A517-E2D6652CBC1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52ED2C0-04B8-FF03-7FCA-161505455D65}"/>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17107303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9BE6F38-9C3A-4829-36FE-C48349EC32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3B9BAA1-C4C7-61B7-58BF-FFCCC02CA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E11E0A-64D7-8004-7272-76954679D4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E279C0-B790-43CB-B9CE-9A7C51FAEE35}" type="datetimeFigureOut">
              <a:rPr kumimoji="1" lang="ja-JP" altLang="en-US" smtClean="0"/>
              <a:t>2025/9/29</a:t>
            </a:fld>
            <a:endParaRPr kumimoji="1" lang="ja-JP" altLang="en-US"/>
          </a:p>
        </p:txBody>
      </p:sp>
      <p:sp>
        <p:nvSpPr>
          <p:cNvPr id="5" name="フッター プレースホルダー 4">
            <a:extLst>
              <a:ext uri="{FF2B5EF4-FFF2-40B4-BE49-F238E27FC236}">
                <a16:creationId xmlns:a16="http://schemas.microsoft.com/office/drawing/2014/main" id="{7C5F9CA5-C83B-9576-BB27-693702CE72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15BAB5A-9ABA-CFB7-0211-D8556D5EB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28633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0.png"/></Relationships>
</file>

<file path=ppt/slides/_rels/slide5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customXml" Target="../ink/ink2.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5D647B-1595-933E-247D-B743DCC2FABE}"/>
              </a:ext>
            </a:extLst>
          </p:cNvPr>
          <p:cNvSpPr>
            <a:spLocks noGrp="1"/>
          </p:cNvSpPr>
          <p:nvPr>
            <p:ph type="ctrTitle"/>
          </p:nvPr>
        </p:nvSpPr>
        <p:spPr>
          <a:xfrm>
            <a:off x="-355600" y="1846497"/>
            <a:ext cx="12903200" cy="1582503"/>
          </a:xfrm>
        </p:spPr>
        <p:txBody>
          <a:bodyPr>
            <a:noAutofit/>
          </a:bodyPr>
          <a:lstStyle/>
          <a:p>
            <a:pPr>
              <a:lnSpc>
                <a:spcPct val="100000"/>
              </a:lnSpc>
            </a:pPr>
            <a:r>
              <a:rPr kumimoji="1" lang="en-US" altLang="ja-JP" sz="9600" b="1" dirty="0">
                <a:ln w="25400" cap="rnd">
                  <a:solidFill>
                    <a:schemeClr val="bg1"/>
                  </a:solidFill>
                  <a:prstDash val="solid"/>
                </a:ln>
                <a:noFill/>
                <a:latin typeface="+mn-ea"/>
                <a:ea typeface="+mn-ea"/>
              </a:rPr>
              <a:t>Shoun Poster Finder</a:t>
            </a:r>
            <a:endParaRPr kumimoji="1" lang="ja-JP" altLang="en-US" sz="9600" b="1" dirty="0">
              <a:ln w="25400" cap="rnd">
                <a:solidFill>
                  <a:schemeClr val="bg1"/>
                </a:solidFill>
                <a:prstDash val="solid"/>
              </a:ln>
              <a:noFill/>
              <a:latin typeface="+mn-ea"/>
              <a:ea typeface="+mn-ea"/>
            </a:endParaRPr>
          </a:p>
        </p:txBody>
      </p:sp>
      <p:sp>
        <p:nvSpPr>
          <p:cNvPr id="3" name="字幕 2">
            <a:extLst>
              <a:ext uri="{FF2B5EF4-FFF2-40B4-BE49-F238E27FC236}">
                <a16:creationId xmlns:a16="http://schemas.microsoft.com/office/drawing/2014/main" id="{79126FC4-B83D-C382-5F4C-C094F2D8580E}"/>
              </a:ext>
            </a:extLst>
          </p:cNvPr>
          <p:cNvSpPr>
            <a:spLocks noGrp="1"/>
          </p:cNvSpPr>
          <p:nvPr>
            <p:ph type="subTitle" idx="1"/>
          </p:nvPr>
        </p:nvSpPr>
        <p:spPr>
          <a:xfrm>
            <a:off x="0" y="3429000"/>
            <a:ext cx="12191999" cy="627799"/>
          </a:xfrm>
          <a:noFill/>
          <a:ln>
            <a:noFill/>
          </a:ln>
        </p:spPr>
        <p:txBody>
          <a:bodyPr>
            <a:normAutofit/>
          </a:bodyPr>
          <a:lstStyle/>
          <a:p>
            <a:r>
              <a:rPr lang="en-US" altLang="ja-JP" sz="3200">
                <a:solidFill>
                  <a:schemeClr val="bg1"/>
                </a:solidFill>
                <a:latin typeface="+mn-ea"/>
              </a:rPr>
              <a:t>&lt;</a:t>
            </a:r>
            <a:r>
              <a:rPr lang="ja-JP" altLang="en-US" sz="3200">
                <a:solidFill>
                  <a:schemeClr val="bg1"/>
                </a:solidFill>
                <a:latin typeface="+mn-ea"/>
              </a:rPr>
              <a:t>探究活動を円滑に進めるためのポスター検索システムの開発</a:t>
            </a:r>
            <a:r>
              <a:rPr lang="en-US" altLang="ja-JP" sz="3200">
                <a:solidFill>
                  <a:schemeClr val="bg1"/>
                </a:solidFill>
                <a:latin typeface="+mn-ea"/>
              </a:rPr>
              <a:t>&gt;</a:t>
            </a:r>
            <a:endParaRPr lang="ja-JP" altLang="en-US" sz="3200" dirty="0">
              <a:solidFill>
                <a:schemeClr val="bg1"/>
              </a:solidFill>
              <a:latin typeface="+mn-ea"/>
            </a:endParaRPr>
          </a:p>
        </p:txBody>
      </p:sp>
      <p:sp>
        <p:nvSpPr>
          <p:cNvPr id="9" name="四角形: 角を丸くする 8">
            <a:extLst>
              <a:ext uri="{FF2B5EF4-FFF2-40B4-BE49-F238E27FC236}">
                <a16:creationId xmlns:a16="http://schemas.microsoft.com/office/drawing/2014/main" id="{353F4723-D97C-C017-FE59-5231962A52DF}"/>
              </a:ext>
            </a:extLst>
          </p:cNvPr>
          <p:cNvSpPr/>
          <p:nvPr/>
        </p:nvSpPr>
        <p:spPr>
          <a:xfrm>
            <a:off x="-1119759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背景</a:t>
            </a:r>
          </a:p>
        </p:txBody>
      </p:sp>
      <p:sp>
        <p:nvSpPr>
          <p:cNvPr id="13" name="四角形: 角を丸くする 12">
            <a:extLst>
              <a:ext uri="{FF2B5EF4-FFF2-40B4-BE49-F238E27FC236}">
                <a16:creationId xmlns:a16="http://schemas.microsoft.com/office/drawing/2014/main" id="{0F0DAA80-D65C-63BE-C79E-A3460A1D5B91}"/>
              </a:ext>
            </a:extLst>
          </p:cNvPr>
          <p:cNvSpPr/>
          <p:nvPr/>
        </p:nvSpPr>
        <p:spPr>
          <a:xfrm>
            <a:off x="-882015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15" name="四角形: 角を丸くする 14">
            <a:extLst>
              <a:ext uri="{FF2B5EF4-FFF2-40B4-BE49-F238E27FC236}">
                <a16:creationId xmlns:a16="http://schemas.microsoft.com/office/drawing/2014/main" id="{F6BBFD0F-596B-FE7D-9408-475C2B674446}"/>
              </a:ext>
            </a:extLst>
          </p:cNvPr>
          <p:cNvSpPr/>
          <p:nvPr/>
        </p:nvSpPr>
        <p:spPr>
          <a:xfrm>
            <a:off x="-644271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17" name="四角形: 角を丸くする 16">
            <a:extLst>
              <a:ext uri="{FF2B5EF4-FFF2-40B4-BE49-F238E27FC236}">
                <a16:creationId xmlns:a16="http://schemas.microsoft.com/office/drawing/2014/main" id="{65274839-1857-A11E-8265-C91ABA0D3563}"/>
              </a:ext>
            </a:extLst>
          </p:cNvPr>
          <p:cNvSpPr/>
          <p:nvPr/>
        </p:nvSpPr>
        <p:spPr>
          <a:xfrm>
            <a:off x="-406527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9" name="四角形: 角を丸くする 18">
            <a:extLst>
              <a:ext uri="{FF2B5EF4-FFF2-40B4-BE49-F238E27FC236}">
                <a16:creationId xmlns:a16="http://schemas.microsoft.com/office/drawing/2014/main" id="{321DD4AE-C711-F81A-850B-05FC3960F3A8}"/>
              </a:ext>
            </a:extLst>
          </p:cNvPr>
          <p:cNvSpPr/>
          <p:nvPr/>
        </p:nvSpPr>
        <p:spPr>
          <a:xfrm>
            <a:off x="-168783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24860706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6459-AB70-C485-7902-C353890A54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E536FA-2129-562A-6775-2943DFB31831}"/>
              </a:ext>
            </a:extLst>
          </p:cNvPr>
          <p:cNvSpPr>
            <a:spLocks noGrp="1"/>
          </p:cNvSpPr>
          <p:nvPr>
            <p:ph type="ctrTitle"/>
          </p:nvPr>
        </p:nvSpPr>
        <p:spPr>
          <a:xfrm>
            <a:off x="-355600" y="-2173053"/>
            <a:ext cx="12903200" cy="1582503"/>
          </a:xfrm>
        </p:spPr>
        <p:txBody>
          <a:bodyPr>
            <a:noAutofit/>
          </a:bodyPr>
          <a:lstStyle/>
          <a:p>
            <a:pPr>
              <a:lnSpc>
                <a:spcPct val="100000"/>
              </a:lnSpc>
            </a:pPr>
            <a:r>
              <a:rPr kumimoji="1" lang="en-US" altLang="ja-JP" sz="9600" b="1" dirty="0">
                <a:ln w="25400" cap="rnd">
                  <a:solidFill>
                    <a:schemeClr val="bg1"/>
                  </a:solidFill>
                  <a:prstDash val="solid"/>
                </a:ln>
                <a:noFill/>
                <a:latin typeface="+mn-ea"/>
                <a:ea typeface="+mn-ea"/>
              </a:rPr>
              <a:t>Shoun Poster Finder</a:t>
            </a:r>
            <a:endParaRPr kumimoji="1" lang="ja-JP" altLang="en-US" sz="9600" b="1" dirty="0">
              <a:ln w="25400" cap="rnd">
                <a:solidFill>
                  <a:schemeClr val="bg1"/>
                </a:solidFill>
                <a:prstDash val="solid"/>
              </a:ln>
              <a:noFill/>
              <a:latin typeface="+mn-ea"/>
              <a:ea typeface="+mn-ea"/>
            </a:endParaRPr>
          </a:p>
        </p:txBody>
      </p:sp>
      <p:sp>
        <p:nvSpPr>
          <p:cNvPr id="3" name="字幕 2">
            <a:extLst>
              <a:ext uri="{FF2B5EF4-FFF2-40B4-BE49-F238E27FC236}">
                <a16:creationId xmlns:a16="http://schemas.microsoft.com/office/drawing/2014/main" id="{64FAC012-94A3-65C4-90A8-F9DE4A2A8A78}"/>
              </a:ext>
            </a:extLst>
          </p:cNvPr>
          <p:cNvSpPr>
            <a:spLocks noGrp="1"/>
          </p:cNvSpPr>
          <p:nvPr>
            <p:ph type="subTitle" idx="1"/>
          </p:nvPr>
        </p:nvSpPr>
        <p:spPr>
          <a:xfrm>
            <a:off x="-1" y="7448550"/>
            <a:ext cx="12191999" cy="627799"/>
          </a:xfrm>
          <a:noFill/>
          <a:ln>
            <a:noFill/>
          </a:ln>
        </p:spPr>
        <p:txBody>
          <a:bodyPr>
            <a:normAutofit/>
          </a:bodyPr>
          <a:lstStyle/>
          <a:p>
            <a:r>
              <a:rPr lang="en-US" altLang="ja-JP" sz="3200" dirty="0">
                <a:solidFill>
                  <a:schemeClr val="bg1"/>
                </a:solidFill>
                <a:latin typeface="+mn-ea"/>
              </a:rPr>
              <a:t>&lt;</a:t>
            </a:r>
            <a:r>
              <a:rPr lang="ja-JP" altLang="en-US" sz="3200" dirty="0">
                <a:solidFill>
                  <a:schemeClr val="bg1"/>
                </a:solidFill>
                <a:latin typeface="+mn-ea"/>
              </a:rPr>
              <a:t>探究活動を円滑に進めるためのポスター検索システムの開発</a:t>
            </a:r>
            <a:r>
              <a:rPr lang="en-US" altLang="ja-JP" sz="3200" dirty="0">
                <a:solidFill>
                  <a:schemeClr val="bg1"/>
                </a:solidFill>
                <a:latin typeface="+mn-ea"/>
              </a:rPr>
              <a:t>&gt;</a:t>
            </a:r>
            <a:endParaRPr lang="ja-JP" altLang="en-US" sz="3200" dirty="0">
              <a:solidFill>
                <a:schemeClr val="bg1"/>
              </a:solidFill>
              <a:latin typeface="+mn-ea"/>
            </a:endParaRPr>
          </a:p>
        </p:txBody>
      </p:sp>
      <p:sp>
        <p:nvSpPr>
          <p:cNvPr id="5" name="四角形: 角を丸くする 4">
            <a:extLst>
              <a:ext uri="{FF2B5EF4-FFF2-40B4-BE49-F238E27FC236}">
                <a16:creationId xmlns:a16="http://schemas.microsoft.com/office/drawing/2014/main" id="{F1C6752C-5098-E72F-FACB-D8424EDCF13B}"/>
              </a:ext>
            </a:extLst>
          </p:cNvPr>
          <p:cNvSpPr/>
          <p:nvPr/>
        </p:nvSpPr>
        <p:spPr>
          <a:xfrm>
            <a:off x="65913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背景</a:t>
            </a:r>
          </a:p>
        </p:txBody>
      </p:sp>
      <p:sp>
        <p:nvSpPr>
          <p:cNvPr id="7" name="四角形: 角を丸くする 6">
            <a:extLst>
              <a:ext uri="{FF2B5EF4-FFF2-40B4-BE49-F238E27FC236}">
                <a16:creationId xmlns:a16="http://schemas.microsoft.com/office/drawing/2014/main" id="{3B47E250-60B9-5F08-7A75-4A1F04738BD7}"/>
              </a:ext>
            </a:extLst>
          </p:cNvPr>
          <p:cNvSpPr/>
          <p:nvPr/>
        </p:nvSpPr>
        <p:spPr>
          <a:xfrm>
            <a:off x="303657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86A5E8F1-A768-BCAD-7C96-ECD2FED13657}"/>
              </a:ext>
            </a:extLst>
          </p:cNvPr>
          <p:cNvSpPr/>
          <p:nvPr/>
        </p:nvSpPr>
        <p:spPr>
          <a:xfrm>
            <a:off x="541401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0A0F271-8B89-87AA-24FC-D11082E7F170}"/>
              </a:ext>
            </a:extLst>
          </p:cNvPr>
          <p:cNvSpPr/>
          <p:nvPr/>
        </p:nvSpPr>
        <p:spPr>
          <a:xfrm>
            <a:off x="779145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D84EC211-EFFC-66DE-A1CD-6EB6243AB4FC}"/>
              </a:ext>
            </a:extLst>
          </p:cNvPr>
          <p:cNvSpPr/>
          <p:nvPr/>
        </p:nvSpPr>
        <p:spPr>
          <a:xfrm>
            <a:off x="1016889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202516721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B9E3-05ED-5B57-F8BD-DC2CE1E67E13}"/>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AD9DE83-139D-0BB9-9144-49129AB1B38F}"/>
              </a:ext>
            </a:extLst>
          </p:cNvPr>
          <p:cNvSpPr/>
          <p:nvPr/>
        </p:nvSpPr>
        <p:spPr>
          <a:xfrm>
            <a:off x="326171" y="2262941"/>
            <a:ext cx="4759240" cy="23321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背景</a:t>
            </a:r>
            <a:endParaRPr kumimoji="1" lang="ja-JP" altLang="en-US" sz="6600" dirty="0"/>
          </a:p>
        </p:txBody>
      </p:sp>
      <p:sp>
        <p:nvSpPr>
          <p:cNvPr id="7" name="四角形: 角を丸くする 6">
            <a:extLst>
              <a:ext uri="{FF2B5EF4-FFF2-40B4-BE49-F238E27FC236}">
                <a16:creationId xmlns:a16="http://schemas.microsoft.com/office/drawing/2014/main" id="{AD588B17-2827-A576-7948-BEB8275F1647}"/>
              </a:ext>
            </a:extLst>
          </p:cNvPr>
          <p:cNvSpPr/>
          <p:nvPr/>
        </p:nvSpPr>
        <p:spPr>
          <a:xfrm>
            <a:off x="54168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E80DA324-54D6-5698-C97A-551CD4536B39}"/>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FF51E54D-C123-DAEA-5457-C2B00678B28A}"/>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F30B6291-B66B-8B5C-A6D3-7682E15CC7E1}"/>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994754998"/>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四角形: 角を丸くする 13">
            <a:extLst>
              <a:ext uri="{FF2B5EF4-FFF2-40B4-BE49-F238E27FC236}">
                <a16:creationId xmlns:a16="http://schemas.microsoft.com/office/drawing/2014/main" id="{C3CCB975-743B-3599-A603-DC6ACE951E12}"/>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3" name="四角形: 角を丸くする 32">
            <a:extLst>
              <a:ext uri="{FF2B5EF4-FFF2-40B4-BE49-F238E27FC236}">
                <a16:creationId xmlns:a16="http://schemas.microsoft.com/office/drawing/2014/main" id="{1093FC58-9249-5D47-FD02-976D2418640D}"/>
              </a:ext>
            </a:extLst>
          </p:cNvPr>
          <p:cNvSpPr/>
          <p:nvPr/>
        </p:nvSpPr>
        <p:spPr>
          <a:xfrm>
            <a:off x="123796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34" name="四角形: 角を丸くする 33">
            <a:extLst>
              <a:ext uri="{FF2B5EF4-FFF2-40B4-BE49-F238E27FC236}">
                <a16:creationId xmlns:a16="http://schemas.microsoft.com/office/drawing/2014/main" id="{7248CAB5-9A75-9E1E-ECA0-C27809A3DCEB}"/>
              </a:ext>
            </a:extLst>
          </p:cNvPr>
          <p:cNvSpPr/>
          <p:nvPr/>
        </p:nvSpPr>
        <p:spPr>
          <a:xfrm>
            <a:off x="1407510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35" name="四角形: 角を丸くする 34">
            <a:extLst>
              <a:ext uri="{FF2B5EF4-FFF2-40B4-BE49-F238E27FC236}">
                <a16:creationId xmlns:a16="http://schemas.microsoft.com/office/drawing/2014/main" id="{3D45A384-6409-F95E-9A53-ED72A5A70DD3}"/>
              </a:ext>
            </a:extLst>
          </p:cNvPr>
          <p:cNvSpPr/>
          <p:nvPr/>
        </p:nvSpPr>
        <p:spPr>
          <a:xfrm>
            <a:off x="157705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36" name="四角形: 角を丸くする 35">
            <a:extLst>
              <a:ext uri="{FF2B5EF4-FFF2-40B4-BE49-F238E27FC236}">
                <a16:creationId xmlns:a16="http://schemas.microsoft.com/office/drawing/2014/main" id="{BEAD0224-5036-72A6-5F51-D238AFC78293}"/>
              </a:ext>
            </a:extLst>
          </p:cNvPr>
          <p:cNvSpPr/>
          <p:nvPr/>
        </p:nvSpPr>
        <p:spPr>
          <a:xfrm>
            <a:off x="17466006"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2" name="テキスト ボックス 1">
            <a:extLst>
              <a:ext uri="{FF2B5EF4-FFF2-40B4-BE49-F238E27FC236}">
                <a16:creationId xmlns:a16="http://schemas.microsoft.com/office/drawing/2014/main" id="{C5889F12-928A-3591-D069-620477A5CF54}"/>
              </a:ext>
            </a:extLst>
          </p:cNvPr>
          <p:cNvSpPr txBox="1"/>
          <p:nvPr/>
        </p:nvSpPr>
        <p:spPr>
          <a:xfrm>
            <a:off x="4513784" y="3244334"/>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pic>
        <p:nvPicPr>
          <p:cNvPr id="5" name="グラフィックス 4" descr="男子生徒 枠線">
            <a:extLst>
              <a:ext uri="{FF2B5EF4-FFF2-40B4-BE49-F238E27FC236}">
                <a16:creationId xmlns:a16="http://schemas.microsoft.com/office/drawing/2014/main" id="{AF6052D1-F1D9-E685-C4FA-8CADDF7A9F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7914" y="3090862"/>
            <a:ext cx="914400" cy="914400"/>
          </a:xfrm>
          <a:prstGeom prst="rect">
            <a:avLst/>
          </a:prstGeom>
        </p:spPr>
      </p:pic>
      <p:pic>
        <p:nvPicPr>
          <p:cNvPr id="9" name="グラフィックス 8" descr="思案中の吹き出し 単色塗りつぶし">
            <a:extLst>
              <a:ext uri="{FF2B5EF4-FFF2-40B4-BE49-F238E27FC236}">
                <a16:creationId xmlns:a16="http://schemas.microsoft.com/office/drawing/2014/main" id="{BE9C3A24-713D-033B-F7CB-3CCD2BF40E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59057" y="1544008"/>
            <a:ext cx="1914752" cy="1914752"/>
          </a:xfrm>
          <a:prstGeom prst="rect">
            <a:avLst/>
          </a:prstGeom>
        </p:spPr>
      </p:pic>
      <p:pic>
        <p:nvPicPr>
          <p:cNvPr id="7" name="グラフィックス 6" descr="走り書き 枠線">
            <a:extLst>
              <a:ext uri="{FF2B5EF4-FFF2-40B4-BE49-F238E27FC236}">
                <a16:creationId xmlns:a16="http://schemas.microsoft.com/office/drawing/2014/main" id="{1629ECBF-D7B1-D8BA-0191-3BD73708F3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1211194">
            <a:off x="4094226" y="1860235"/>
            <a:ext cx="914400" cy="914400"/>
          </a:xfrm>
          <a:prstGeom prst="rect">
            <a:avLst/>
          </a:prstGeom>
        </p:spPr>
      </p:pic>
      <p:sp>
        <p:nvSpPr>
          <p:cNvPr id="10" name="テキスト ボックス 9">
            <a:extLst>
              <a:ext uri="{FF2B5EF4-FFF2-40B4-BE49-F238E27FC236}">
                <a16:creationId xmlns:a16="http://schemas.microsoft.com/office/drawing/2014/main" id="{F534A032-CAB1-D651-151E-351608818C45}"/>
              </a:ext>
            </a:extLst>
          </p:cNvPr>
          <p:cNvSpPr txBox="1"/>
          <p:nvPr/>
        </p:nvSpPr>
        <p:spPr>
          <a:xfrm>
            <a:off x="4511935" y="3613666"/>
            <a:ext cx="3168130" cy="369332"/>
          </a:xfrm>
          <a:prstGeom prst="rect">
            <a:avLst/>
          </a:prstGeom>
          <a:noFill/>
        </p:spPr>
        <p:txBody>
          <a:bodyPr wrap="square" rtlCol="0">
            <a:spAutoFit/>
          </a:bodyPr>
          <a:lstStyle/>
          <a:p>
            <a:r>
              <a:rPr lang="ja-JP" altLang="en-US" dirty="0">
                <a:noFill/>
              </a:rPr>
              <a:t>検索システムを使おう</a:t>
            </a:r>
            <a:r>
              <a:rPr lang="en-US" altLang="ja-JP" i="1" dirty="0">
                <a:noFill/>
              </a:rPr>
              <a:t>!!</a:t>
            </a:r>
            <a:endParaRPr kumimoji="1" lang="ja-JP" altLang="en-US" i="1" dirty="0">
              <a:noFill/>
            </a:endParaRPr>
          </a:p>
        </p:txBody>
      </p:sp>
    </p:spTree>
    <p:extLst>
      <p:ext uri="{BB962C8B-B14F-4D97-AF65-F5344CB8AC3E}">
        <p14:creationId xmlns:p14="http://schemas.microsoft.com/office/powerpoint/2010/main" val="33836898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A4771-6813-BAA4-883B-DA28BD03E036}"/>
            </a:ext>
          </a:extLst>
        </p:cNvPr>
        <p:cNvGrpSpPr/>
        <p:nvPr/>
      </p:nvGrpSpPr>
      <p:grpSpPr>
        <a:xfrm>
          <a:off x="0" y="0"/>
          <a:ext cx="0" cy="0"/>
          <a:chOff x="0" y="0"/>
          <a:chExt cx="0" cy="0"/>
        </a:xfrm>
      </p:grpSpPr>
      <p:sp>
        <p:nvSpPr>
          <p:cNvPr id="14" name="四角形: 角を丸くする 13">
            <a:extLst>
              <a:ext uri="{FF2B5EF4-FFF2-40B4-BE49-F238E27FC236}">
                <a16:creationId xmlns:a16="http://schemas.microsoft.com/office/drawing/2014/main" id="{B7C2902A-6690-0B52-69DF-BA9033E1DD02}"/>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21" name="テキスト ボックス 20">
            <a:extLst>
              <a:ext uri="{FF2B5EF4-FFF2-40B4-BE49-F238E27FC236}">
                <a16:creationId xmlns:a16="http://schemas.microsoft.com/office/drawing/2014/main" id="{5FC9DE3A-B92B-361B-77F1-AB36AA1C1FBB}"/>
              </a:ext>
            </a:extLst>
          </p:cNvPr>
          <p:cNvSpPr txBox="1"/>
          <p:nvPr/>
        </p:nvSpPr>
        <p:spPr>
          <a:xfrm>
            <a:off x="9825658" y="3063159"/>
            <a:ext cx="3658583" cy="369332"/>
          </a:xfrm>
          <a:prstGeom prst="rect">
            <a:avLst/>
          </a:prstGeom>
          <a:noFill/>
          <a:ln>
            <a:noFill/>
          </a:ln>
        </p:spPr>
        <p:txBody>
          <a:bodyPr wrap="square" rtlCol="0">
            <a:spAutoFit/>
          </a:bodyPr>
          <a:lstStyle/>
          <a:p>
            <a:r>
              <a:rPr kumimoji="1" lang="ja-JP" altLang="en-US" dirty="0">
                <a:noFill/>
              </a:rPr>
              <a:t>ポスターが古い</a:t>
            </a:r>
          </a:p>
        </p:txBody>
      </p:sp>
      <p:sp>
        <p:nvSpPr>
          <p:cNvPr id="22" name="テキスト ボックス 21">
            <a:extLst>
              <a:ext uri="{FF2B5EF4-FFF2-40B4-BE49-F238E27FC236}">
                <a16:creationId xmlns:a16="http://schemas.microsoft.com/office/drawing/2014/main" id="{BA877F50-D23B-9320-0101-36C3BC4149F7}"/>
              </a:ext>
            </a:extLst>
          </p:cNvPr>
          <p:cNvSpPr txBox="1"/>
          <p:nvPr/>
        </p:nvSpPr>
        <p:spPr>
          <a:xfrm>
            <a:off x="9825658" y="3427858"/>
            <a:ext cx="3658583" cy="369332"/>
          </a:xfrm>
          <a:prstGeom prst="rect">
            <a:avLst/>
          </a:prstGeom>
          <a:noFill/>
          <a:ln>
            <a:noFill/>
          </a:ln>
        </p:spPr>
        <p:txBody>
          <a:bodyPr wrap="square" rtlCol="0">
            <a:spAutoFit/>
          </a:bodyPr>
          <a:lstStyle/>
          <a:p>
            <a:r>
              <a:rPr lang="ja-JP" altLang="en-US" dirty="0">
                <a:noFill/>
              </a:rPr>
              <a:t>レイアウトが崩れる</a:t>
            </a:r>
            <a:endParaRPr kumimoji="1" lang="ja-JP" altLang="en-US" dirty="0">
              <a:noFill/>
            </a:endParaRPr>
          </a:p>
        </p:txBody>
      </p:sp>
      <p:sp>
        <p:nvSpPr>
          <p:cNvPr id="32" name="テキスト ボックス 31">
            <a:extLst>
              <a:ext uri="{FF2B5EF4-FFF2-40B4-BE49-F238E27FC236}">
                <a16:creationId xmlns:a16="http://schemas.microsoft.com/office/drawing/2014/main" id="{8DEE68B6-E45E-DF6A-5716-FF0FF649F050}"/>
              </a:ext>
            </a:extLst>
          </p:cNvPr>
          <p:cNvSpPr txBox="1"/>
          <p:nvPr/>
        </p:nvSpPr>
        <p:spPr>
          <a:xfrm>
            <a:off x="8483600" y="2838450"/>
            <a:ext cx="1638300" cy="1323439"/>
          </a:xfrm>
          <a:prstGeom prst="rect">
            <a:avLst/>
          </a:prstGeom>
          <a:noFill/>
        </p:spPr>
        <p:txBody>
          <a:bodyPr wrap="square" rtlCol="0">
            <a:spAutoFit/>
          </a:bodyPr>
          <a:lstStyle/>
          <a:p>
            <a:r>
              <a:rPr kumimoji="1" lang="ja-JP" altLang="en-US" sz="8000" dirty="0">
                <a:noFill/>
              </a:rPr>
              <a:t>→</a:t>
            </a:r>
            <a:r>
              <a:rPr kumimoji="1" lang="en-US" altLang="ja-JP" sz="8000" dirty="0">
                <a:noFill/>
              </a:rPr>
              <a:t>{</a:t>
            </a:r>
            <a:endParaRPr kumimoji="1" lang="ja-JP" altLang="en-US" sz="8000" dirty="0">
              <a:noFill/>
            </a:endParaRPr>
          </a:p>
        </p:txBody>
      </p:sp>
      <p:sp>
        <p:nvSpPr>
          <p:cNvPr id="3" name="テキスト ボックス 2">
            <a:extLst>
              <a:ext uri="{FF2B5EF4-FFF2-40B4-BE49-F238E27FC236}">
                <a16:creationId xmlns:a16="http://schemas.microsoft.com/office/drawing/2014/main" id="{B8A268AC-F4A3-86C5-6A32-7F9BFA369BB6}"/>
              </a:ext>
            </a:extLst>
          </p:cNvPr>
          <p:cNvSpPr txBox="1"/>
          <p:nvPr/>
        </p:nvSpPr>
        <p:spPr>
          <a:xfrm>
            <a:off x="4513784" y="2868091"/>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5" name="テキスト ボックス 4">
            <a:extLst>
              <a:ext uri="{FF2B5EF4-FFF2-40B4-BE49-F238E27FC236}">
                <a16:creationId xmlns:a16="http://schemas.microsoft.com/office/drawing/2014/main" id="{C6F61D86-260D-C2E0-E3E6-BE09BF29111E}"/>
              </a:ext>
            </a:extLst>
          </p:cNvPr>
          <p:cNvSpPr txBox="1"/>
          <p:nvPr/>
        </p:nvSpPr>
        <p:spPr>
          <a:xfrm>
            <a:off x="4513784" y="3244338"/>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pic>
        <p:nvPicPr>
          <p:cNvPr id="6" name="グラフィックス 5" descr="男子生徒 枠線">
            <a:extLst>
              <a:ext uri="{FF2B5EF4-FFF2-40B4-BE49-F238E27FC236}">
                <a16:creationId xmlns:a16="http://schemas.microsoft.com/office/drawing/2014/main" id="{51EA644A-5FCA-7B1C-E238-A9D9779C7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7914" y="3090862"/>
            <a:ext cx="914400" cy="914400"/>
          </a:xfrm>
          <a:prstGeom prst="rect">
            <a:avLst/>
          </a:prstGeom>
        </p:spPr>
      </p:pic>
      <p:pic>
        <p:nvPicPr>
          <p:cNvPr id="8" name="グラフィックス 7" descr="ライト: オン 枠線">
            <a:extLst>
              <a:ext uri="{FF2B5EF4-FFF2-40B4-BE49-F238E27FC236}">
                <a16:creationId xmlns:a16="http://schemas.microsoft.com/office/drawing/2014/main" id="{41394F33-9658-4ECE-6E37-27AC81CBDE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48284">
            <a:off x="3725114" y="2261062"/>
            <a:ext cx="914400" cy="914400"/>
          </a:xfrm>
          <a:prstGeom prst="rect">
            <a:avLst/>
          </a:prstGeom>
        </p:spPr>
      </p:pic>
      <p:sp>
        <p:nvSpPr>
          <p:cNvPr id="9" name="テキスト ボックス 8">
            <a:extLst>
              <a:ext uri="{FF2B5EF4-FFF2-40B4-BE49-F238E27FC236}">
                <a16:creationId xmlns:a16="http://schemas.microsoft.com/office/drawing/2014/main" id="{D16AF535-4B22-641B-EE9D-8E7C182BC135}"/>
              </a:ext>
            </a:extLst>
          </p:cNvPr>
          <p:cNvSpPr txBox="1"/>
          <p:nvPr/>
        </p:nvSpPr>
        <p:spPr>
          <a:xfrm>
            <a:off x="8657764" y="2947757"/>
            <a:ext cx="878965" cy="369332"/>
          </a:xfrm>
          <a:prstGeom prst="rect">
            <a:avLst/>
          </a:prstGeom>
          <a:noFill/>
        </p:spPr>
        <p:txBody>
          <a:bodyPr wrap="square" rtlCol="0">
            <a:spAutoFit/>
          </a:bodyPr>
          <a:lstStyle/>
          <a:p>
            <a:r>
              <a:rPr lang="ja-JP" altLang="en-US" dirty="0">
                <a:noFill/>
              </a:rPr>
              <a:t>しかし</a:t>
            </a:r>
            <a:endParaRPr kumimoji="1" lang="ja-JP" altLang="en-US" dirty="0">
              <a:noFill/>
            </a:endParaRPr>
          </a:p>
        </p:txBody>
      </p:sp>
    </p:spTree>
    <p:extLst>
      <p:ext uri="{BB962C8B-B14F-4D97-AF65-F5344CB8AC3E}">
        <p14:creationId xmlns:p14="http://schemas.microsoft.com/office/powerpoint/2010/main" val="9308303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0DB5D-5A45-3F47-D5B9-BFEE7EF1B05F}"/>
            </a:ext>
          </a:extLst>
        </p:cNvPr>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DDCDFCB8-E32E-15BF-D088-C520893258C3}"/>
              </a:ext>
            </a:extLst>
          </p:cNvPr>
          <p:cNvSpPr txBox="1"/>
          <p:nvPr/>
        </p:nvSpPr>
        <p:spPr>
          <a:xfrm>
            <a:off x="6937719" y="3059668"/>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13" name="テキスト ボックス 12">
            <a:extLst>
              <a:ext uri="{FF2B5EF4-FFF2-40B4-BE49-F238E27FC236}">
                <a16:creationId xmlns:a16="http://schemas.microsoft.com/office/drawing/2014/main" id="{B7C590D6-0655-D69E-4181-D087680C833A}"/>
              </a:ext>
            </a:extLst>
          </p:cNvPr>
          <p:cNvSpPr txBox="1"/>
          <p:nvPr/>
        </p:nvSpPr>
        <p:spPr>
          <a:xfrm>
            <a:off x="6937719" y="3429000"/>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EE25CD6B-8813-9AB0-A99B-22F05689BDE7}"/>
              </a:ext>
            </a:extLst>
          </p:cNvPr>
          <p:cNvSpPr txBox="1"/>
          <p:nvPr/>
        </p:nvSpPr>
        <p:spPr>
          <a:xfrm>
            <a:off x="5488137" y="2838450"/>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7" name="四角形: 角を丸くする 6">
            <a:extLst>
              <a:ext uri="{FF2B5EF4-FFF2-40B4-BE49-F238E27FC236}">
                <a16:creationId xmlns:a16="http://schemas.microsoft.com/office/drawing/2014/main" id="{4E0DA819-8DCD-74E4-0FC9-563704882DF8}"/>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2" name="テキスト ボックス 1">
            <a:extLst>
              <a:ext uri="{FF2B5EF4-FFF2-40B4-BE49-F238E27FC236}">
                <a16:creationId xmlns:a16="http://schemas.microsoft.com/office/drawing/2014/main" id="{975F556F-97BF-55BE-96E9-DF686BA318CD}"/>
              </a:ext>
            </a:extLst>
          </p:cNvPr>
          <p:cNvSpPr txBox="1"/>
          <p:nvPr/>
        </p:nvSpPr>
        <p:spPr>
          <a:xfrm>
            <a:off x="2493789" y="2868091"/>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3" name="テキスト ボックス 2">
            <a:extLst>
              <a:ext uri="{FF2B5EF4-FFF2-40B4-BE49-F238E27FC236}">
                <a16:creationId xmlns:a16="http://schemas.microsoft.com/office/drawing/2014/main" id="{74844382-F761-BC74-F22F-28811A322696}"/>
              </a:ext>
            </a:extLst>
          </p:cNvPr>
          <p:cNvSpPr txBox="1"/>
          <p:nvPr/>
        </p:nvSpPr>
        <p:spPr>
          <a:xfrm>
            <a:off x="2493789" y="3244338"/>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8" name="テキスト ボックス 7">
            <a:extLst>
              <a:ext uri="{FF2B5EF4-FFF2-40B4-BE49-F238E27FC236}">
                <a16:creationId xmlns:a16="http://schemas.microsoft.com/office/drawing/2014/main" id="{EB5E785C-184F-1E58-87AA-E6A36F13A626}"/>
              </a:ext>
            </a:extLst>
          </p:cNvPr>
          <p:cNvSpPr txBox="1"/>
          <p:nvPr/>
        </p:nvSpPr>
        <p:spPr>
          <a:xfrm>
            <a:off x="5659587" y="2957534"/>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
        <p:nvSpPr>
          <p:cNvPr id="9" name="矢印: 右 8">
            <a:extLst>
              <a:ext uri="{FF2B5EF4-FFF2-40B4-BE49-F238E27FC236}">
                <a16:creationId xmlns:a16="http://schemas.microsoft.com/office/drawing/2014/main" id="{351DBA49-4F42-7A40-9DC8-108B6C20DDAF}"/>
              </a:ext>
            </a:extLst>
          </p:cNvPr>
          <p:cNvSpPr/>
          <p:nvPr/>
        </p:nvSpPr>
        <p:spPr>
          <a:xfrm>
            <a:off x="920301" y="3433945"/>
            <a:ext cx="3319190" cy="1120775"/>
          </a:xfrm>
          <a:prstGeom prst="right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noFill/>
              </a:rPr>
              <a:t>改良</a:t>
            </a:r>
            <a:r>
              <a:rPr lang="en-US" altLang="ja-JP" sz="2400" dirty="0">
                <a:noFill/>
              </a:rPr>
              <a:t>&amp;</a:t>
            </a:r>
            <a:r>
              <a:rPr lang="ja-JP" altLang="en-US" sz="2400" dirty="0">
                <a:noFill/>
              </a:rPr>
              <a:t>認知度向上</a:t>
            </a:r>
          </a:p>
        </p:txBody>
      </p:sp>
    </p:spTree>
    <p:extLst>
      <p:ext uri="{BB962C8B-B14F-4D97-AF65-F5344CB8AC3E}">
        <p14:creationId xmlns:p14="http://schemas.microsoft.com/office/powerpoint/2010/main" val="27536023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6BA9-5AA7-98FD-7CFF-EA3B06A3D604}"/>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C25A6CF1-17F0-A68D-D5A9-022C61E315FB}"/>
              </a:ext>
            </a:extLst>
          </p:cNvPr>
          <p:cNvSpPr txBox="1"/>
          <p:nvPr/>
        </p:nvSpPr>
        <p:spPr>
          <a:xfrm>
            <a:off x="1246082" y="3198167"/>
            <a:ext cx="2985071" cy="461665"/>
          </a:xfrm>
          <a:prstGeom prst="rect">
            <a:avLst/>
          </a:prstGeom>
          <a:noFill/>
        </p:spPr>
        <p:txBody>
          <a:bodyPr wrap="square" rtlCol="0">
            <a:spAutoFit/>
          </a:bodyPr>
          <a:lstStyle/>
          <a:p>
            <a:r>
              <a:rPr kumimoji="1" lang="ja-JP" altLang="en-US" sz="2400" dirty="0">
                <a:solidFill>
                  <a:schemeClr val="bg1"/>
                </a:solidFill>
              </a:rPr>
              <a:t>探究の手助けになる</a:t>
            </a:r>
          </a:p>
        </p:txBody>
      </p:sp>
      <p:sp>
        <p:nvSpPr>
          <p:cNvPr id="2" name="矢印: 右 1">
            <a:extLst>
              <a:ext uri="{FF2B5EF4-FFF2-40B4-BE49-F238E27FC236}">
                <a16:creationId xmlns:a16="http://schemas.microsoft.com/office/drawing/2014/main" id="{7C8DB80C-018D-134A-5A55-7EDD8A5EAC13}"/>
              </a:ext>
            </a:extLst>
          </p:cNvPr>
          <p:cNvSpPr/>
          <p:nvPr/>
        </p:nvSpPr>
        <p:spPr>
          <a:xfrm>
            <a:off x="920301" y="2872839"/>
            <a:ext cx="3319190" cy="1120775"/>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bg1"/>
                </a:solidFill>
              </a:rPr>
              <a:t>改良</a:t>
            </a:r>
            <a:r>
              <a:rPr lang="en-US" altLang="ja-JP" sz="2400" dirty="0">
                <a:solidFill>
                  <a:schemeClr val="bg1"/>
                </a:solidFill>
              </a:rPr>
              <a:t>&amp;</a:t>
            </a:r>
            <a:r>
              <a:rPr lang="ja-JP" altLang="en-US" sz="2400" dirty="0">
                <a:solidFill>
                  <a:schemeClr val="bg1"/>
                </a:solidFill>
              </a:rPr>
              <a:t>認知度向上</a:t>
            </a:r>
          </a:p>
        </p:txBody>
      </p:sp>
      <p:sp>
        <p:nvSpPr>
          <p:cNvPr id="8" name="四角形: 角を丸くする 7">
            <a:extLst>
              <a:ext uri="{FF2B5EF4-FFF2-40B4-BE49-F238E27FC236}">
                <a16:creationId xmlns:a16="http://schemas.microsoft.com/office/drawing/2014/main" id="{FA0A8856-601A-3DBA-C216-F7E8B6FEC1F1}"/>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 name="テキスト ボックス 2">
            <a:extLst>
              <a:ext uri="{FF2B5EF4-FFF2-40B4-BE49-F238E27FC236}">
                <a16:creationId xmlns:a16="http://schemas.microsoft.com/office/drawing/2014/main" id="{E614EA82-2CC2-54A5-D612-03DC0068F2E2}"/>
              </a:ext>
            </a:extLst>
          </p:cNvPr>
          <p:cNvSpPr txBox="1"/>
          <p:nvPr/>
        </p:nvSpPr>
        <p:spPr>
          <a:xfrm>
            <a:off x="6937719" y="1467771"/>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6" name="テキスト ボックス 5">
            <a:extLst>
              <a:ext uri="{FF2B5EF4-FFF2-40B4-BE49-F238E27FC236}">
                <a16:creationId xmlns:a16="http://schemas.microsoft.com/office/drawing/2014/main" id="{7D3A0022-6E59-329A-AF27-DF23176DB638}"/>
              </a:ext>
            </a:extLst>
          </p:cNvPr>
          <p:cNvSpPr txBox="1"/>
          <p:nvPr/>
        </p:nvSpPr>
        <p:spPr>
          <a:xfrm>
            <a:off x="6937719" y="1837103"/>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9" name="テキスト ボックス 8">
            <a:extLst>
              <a:ext uri="{FF2B5EF4-FFF2-40B4-BE49-F238E27FC236}">
                <a16:creationId xmlns:a16="http://schemas.microsoft.com/office/drawing/2014/main" id="{93F5D475-187E-2190-F9CD-3D46924E1BFE}"/>
              </a:ext>
            </a:extLst>
          </p:cNvPr>
          <p:cNvSpPr txBox="1"/>
          <p:nvPr/>
        </p:nvSpPr>
        <p:spPr>
          <a:xfrm>
            <a:off x="5488137" y="1246553"/>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10" name="テキスト ボックス 9">
            <a:extLst>
              <a:ext uri="{FF2B5EF4-FFF2-40B4-BE49-F238E27FC236}">
                <a16:creationId xmlns:a16="http://schemas.microsoft.com/office/drawing/2014/main" id="{699D86CF-9A8D-C569-2BE0-89BB8EC0FBD4}"/>
              </a:ext>
            </a:extLst>
          </p:cNvPr>
          <p:cNvSpPr txBox="1"/>
          <p:nvPr/>
        </p:nvSpPr>
        <p:spPr>
          <a:xfrm>
            <a:off x="2493789" y="1276194"/>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11" name="テキスト ボックス 10">
            <a:extLst>
              <a:ext uri="{FF2B5EF4-FFF2-40B4-BE49-F238E27FC236}">
                <a16:creationId xmlns:a16="http://schemas.microsoft.com/office/drawing/2014/main" id="{B1D0915C-25F7-7E39-CC34-CCFD43F6A19B}"/>
              </a:ext>
            </a:extLst>
          </p:cNvPr>
          <p:cNvSpPr txBox="1"/>
          <p:nvPr/>
        </p:nvSpPr>
        <p:spPr>
          <a:xfrm>
            <a:off x="2493789" y="1652441"/>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14" name="テキスト ボックス 13">
            <a:extLst>
              <a:ext uri="{FF2B5EF4-FFF2-40B4-BE49-F238E27FC236}">
                <a16:creationId xmlns:a16="http://schemas.microsoft.com/office/drawing/2014/main" id="{266C1FC6-56F1-FA39-5F8D-3A282F134D9C}"/>
              </a:ext>
            </a:extLst>
          </p:cNvPr>
          <p:cNvSpPr txBox="1"/>
          <p:nvPr/>
        </p:nvSpPr>
        <p:spPr>
          <a:xfrm>
            <a:off x="5659587" y="1365637"/>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Tree>
    <p:extLst>
      <p:ext uri="{BB962C8B-B14F-4D97-AF65-F5344CB8AC3E}">
        <p14:creationId xmlns:p14="http://schemas.microsoft.com/office/powerpoint/2010/main" val="3373045918"/>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0427-93F7-A688-40E4-25AA4191D704}"/>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DE12D0DB-4902-A0E3-46C2-9BBF75EEF326}"/>
              </a:ext>
            </a:extLst>
          </p:cNvPr>
          <p:cNvSpPr txBox="1"/>
          <p:nvPr/>
        </p:nvSpPr>
        <p:spPr>
          <a:xfrm>
            <a:off x="4608606" y="3198167"/>
            <a:ext cx="2985071" cy="461665"/>
          </a:xfrm>
          <a:prstGeom prst="rect">
            <a:avLst/>
          </a:prstGeom>
          <a:noFill/>
        </p:spPr>
        <p:txBody>
          <a:bodyPr wrap="square" rtlCol="0">
            <a:spAutoFit/>
          </a:bodyPr>
          <a:lstStyle/>
          <a:p>
            <a:r>
              <a:rPr kumimoji="1" lang="ja-JP" altLang="en-US" sz="2400" dirty="0">
                <a:solidFill>
                  <a:schemeClr val="bg1"/>
                </a:solidFill>
              </a:rPr>
              <a:t>探究の手助けになる</a:t>
            </a:r>
          </a:p>
        </p:txBody>
      </p:sp>
      <p:sp>
        <p:nvSpPr>
          <p:cNvPr id="7" name="テキスト ボックス 6">
            <a:extLst>
              <a:ext uri="{FF2B5EF4-FFF2-40B4-BE49-F238E27FC236}">
                <a16:creationId xmlns:a16="http://schemas.microsoft.com/office/drawing/2014/main" id="{25E03FE0-B774-AD4A-EE50-B702271DBFDD}"/>
              </a:ext>
            </a:extLst>
          </p:cNvPr>
          <p:cNvSpPr txBox="1"/>
          <p:nvPr/>
        </p:nvSpPr>
        <p:spPr>
          <a:xfrm>
            <a:off x="2596925" y="5652770"/>
            <a:ext cx="6998149" cy="1200329"/>
          </a:xfrm>
          <a:prstGeom prst="rect">
            <a:avLst/>
          </a:prstGeom>
          <a:noFill/>
        </p:spPr>
        <p:txBody>
          <a:bodyPr wrap="square" rtlCol="0">
            <a:spAutoFit/>
          </a:bodyPr>
          <a:lstStyle/>
          <a:p>
            <a:r>
              <a:rPr lang="ja-JP" altLang="en-US" sz="2400" dirty="0"/>
              <a:t>  </a:t>
            </a:r>
            <a:r>
              <a:rPr kumimoji="1" lang="en-US" altLang="ja-JP" sz="2400" dirty="0"/>
              <a:t>RQ</a:t>
            </a:r>
            <a:r>
              <a:rPr kumimoji="1" lang="ja-JP" altLang="en-US" sz="2400" dirty="0"/>
              <a:t>：もっと探究の授業がやりやすくなるのでは</a:t>
            </a:r>
            <a:endParaRPr kumimoji="1" lang="en-US" altLang="ja-JP" sz="2400" dirty="0"/>
          </a:p>
          <a:p>
            <a:r>
              <a:rPr lang="ja-JP" altLang="en-US" sz="2400" dirty="0"/>
              <a:t>目的：探究の授業を円滑に進める</a:t>
            </a:r>
            <a:endParaRPr lang="en-US" altLang="ja-JP" sz="2400" dirty="0"/>
          </a:p>
          <a:p>
            <a:r>
              <a:rPr kumimoji="1" lang="ja-JP" altLang="en-US" sz="2400" dirty="0"/>
              <a:t>仮説：</a:t>
            </a:r>
            <a:r>
              <a:rPr kumimoji="1" lang="en-US" altLang="ja-JP" sz="2400" dirty="0"/>
              <a:t>UX</a:t>
            </a:r>
            <a:r>
              <a:rPr kumimoji="1" lang="ja-JP" altLang="en-US" sz="2400" dirty="0"/>
              <a:t>が良い物を作れば</a:t>
            </a:r>
            <a:r>
              <a:rPr kumimoji="1" lang="en-US" altLang="ja-JP" sz="2400" dirty="0"/>
              <a:t>､</a:t>
            </a:r>
            <a:r>
              <a:rPr kumimoji="1" lang="ja-JP" altLang="en-US" sz="2400" dirty="0"/>
              <a:t>授業が円滑になる</a:t>
            </a:r>
          </a:p>
        </p:txBody>
      </p:sp>
      <p:sp>
        <p:nvSpPr>
          <p:cNvPr id="8" name="四角形: 角を丸くする 7">
            <a:extLst>
              <a:ext uri="{FF2B5EF4-FFF2-40B4-BE49-F238E27FC236}">
                <a16:creationId xmlns:a16="http://schemas.microsoft.com/office/drawing/2014/main" id="{9BFB53FB-5DE0-AB38-C1F5-9855AF145153}"/>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 name="テキスト ボックス 2">
            <a:extLst>
              <a:ext uri="{FF2B5EF4-FFF2-40B4-BE49-F238E27FC236}">
                <a16:creationId xmlns:a16="http://schemas.microsoft.com/office/drawing/2014/main" id="{366F6D2E-12F8-F4DD-EB5E-C113FE9FD8DB}"/>
              </a:ext>
            </a:extLst>
          </p:cNvPr>
          <p:cNvSpPr txBox="1"/>
          <p:nvPr/>
        </p:nvSpPr>
        <p:spPr>
          <a:xfrm>
            <a:off x="6937719" y="1467771"/>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6" name="テキスト ボックス 5">
            <a:extLst>
              <a:ext uri="{FF2B5EF4-FFF2-40B4-BE49-F238E27FC236}">
                <a16:creationId xmlns:a16="http://schemas.microsoft.com/office/drawing/2014/main" id="{C34925E4-E6A9-7BBC-CC54-5099030BA9B5}"/>
              </a:ext>
            </a:extLst>
          </p:cNvPr>
          <p:cNvSpPr txBox="1"/>
          <p:nvPr/>
        </p:nvSpPr>
        <p:spPr>
          <a:xfrm>
            <a:off x="6937719" y="1837103"/>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9" name="テキスト ボックス 8">
            <a:extLst>
              <a:ext uri="{FF2B5EF4-FFF2-40B4-BE49-F238E27FC236}">
                <a16:creationId xmlns:a16="http://schemas.microsoft.com/office/drawing/2014/main" id="{68183022-BFBB-D870-5CCF-EFA90D95844F}"/>
              </a:ext>
            </a:extLst>
          </p:cNvPr>
          <p:cNvSpPr txBox="1"/>
          <p:nvPr/>
        </p:nvSpPr>
        <p:spPr>
          <a:xfrm>
            <a:off x="5488137" y="1246553"/>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10" name="テキスト ボックス 9">
            <a:extLst>
              <a:ext uri="{FF2B5EF4-FFF2-40B4-BE49-F238E27FC236}">
                <a16:creationId xmlns:a16="http://schemas.microsoft.com/office/drawing/2014/main" id="{B69AC23C-0EDD-0FE9-ECE0-CE92EC861EDD}"/>
              </a:ext>
            </a:extLst>
          </p:cNvPr>
          <p:cNvSpPr txBox="1"/>
          <p:nvPr/>
        </p:nvSpPr>
        <p:spPr>
          <a:xfrm>
            <a:off x="2493789" y="1276194"/>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11" name="テキスト ボックス 10">
            <a:extLst>
              <a:ext uri="{FF2B5EF4-FFF2-40B4-BE49-F238E27FC236}">
                <a16:creationId xmlns:a16="http://schemas.microsoft.com/office/drawing/2014/main" id="{D3F47FB5-ADE7-90DE-9DE0-54E361F456A1}"/>
              </a:ext>
            </a:extLst>
          </p:cNvPr>
          <p:cNvSpPr txBox="1"/>
          <p:nvPr/>
        </p:nvSpPr>
        <p:spPr>
          <a:xfrm>
            <a:off x="2493789" y="1652441"/>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14" name="テキスト ボックス 13">
            <a:extLst>
              <a:ext uri="{FF2B5EF4-FFF2-40B4-BE49-F238E27FC236}">
                <a16:creationId xmlns:a16="http://schemas.microsoft.com/office/drawing/2014/main" id="{832669EA-8FB7-2BD2-42AB-299B062344E8}"/>
              </a:ext>
            </a:extLst>
          </p:cNvPr>
          <p:cNvSpPr txBox="1"/>
          <p:nvPr/>
        </p:nvSpPr>
        <p:spPr>
          <a:xfrm>
            <a:off x="5659587" y="1365637"/>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
        <p:nvSpPr>
          <p:cNvPr id="4" name="矢印: 右 3">
            <a:extLst>
              <a:ext uri="{FF2B5EF4-FFF2-40B4-BE49-F238E27FC236}">
                <a16:creationId xmlns:a16="http://schemas.microsoft.com/office/drawing/2014/main" id="{E73F2E04-40E9-F74A-C47E-9EDEBF24132A}"/>
              </a:ext>
            </a:extLst>
          </p:cNvPr>
          <p:cNvSpPr/>
          <p:nvPr/>
        </p:nvSpPr>
        <p:spPr>
          <a:xfrm>
            <a:off x="920301" y="2872839"/>
            <a:ext cx="3319190" cy="1120775"/>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bg1"/>
                </a:solidFill>
              </a:rPr>
              <a:t>改良</a:t>
            </a:r>
            <a:r>
              <a:rPr lang="en-US" altLang="ja-JP" sz="2400" dirty="0">
                <a:solidFill>
                  <a:schemeClr val="bg1"/>
                </a:solidFill>
              </a:rPr>
              <a:t>&amp;</a:t>
            </a:r>
            <a:r>
              <a:rPr lang="ja-JP" altLang="en-US" sz="2400" dirty="0">
                <a:solidFill>
                  <a:schemeClr val="bg1"/>
                </a:solidFill>
              </a:rPr>
              <a:t>認知度向上</a:t>
            </a:r>
          </a:p>
        </p:txBody>
      </p:sp>
    </p:spTree>
    <p:extLst>
      <p:ext uri="{BB962C8B-B14F-4D97-AF65-F5344CB8AC3E}">
        <p14:creationId xmlns:p14="http://schemas.microsoft.com/office/powerpoint/2010/main" val="6106347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E912F-5256-CF82-0F49-A2DC70769B1B}"/>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67CB0F77-2189-405E-CC83-5FEAB6CFBD73}"/>
              </a:ext>
            </a:extLst>
          </p:cNvPr>
          <p:cNvSpPr txBox="1"/>
          <p:nvPr/>
        </p:nvSpPr>
        <p:spPr>
          <a:xfrm>
            <a:off x="2596925" y="3917950"/>
            <a:ext cx="6998149" cy="1200329"/>
          </a:xfrm>
          <a:prstGeom prst="rect">
            <a:avLst/>
          </a:prstGeom>
          <a:noFill/>
        </p:spPr>
        <p:txBody>
          <a:bodyPr wrap="square" rtlCol="0">
            <a:spAutoFit/>
          </a:bodyPr>
          <a:lstStyle/>
          <a:p>
            <a:r>
              <a:rPr lang="ja-JP" altLang="en-US" sz="2400" dirty="0">
                <a:solidFill>
                  <a:schemeClr val="bg1"/>
                </a:solidFill>
              </a:rPr>
              <a:t>  </a:t>
            </a:r>
            <a:r>
              <a:rPr kumimoji="1" lang="en-US" altLang="ja-JP" sz="2400" dirty="0">
                <a:solidFill>
                  <a:schemeClr val="bg1"/>
                </a:solidFill>
              </a:rPr>
              <a:t>RQ</a:t>
            </a:r>
            <a:r>
              <a:rPr kumimoji="1" lang="ja-JP" altLang="en-US" sz="2400" dirty="0">
                <a:solidFill>
                  <a:schemeClr val="bg1"/>
                </a:solidFill>
              </a:rPr>
              <a:t>：もっと探究の授業がやりやすくなるのでは</a:t>
            </a:r>
            <a:endParaRPr kumimoji="1" lang="en-US" altLang="ja-JP" sz="2400" dirty="0">
              <a:solidFill>
                <a:schemeClr val="bg1"/>
              </a:solidFill>
            </a:endParaRPr>
          </a:p>
          <a:p>
            <a:r>
              <a:rPr lang="ja-JP" altLang="en-US" sz="2400" dirty="0">
                <a:solidFill>
                  <a:schemeClr val="bg1"/>
                </a:solidFill>
              </a:rPr>
              <a:t>目的：探究の授業を円滑に進める</a:t>
            </a:r>
            <a:endParaRPr lang="en-US" altLang="ja-JP" sz="2400" dirty="0">
              <a:solidFill>
                <a:schemeClr val="bg1"/>
              </a:solidFill>
            </a:endParaRPr>
          </a:p>
          <a:p>
            <a:r>
              <a:rPr kumimoji="1" lang="ja-JP" altLang="en-US" sz="2400" dirty="0">
                <a:solidFill>
                  <a:schemeClr val="bg1"/>
                </a:solidFill>
              </a:rPr>
              <a:t>仮説：</a:t>
            </a:r>
            <a:r>
              <a:rPr kumimoji="1" lang="en-US" altLang="ja-JP" sz="2400" dirty="0">
                <a:solidFill>
                  <a:schemeClr val="bg1"/>
                </a:solidFill>
              </a:rPr>
              <a:t>UX</a:t>
            </a:r>
            <a:r>
              <a:rPr kumimoji="1" lang="ja-JP" altLang="en-US" sz="2400" dirty="0">
                <a:solidFill>
                  <a:schemeClr val="bg1"/>
                </a:solidFill>
              </a:rPr>
              <a:t>が良い物を作れば</a:t>
            </a:r>
            <a:r>
              <a:rPr kumimoji="1" lang="en-US" altLang="ja-JP" sz="2400" dirty="0">
                <a:solidFill>
                  <a:schemeClr val="bg1"/>
                </a:solidFill>
              </a:rPr>
              <a:t>､</a:t>
            </a:r>
            <a:r>
              <a:rPr kumimoji="1" lang="ja-JP" altLang="en-US" sz="2400" dirty="0">
                <a:solidFill>
                  <a:schemeClr val="bg1"/>
                </a:solidFill>
              </a:rPr>
              <a:t>授業が円滑になる</a:t>
            </a:r>
          </a:p>
        </p:txBody>
      </p:sp>
      <p:sp>
        <p:nvSpPr>
          <p:cNvPr id="6" name="四角形: 角を丸くする 5">
            <a:extLst>
              <a:ext uri="{FF2B5EF4-FFF2-40B4-BE49-F238E27FC236}">
                <a16:creationId xmlns:a16="http://schemas.microsoft.com/office/drawing/2014/main" id="{A5AB4A31-5796-70AF-CF9D-9ADB8120053B}"/>
              </a:ext>
            </a:extLst>
          </p:cNvPr>
          <p:cNvSpPr/>
          <p:nvPr/>
        </p:nvSpPr>
        <p:spPr>
          <a:xfrm>
            <a:off x="123796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86B7D0FA-C80C-0EE2-E2A2-2A19736C6024}"/>
              </a:ext>
            </a:extLst>
          </p:cNvPr>
          <p:cNvSpPr/>
          <p:nvPr/>
        </p:nvSpPr>
        <p:spPr>
          <a:xfrm>
            <a:off x="1407510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208D628E-3F69-4FC2-C38B-F70DBDB8D578}"/>
              </a:ext>
            </a:extLst>
          </p:cNvPr>
          <p:cNvSpPr/>
          <p:nvPr/>
        </p:nvSpPr>
        <p:spPr>
          <a:xfrm>
            <a:off x="157705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6054956F-533C-EC2B-B582-423CAFC2FD15}"/>
              </a:ext>
            </a:extLst>
          </p:cNvPr>
          <p:cNvSpPr/>
          <p:nvPr/>
        </p:nvSpPr>
        <p:spPr>
          <a:xfrm>
            <a:off x="17466006"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11" name="四角形: 角を丸くする 10">
            <a:extLst>
              <a:ext uri="{FF2B5EF4-FFF2-40B4-BE49-F238E27FC236}">
                <a16:creationId xmlns:a16="http://schemas.microsoft.com/office/drawing/2014/main" id="{86D95B3A-C75D-3B97-B823-758A5367BC94}"/>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 name="テキスト ボックス 2">
            <a:extLst>
              <a:ext uri="{FF2B5EF4-FFF2-40B4-BE49-F238E27FC236}">
                <a16:creationId xmlns:a16="http://schemas.microsoft.com/office/drawing/2014/main" id="{29EAB6C2-5624-2512-B64C-5C05632DA847}"/>
              </a:ext>
            </a:extLst>
          </p:cNvPr>
          <p:cNvSpPr txBox="1"/>
          <p:nvPr/>
        </p:nvSpPr>
        <p:spPr>
          <a:xfrm>
            <a:off x="6937719" y="693979"/>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14" name="テキスト ボックス 13">
            <a:extLst>
              <a:ext uri="{FF2B5EF4-FFF2-40B4-BE49-F238E27FC236}">
                <a16:creationId xmlns:a16="http://schemas.microsoft.com/office/drawing/2014/main" id="{4CC10CBA-AE94-A8D4-15C7-CD03220981D3}"/>
              </a:ext>
            </a:extLst>
          </p:cNvPr>
          <p:cNvSpPr txBox="1"/>
          <p:nvPr/>
        </p:nvSpPr>
        <p:spPr>
          <a:xfrm>
            <a:off x="6937719" y="1063311"/>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8B3670F6-F88B-609D-B44C-D547F93508DB}"/>
              </a:ext>
            </a:extLst>
          </p:cNvPr>
          <p:cNvSpPr txBox="1"/>
          <p:nvPr/>
        </p:nvSpPr>
        <p:spPr>
          <a:xfrm>
            <a:off x="5488137" y="472761"/>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16" name="テキスト ボックス 15">
            <a:extLst>
              <a:ext uri="{FF2B5EF4-FFF2-40B4-BE49-F238E27FC236}">
                <a16:creationId xmlns:a16="http://schemas.microsoft.com/office/drawing/2014/main" id="{62EB9594-8C1D-5CF9-38A7-CC0DDDEBDD07}"/>
              </a:ext>
            </a:extLst>
          </p:cNvPr>
          <p:cNvSpPr txBox="1"/>
          <p:nvPr/>
        </p:nvSpPr>
        <p:spPr>
          <a:xfrm>
            <a:off x="2493789" y="502402"/>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17" name="テキスト ボックス 16">
            <a:extLst>
              <a:ext uri="{FF2B5EF4-FFF2-40B4-BE49-F238E27FC236}">
                <a16:creationId xmlns:a16="http://schemas.microsoft.com/office/drawing/2014/main" id="{B485F345-214C-7588-B4D2-3D7AD467C026}"/>
              </a:ext>
            </a:extLst>
          </p:cNvPr>
          <p:cNvSpPr txBox="1"/>
          <p:nvPr/>
        </p:nvSpPr>
        <p:spPr>
          <a:xfrm>
            <a:off x="2493789" y="878649"/>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18" name="テキスト ボックス 17">
            <a:extLst>
              <a:ext uri="{FF2B5EF4-FFF2-40B4-BE49-F238E27FC236}">
                <a16:creationId xmlns:a16="http://schemas.microsoft.com/office/drawing/2014/main" id="{CEEBE09C-3891-B8BE-87FB-96C0C79C7C8E}"/>
              </a:ext>
            </a:extLst>
          </p:cNvPr>
          <p:cNvSpPr txBox="1"/>
          <p:nvPr/>
        </p:nvSpPr>
        <p:spPr>
          <a:xfrm>
            <a:off x="5659587" y="591845"/>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
        <p:nvSpPr>
          <p:cNvPr id="19" name="矢印: 右 18">
            <a:extLst>
              <a:ext uri="{FF2B5EF4-FFF2-40B4-BE49-F238E27FC236}">
                <a16:creationId xmlns:a16="http://schemas.microsoft.com/office/drawing/2014/main" id="{E81420CE-9383-8355-CA5E-5DAA86537EFE}"/>
              </a:ext>
            </a:extLst>
          </p:cNvPr>
          <p:cNvSpPr/>
          <p:nvPr/>
        </p:nvSpPr>
        <p:spPr>
          <a:xfrm>
            <a:off x="920301" y="2109441"/>
            <a:ext cx="3319190" cy="1120775"/>
          </a:xfrm>
          <a:prstGeom prst="rightArrow">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bg1"/>
                </a:solidFill>
              </a:rPr>
              <a:t>改良</a:t>
            </a:r>
            <a:r>
              <a:rPr lang="en-US" altLang="ja-JP" sz="2400" dirty="0">
                <a:solidFill>
                  <a:schemeClr val="bg1"/>
                </a:solidFill>
              </a:rPr>
              <a:t>&amp;</a:t>
            </a:r>
            <a:r>
              <a:rPr lang="ja-JP" altLang="en-US" sz="2400" dirty="0">
                <a:solidFill>
                  <a:schemeClr val="bg1"/>
                </a:solidFill>
              </a:rPr>
              <a:t>認知度向上</a:t>
            </a:r>
          </a:p>
        </p:txBody>
      </p:sp>
      <p:sp>
        <p:nvSpPr>
          <p:cNvPr id="20" name="テキスト ボックス 19">
            <a:extLst>
              <a:ext uri="{FF2B5EF4-FFF2-40B4-BE49-F238E27FC236}">
                <a16:creationId xmlns:a16="http://schemas.microsoft.com/office/drawing/2014/main" id="{7DF91238-5122-18AA-C064-FCDAAFB490C8}"/>
              </a:ext>
            </a:extLst>
          </p:cNvPr>
          <p:cNvSpPr txBox="1"/>
          <p:nvPr/>
        </p:nvSpPr>
        <p:spPr>
          <a:xfrm>
            <a:off x="4608606" y="2438973"/>
            <a:ext cx="2985071" cy="461665"/>
          </a:xfrm>
          <a:prstGeom prst="rect">
            <a:avLst/>
          </a:prstGeom>
          <a:noFill/>
        </p:spPr>
        <p:txBody>
          <a:bodyPr wrap="square" rtlCol="0">
            <a:spAutoFit/>
          </a:bodyPr>
          <a:lstStyle/>
          <a:p>
            <a:r>
              <a:rPr kumimoji="1" lang="ja-JP" altLang="en-US" sz="2400" dirty="0">
                <a:solidFill>
                  <a:schemeClr val="bg1"/>
                </a:solidFill>
              </a:rPr>
              <a:t>探究の手助けになる</a:t>
            </a:r>
          </a:p>
        </p:txBody>
      </p:sp>
    </p:spTree>
    <p:extLst>
      <p:ext uri="{BB962C8B-B14F-4D97-AF65-F5344CB8AC3E}">
        <p14:creationId xmlns:p14="http://schemas.microsoft.com/office/powerpoint/2010/main" val="25761496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A4E1-68E5-EA6C-7900-71EE5A7566D9}"/>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61483F1A-0F2F-3094-D7D7-760AAEB4E8D9}"/>
              </a:ext>
            </a:extLst>
          </p:cNvPr>
          <p:cNvSpPr/>
          <p:nvPr/>
        </p:nvSpPr>
        <p:spPr>
          <a:xfrm>
            <a:off x="326171" y="2262941"/>
            <a:ext cx="4759240" cy="23321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背景</a:t>
            </a:r>
            <a:endParaRPr kumimoji="1" lang="ja-JP" altLang="en-US" sz="6600" dirty="0"/>
          </a:p>
        </p:txBody>
      </p:sp>
      <p:sp>
        <p:nvSpPr>
          <p:cNvPr id="7" name="四角形: 角を丸くする 6">
            <a:extLst>
              <a:ext uri="{FF2B5EF4-FFF2-40B4-BE49-F238E27FC236}">
                <a16:creationId xmlns:a16="http://schemas.microsoft.com/office/drawing/2014/main" id="{031DD857-A87B-DCFF-A111-4242693E7CC5}"/>
              </a:ext>
            </a:extLst>
          </p:cNvPr>
          <p:cNvSpPr/>
          <p:nvPr/>
        </p:nvSpPr>
        <p:spPr>
          <a:xfrm>
            <a:off x="54168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3FA709D0-76B8-9FF3-05A6-B61D94B73150}"/>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E05FA15E-3AAE-5966-0E85-E610527A0695}"/>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01753E7B-3516-5A3A-1132-A05525BF1911}"/>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3404511422"/>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BD4D1-6140-4CF2-8841-F39EA21E51A9}"/>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B471F54F-42FB-20A7-ACCD-2B011A87DC62}"/>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DB7615ED-4A7D-0A5E-FAFE-955B287EFF1D}"/>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D024829-8348-5305-6A06-1CD0704DF380}"/>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E2DBB706-E7E0-A2CF-0F43-A2FDF48333B5}"/>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90075520-5442-C28B-0CA4-F01E205353A8}"/>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14" name="テキスト ボックス 13">
            <a:extLst>
              <a:ext uri="{FF2B5EF4-FFF2-40B4-BE49-F238E27FC236}">
                <a16:creationId xmlns:a16="http://schemas.microsoft.com/office/drawing/2014/main" id="{59233D02-D62F-34B4-E1D9-D049AD95DE95}"/>
              </a:ext>
            </a:extLst>
          </p:cNvPr>
          <p:cNvSpPr txBox="1"/>
          <p:nvPr/>
        </p:nvSpPr>
        <p:spPr>
          <a:xfrm>
            <a:off x="-11361004" y="3060165"/>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15" name="テキスト ボックス 14">
            <a:extLst>
              <a:ext uri="{FF2B5EF4-FFF2-40B4-BE49-F238E27FC236}">
                <a16:creationId xmlns:a16="http://schemas.microsoft.com/office/drawing/2014/main" id="{0A26B06E-D5FD-52EF-294B-B4C73A006F63}"/>
              </a:ext>
            </a:extLst>
          </p:cNvPr>
          <p:cNvSpPr txBox="1"/>
          <p:nvPr/>
        </p:nvSpPr>
        <p:spPr>
          <a:xfrm>
            <a:off x="-11345129"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Tree>
    <p:extLst>
      <p:ext uri="{BB962C8B-B14F-4D97-AF65-F5344CB8AC3E}">
        <p14:creationId xmlns:p14="http://schemas.microsoft.com/office/powerpoint/2010/main" val="2805851952"/>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C8FB-7B9A-EF97-15C5-4D0083488883}"/>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AB86BAF4-3201-B121-0D31-81C64BA38D7F}"/>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5" name="四角形: 角を丸くする 14">
            <a:extLst>
              <a:ext uri="{FF2B5EF4-FFF2-40B4-BE49-F238E27FC236}">
                <a16:creationId xmlns:a16="http://schemas.microsoft.com/office/drawing/2014/main" id="{0E19B1E8-A4B8-66BA-79C0-E17E84ABF796}"/>
              </a:ext>
            </a:extLst>
          </p:cNvPr>
          <p:cNvSpPr/>
          <p:nvPr/>
        </p:nvSpPr>
        <p:spPr>
          <a:xfrm>
            <a:off x="-154365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16" name="四角形: 角を丸くする 15">
            <a:extLst>
              <a:ext uri="{FF2B5EF4-FFF2-40B4-BE49-F238E27FC236}">
                <a16:creationId xmlns:a16="http://schemas.microsoft.com/office/drawing/2014/main" id="{7196B641-5827-1E87-13C9-215CA812FE6C}"/>
              </a:ext>
            </a:extLst>
          </p:cNvPr>
          <p:cNvSpPr/>
          <p:nvPr/>
        </p:nvSpPr>
        <p:spPr>
          <a:xfrm>
            <a:off x="123415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17" name="四角形: 角を丸くする 16">
            <a:extLst>
              <a:ext uri="{FF2B5EF4-FFF2-40B4-BE49-F238E27FC236}">
                <a16:creationId xmlns:a16="http://schemas.microsoft.com/office/drawing/2014/main" id="{F74B6D72-9E70-F778-9C4D-F430F47B6880}"/>
              </a:ext>
            </a:extLst>
          </p:cNvPr>
          <p:cNvSpPr/>
          <p:nvPr/>
        </p:nvSpPr>
        <p:spPr>
          <a:xfrm>
            <a:off x="1403700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8" name="四角形: 角を丸くする 17">
            <a:extLst>
              <a:ext uri="{FF2B5EF4-FFF2-40B4-BE49-F238E27FC236}">
                <a16:creationId xmlns:a16="http://schemas.microsoft.com/office/drawing/2014/main" id="{C9C03EF5-C426-E979-5C29-C8ED7A257CD2}"/>
              </a:ext>
            </a:extLst>
          </p:cNvPr>
          <p:cNvSpPr/>
          <p:nvPr/>
        </p:nvSpPr>
        <p:spPr>
          <a:xfrm>
            <a:off x="15732456"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19" name="テキスト ボックス 18">
            <a:extLst>
              <a:ext uri="{FF2B5EF4-FFF2-40B4-BE49-F238E27FC236}">
                <a16:creationId xmlns:a16="http://schemas.microsoft.com/office/drawing/2014/main" id="{A41C8C62-71C8-DB51-431C-20187C73D424}"/>
              </a:ext>
            </a:extLst>
          </p:cNvPr>
          <p:cNvSpPr txBox="1"/>
          <p:nvPr/>
        </p:nvSpPr>
        <p:spPr>
          <a:xfrm>
            <a:off x="351571" y="3060165"/>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1" name="テキスト ボックス 20">
            <a:extLst>
              <a:ext uri="{FF2B5EF4-FFF2-40B4-BE49-F238E27FC236}">
                <a16:creationId xmlns:a16="http://schemas.microsoft.com/office/drawing/2014/main" id="{F47EF554-C21B-4DD5-321C-8F2A0B388304}"/>
              </a:ext>
            </a:extLst>
          </p:cNvPr>
          <p:cNvSpPr txBox="1"/>
          <p:nvPr/>
        </p:nvSpPr>
        <p:spPr>
          <a:xfrm>
            <a:off x="351571"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
        <p:nvSpPr>
          <p:cNvPr id="23" name="テキスト ボックス 22">
            <a:extLst>
              <a:ext uri="{FF2B5EF4-FFF2-40B4-BE49-F238E27FC236}">
                <a16:creationId xmlns:a16="http://schemas.microsoft.com/office/drawing/2014/main" id="{B2892F81-4668-1B2F-109D-6EF057871BB6}"/>
              </a:ext>
            </a:extLst>
          </p:cNvPr>
          <p:cNvSpPr txBox="1"/>
          <p:nvPr/>
        </p:nvSpPr>
        <p:spPr>
          <a:xfrm>
            <a:off x="-11472130" y="3060700"/>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24" name="テキスト ボックス 23">
            <a:extLst>
              <a:ext uri="{FF2B5EF4-FFF2-40B4-BE49-F238E27FC236}">
                <a16:creationId xmlns:a16="http://schemas.microsoft.com/office/drawing/2014/main" id="{E187DF82-D901-D934-04C2-804F4401DF65}"/>
              </a:ext>
            </a:extLst>
          </p:cNvPr>
          <p:cNvSpPr txBox="1"/>
          <p:nvPr/>
        </p:nvSpPr>
        <p:spPr>
          <a:xfrm>
            <a:off x="-11510229"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Tree>
    <p:extLst>
      <p:ext uri="{BB962C8B-B14F-4D97-AF65-F5344CB8AC3E}">
        <p14:creationId xmlns:p14="http://schemas.microsoft.com/office/powerpoint/2010/main" val="9278715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A04D1-88DB-091B-C18B-1A50895BA2F5}"/>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0924C10F-277C-9B6A-9C2A-9DEA2816C366}"/>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D0E0D52B-3DDE-D00B-B7DC-F742072C1566}"/>
              </a:ext>
            </a:extLst>
          </p:cNvPr>
          <p:cNvSpPr txBox="1"/>
          <p:nvPr/>
        </p:nvSpPr>
        <p:spPr>
          <a:xfrm>
            <a:off x="351571" y="2691368"/>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FED4D6F8-4054-0B64-0CEF-ABF8568CABF9}"/>
              </a:ext>
            </a:extLst>
          </p:cNvPr>
          <p:cNvSpPr txBox="1"/>
          <p:nvPr/>
        </p:nvSpPr>
        <p:spPr>
          <a:xfrm>
            <a:off x="351570" y="3060700"/>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2C480EE2-83C1-5F0A-F817-6177CA4799D2}"/>
              </a:ext>
            </a:extLst>
          </p:cNvPr>
          <p:cNvSpPr txBox="1"/>
          <p:nvPr/>
        </p:nvSpPr>
        <p:spPr>
          <a:xfrm>
            <a:off x="351571"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
        <p:nvSpPr>
          <p:cNvPr id="4" name="テキスト ボックス 3">
            <a:extLst>
              <a:ext uri="{FF2B5EF4-FFF2-40B4-BE49-F238E27FC236}">
                <a16:creationId xmlns:a16="http://schemas.microsoft.com/office/drawing/2014/main" id="{214FA9A8-05B9-A8C3-0868-7BA3C0FDD786}"/>
              </a:ext>
            </a:extLst>
          </p:cNvPr>
          <p:cNvSpPr txBox="1"/>
          <p:nvPr/>
        </p:nvSpPr>
        <p:spPr>
          <a:xfrm>
            <a:off x="12238771"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
        <p:nvSpPr>
          <p:cNvPr id="5" name="テキスト ボックス 4">
            <a:extLst>
              <a:ext uri="{FF2B5EF4-FFF2-40B4-BE49-F238E27FC236}">
                <a16:creationId xmlns:a16="http://schemas.microsoft.com/office/drawing/2014/main" id="{E46D048F-E9BD-ABAE-0CCE-17C23C65A31F}"/>
              </a:ext>
            </a:extLst>
          </p:cNvPr>
          <p:cNvSpPr txBox="1"/>
          <p:nvPr/>
        </p:nvSpPr>
        <p:spPr>
          <a:xfrm>
            <a:off x="-11376883" y="3061216"/>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A76E9490-8CC6-0E8B-4F63-F131E6F6867C}"/>
              </a:ext>
            </a:extLst>
          </p:cNvPr>
          <p:cNvSpPr txBox="1"/>
          <p:nvPr/>
        </p:nvSpPr>
        <p:spPr>
          <a:xfrm>
            <a:off x="-11357829"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12" name="テキスト ボックス 11">
            <a:extLst>
              <a:ext uri="{FF2B5EF4-FFF2-40B4-BE49-F238E27FC236}">
                <a16:creationId xmlns:a16="http://schemas.microsoft.com/office/drawing/2014/main" id="{BDFEE181-3958-009F-6A73-10BBE789D17B}"/>
              </a:ext>
            </a:extLst>
          </p:cNvPr>
          <p:cNvSpPr txBox="1"/>
          <p:nvPr/>
        </p:nvSpPr>
        <p:spPr>
          <a:xfrm>
            <a:off x="12274806" y="569155"/>
            <a:ext cx="5421740" cy="2862322"/>
          </a:xfrm>
          <a:prstGeom prst="rect">
            <a:avLst/>
          </a:prstGeom>
          <a:noFill/>
        </p:spPr>
        <p:txBody>
          <a:bodyPr wrap="square" rtlCol="0">
            <a:spAutoFit/>
          </a:bodyPr>
          <a:lstStyle/>
          <a:p>
            <a:r>
              <a:rPr lang="ja-JP" altLang="en-US" dirty="0">
                <a:solidFill>
                  <a:schemeClr val="bg1"/>
                </a:solidFill>
              </a:rPr>
              <a:t>使用言語</a:t>
            </a:r>
            <a:endParaRPr lang="en-US" altLang="ja-JP" dirty="0">
              <a:solidFill>
                <a:schemeClr val="bg1"/>
              </a:solidFill>
            </a:endParaRPr>
          </a:p>
          <a:p>
            <a:r>
              <a:rPr lang="ja-JP" altLang="en-US" dirty="0">
                <a:solidFill>
                  <a:schemeClr val="bg1"/>
                </a:solidFill>
              </a:rPr>
              <a:t>　</a:t>
            </a:r>
            <a:r>
              <a:rPr lang="en-US" altLang="ja-JP" dirty="0">
                <a:solidFill>
                  <a:schemeClr val="bg1"/>
                </a:solidFill>
              </a:rPr>
              <a:t>HTML</a:t>
            </a:r>
          </a:p>
          <a:p>
            <a:r>
              <a:rPr lang="en-US" altLang="ja-JP" dirty="0">
                <a:solidFill>
                  <a:schemeClr val="bg1"/>
                </a:solidFill>
              </a:rPr>
              <a:t>    JavaScript</a:t>
            </a:r>
          </a:p>
          <a:p>
            <a:r>
              <a:rPr lang="en-US" altLang="ja-JP" dirty="0">
                <a:solidFill>
                  <a:schemeClr val="bg1"/>
                </a:solidFill>
              </a:rPr>
              <a:t>    CSS</a:t>
            </a:r>
          </a:p>
          <a:p>
            <a:endParaRPr lang="en-US" altLang="ja-JP" dirty="0">
              <a:solidFill>
                <a:schemeClr val="bg1"/>
              </a:solidFill>
            </a:endParaRPr>
          </a:p>
          <a:p>
            <a:r>
              <a:rPr lang="ja-JP" altLang="en-US" dirty="0">
                <a:solidFill>
                  <a:schemeClr val="bg1"/>
                </a:solidFill>
              </a:rPr>
              <a:t>使用ソフト</a:t>
            </a:r>
            <a:endParaRPr lang="en-US" altLang="ja-JP" dirty="0">
              <a:solidFill>
                <a:schemeClr val="bg1"/>
              </a:solidFill>
            </a:endParaRPr>
          </a:p>
          <a:p>
            <a:r>
              <a:rPr lang="ja-JP" altLang="en-US" dirty="0">
                <a:solidFill>
                  <a:schemeClr val="bg1"/>
                </a:solidFill>
              </a:rPr>
              <a:t>    </a:t>
            </a:r>
            <a:r>
              <a:rPr lang="en-US" altLang="ja-JP" dirty="0">
                <a:solidFill>
                  <a:schemeClr val="bg1"/>
                </a:solidFill>
              </a:rPr>
              <a:t>Visual Studio Code</a:t>
            </a:r>
          </a:p>
          <a:p>
            <a:r>
              <a:rPr lang="en-US" altLang="ja-JP" dirty="0">
                <a:solidFill>
                  <a:schemeClr val="bg1"/>
                </a:solidFill>
              </a:rPr>
              <a:t>    Microsoft Edge</a:t>
            </a:r>
          </a:p>
          <a:p>
            <a:r>
              <a:rPr lang="en-US" altLang="ja-JP" dirty="0">
                <a:solidFill>
                  <a:schemeClr val="bg1"/>
                </a:solidFill>
              </a:rPr>
              <a:t>    Google Chrome</a:t>
            </a:r>
          </a:p>
          <a:p>
            <a:r>
              <a:rPr lang="ja-JP" altLang="en-US" dirty="0">
                <a:solidFill>
                  <a:schemeClr val="bg1"/>
                </a:solidFill>
              </a:rPr>
              <a:t>　</a:t>
            </a:r>
            <a:r>
              <a:rPr lang="en-US" altLang="ja-JP" dirty="0">
                <a:solidFill>
                  <a:schemeClr val="bg1"/>
                </a:solidFill>
              </a:rPr>
              <a:t>Firefox</a:t>
            </a:r>
          </a:p>
        </p:txBody>
      </p:sp>
    </p:spTree>
    <p:extLst>
      <p:ext uri="{BB962C8B-B14F-4D97-AF65-F5344CB8AC3E}">
        <p14:creationId xmlns:p14="http://schemas.microsoft.com/office/powerpoint/2010/main" val="35043605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5709B-68AA-386E-9F75-5FCE0641C4F9}"/>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5F38F0EA-153F-9A9E-40C4-56B4D650ECCE}"/>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A41F5B0D-D940-7CF4-2505-E45A0AD1D8F0}"/>
              </a:ext>
            </a:extLst>
          </p:cNvPr>
          <p:cNvSpPr txBox="1"/>
          <p:nvPr/>
        </p:nvSpPr>
        <p:spPr>
          <a:xfrm>
            <a:off x="351571" y="2691368"/>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BACAE63C-5988-ECB1-4B71-1E0FE576BD07}"/>
              </a:ext>
            </a:extLst>
          </p:cNvPr>
          <p:cNvSpPr txBox="1"/>
          <p:nvPr/>
        </p:nvSpPr>
        <p:spPr>
          <a:xfrm>
            <a:off x="351570" y="3060700"/>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9FC4BE2A-7CAB-6D1B-3A77-8E51ABE656ED}"/>
              </a:ext>
            </a:extLst>
          </p:cNvPr>
          <p:cNvSpPr txBox="1"/>
          <p:nvPr/>
        </p:nvSpPr>
        <p:spPr>
          <a:xfrm>
            <a:off x="351571"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
        <p:nvSpPr>
          <p:cNvPr id="4" name="テキスト ボックス 3">
            <a:extLst>
              <a:ext uri="{FF2B5EF4-FFF2-40B4-BE49-F238E27FC236}">
                <a16:creationId xmlns:a16="http://schemas.microsoft.com/office/drawing/2014/main" id="{8C7CB34C-58AA-3CB6-AAC1-BAA44343E880}"/>
              </a:ext>
            </a:extLst>
          </p:cNvPr>
          <p:cNvSpPr txBox="1"/>
          <p:nvPr/>
        </p:nvSpPr>
        <p:spPr>
          <a:xfrm>
            <a:off x="12238771"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
        <p:nvSpPr>
          <p:cNvPr id="5" name="テキスト ボックス 4">
            <a:extLst>
              <a:ext uri="{FF2B5EF4-FFF2-40B4-BE49-F238E27FC236}">
                <a16:creationId xmlns:a16="http://schemas.microsoft.com/office/drawing/2014/main" id="{10FC1D56-290E-26CF-3801-269027A3A85C}"/>
              </a:ext>
            </a:extLst>
          </p:cNvPr>
          <p:cNvSpPr txBox="1"/>
          <p:nvPr/>
        </p:nvSpPr>
        <p:spPr>
          <a:xfrm>
            <a:off x="-11376883" y="3061216"/>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E46E072F-FE62-9BA4-7422-0572CF86AC2D}"/>
              </a:ext>
            </a:extLst>
          </p:cNvPr>
          <p:cNvSpPr txBox="1"/>
          <p:nvPr/>
        </p:nvSpPr>
        <p:spPr>
          <a:xfrm>
            <a:off x="-11357829"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8" name="テキスト ボックス 7">
            <a:extLst>
              <a:ext uri="{FF2B5EF4-FFF2-40B4-BE49-F238E27FC236}">
                <a16:creationId xmlns:a16="http://schemas.microsoft.com/office/drawing/2014/main" id="{6EAB57B3-C22F-3607-AE61-8F9FD01F8A6F}"/>
              </a:ext>
            </a:extLst>
          </p:cNvPr>
          <p:cNvSpPr txBox="1"/>
          <p:nvPr/>
        </p:nvSpPr>
        <p:spPr>
          <a:xfrm>
            <a:off x="6769356" y="569155"/>
            <a:ext cx="5421740" cy="2862322"/>
          </a:xfrm>
          <a:prstGeom prst="rect">
            <a:avLst/>
          </a:prstGeom>
          <a:noFill/>
        </p:spPr>
        <p:txBody>
          <a:bodyPr wrap="square" rtlCol="0">
            <a:spAutoFit/>
          </a:bodyPr>
          <a:lstStyle/>
          <a:p>
            <a:r>
              <a:rPr lang="ja-JP" altLang="en-US" dirty="0">
                <a:solidFill>
                  <a:schemeClr val="bg1"/>
                </a:solidFill>
              </a:rPr>
              <a:t>使用言語</a:t>
            </a:r>
            <a:endParaRPr lang="en-US" altLang="ja-JP" dirty="0">
              <a:solidFill>
                <a:schemeClr val="bg1"/>
              </a:solidFill>
            </a:endParaRPr>
          </a:p>
          <a:p>
            <a:r>
              <a:rPr lang="ja-JP" altLang="en-US" dirty="0">
                <a:solidFill>
                  <a:schemeClr val="bg1"/>
                </a:solidFill>
              </a:rPr>
              <a:t>　</a:t>
            </a:r>
            <a:r>
              <a:rPr lang="en-US" altLang="ja-JP" dirty="0">
                <a:solidFill>
                  <a:schemeClr val="bg1"/>
                </a:solidFill>
              </a:rPr>
              <a:t>HTML</a:t>
            </a:r>
          </a:p>
          <a:p>
            <a:r>
              <a:rPr lang="en-US" altLang="ja-JP" dirty="0">
                <a:solidFill>
                  <a:schemeClr val="bg1"/>
                </a:solidFill>
              </a:rPr>
              <a:t>    JavaScript</a:t>
            </a:r>
          </a:p>
          <a:p>
            <a:r>
              <a:rPr lang="en-US" altLang="ja-JP" dirty="0">
                <a:solidFill>
                  <a:schemeClr val="bg1"/>
                </a:solidFill>
              </a:rPr>
              <a:t>    CSS</a:t>
            </a:r>
          </a:p>
          <a:p>
            <a:endParaRPr lang="en-US" altLang="ja-JP" dirty="0">
              <a:solidFill>
                <a:schemeClr val="bg1"/>
              </a:solidFill>
            </a:endParaRPr>
          </a:p>
          <a:p>
            <a:r>
              <a:rPr lang="ja-JP" altLang="en-US" dirty="0">
                <a:solidFill>
                  <a:schemeClr val="bg1"/>
                </a:solidFill>
              </a:rPr>
              <a:t>使用ソフト</a:t>
            </a:r>
            <a:endParaRPr lang="en-US" altLang="ja-JP" dirty="0">
              <a:solidFill>
                <a:schemeClr val="bg1"/>
              </a:solidFill>
            </a:endParaRPr>
          </a:p>
          <a:p>
            <a:r>
              <a:rPr lang="ja-JP" altLang="en-US" dirty="0">
                <a:solidFill>
                  <a:schemeClr val="bg1"/>
                </a:solidFill>
              </a:rPr>
              <a:t>    </a:t>
            </a:r>
            <a:r>
              <a:rPr lang="en-US" altLang="ja-JP" dirty="0">
                <a:solidFill>
                  <a:schemeClr val="bg1"/>
                </a:solidFill>
              </a:rPr>
              <a:t>Visual Studio Code</a:t>
            </a:r>
          </a:p>
          <a:p>
            <a:r>
              <a:rPr lang="en-US" altLang="ja-JP" dirty="0">
                <a:solidFill>
                  <a:schemeClr val="bg1"/>
                </a:solidFill>
              </a:rPr>
              <a:t>    Microsoft Edge</a:t>
            </a:r>
          </a:p>
          <a:p>
            <a:r>
              <a:rPr lang="en-US" altLang="ja-JP" dirty="0">
                <a:solidFill>
                  <a:schemeClr val="bg1"/>
                </a:solidFill>
              </a:rPr>
              <a:t>    Google Chrome</a:t>
            </a:r>
          </a:p>
          <a:p>
            <a:r>
              <a:rPr lang="ja-JP" altLang="en-US" dirty="0">
                <a:solidFill>
                  <a:schemeClr val="bg1"/>
                </a:solidFill>
              </a:rPr>
              <a:t>　</a:t>
            </a:r>
            <a:r>
              <a:rPr lang="en-US" altLang="ja-JP" dirty="0">
                <a:solidFill>
                  <a:schemeClr val="bg1"/>
                </a:solidFill>
              </a:rPr>
              <a:t>Firefox</a:t>
            </a:r>
          </a:p>
        </p:txBody>
      </p:sp>
    </p:spTree>
    <p:extLst>
      <p:ext uri="{BB962C8B-B14F-4D97-AF65-F5344CB8AC3E}">
        <p14:creationId xmlns:p14="http://schemas.microsoft.com/office/powerpoint/2010/main" val="42175846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EEBC-E29B-4338-F547-95E8BE4E4467}"/>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243BA8E-4655-8F17-8250-BACCF4BAC97D}"/>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7043D6C2-D8D9-5717-E6BF-CE50ED775E88}"/>
              </a:ext>
            </a:extLst>
          </p:cNvPr>
          <p:cNvSpPr txBox="1"/>
          <p:nvPr/>
        </p:nvSpPr>
        <p:spPr>
          <a:xfrm>
            <a:off x="351567" y="2322552"/>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64822FE5-AD7C-21AD-34E3-9FD2F4FD1C8A}"/>
              </a:ext>
            </a:extLst>
          </p:cNvPr>
          <p:cNvSpPr txBox="1"/>
          <p:nvPr/>
        </p:nvSpPr>
        <p:spPr>
          <a:xfrm>
            <a:off x="351568" y="2691884"/>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E7A674F2-FF5A-2B07-1656-2CCE18B03B76}"/>
              </a:ext>
            </a:extLst>
          </p:cNvPr>
          <p:cNvSpPr txBox="1"/>
          <p:nvPr/>
        </p:nvSpPr>
        <p:spPr>
          <a:xfrm>
            <a:off x="351567" y="3061216"/>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80FB1F56-C8EF-2FC7-C320-CDEE3343AB56}"/>
              </a:ext>
            </a:extLst>
          </p:cNvPr>
          <p:cNvSpPr txBox="1"/>
          <p:nvPr/>
        </p:nvSpPr>
        <p:spPr>
          <a:xfrm>
            <a:off x="351571"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5" name="テキスト ボックス 4">
            <a:extLst>
              <a:ext uri="{FF2B5EF4-FFF2-40B4-BE49-F238E27FC236}">
                <a16:creationId xmlns:a16="http://schemas.microsoft.com/office/drawing/2014/main" id="{892AB472-6C53-F8DC-863F-25E442EB45F2}"/>
              </a:ext>
            </a:extLst>
          </p:cNvPr>
          <p:cNvSpPr txBox="1"/>
          <p:nvPr/>
        </p:nvSpPr>
        <p:spPr>
          <a:xfrm>
            <a:off x="12289571"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
        <p:nvSpPr>
          <p:cNvPr id="6" name="テキスト ボックス 5">
            <a:extLst>
              <a:ext uri="{FF2B5EF4-FFF2-40B4-BE49-F238E27FC236}">
                <a16:creationId xmlns:a16="http://schemas.microsoft.com/office/drawing/2014/main" id="{8FB0112C-3034-649C-3EA9-EF05CD6F5689}"/>
              </a:ext>
            </a:extLst>
          </p:cNvPr>
          <p:cNvSpPr txBox="1"/>
          <p:nvPr/>
        </p:nvSpPr>
        <p:spPr>
          <a:xfrm>
            <a:off x="-11375527" y="305915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8" name="テキスト ボックス 7">
            <a:extLst>
              <a:ext uri="{FF2B5EF4-FFF2-40B4-BE49-F238E27FC236}">
                <a16:creationId xmlns:a16="http://schemas.microsoft.com/office/drawing/2014/main" id="{45623F73-98E1-E515-DA7C-D8474564FE53}"/>
              </a:ext>
            </a:extLst>
          </p:cNvPr>
          <p:cNvSpPr txBox="1"/>
          <p:nvPr/>
        </p:nvSpPr>
        <p:spPr>
          <a:xfrm>
            <a:off x="-11288894"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9" name="テキスト ボックス 8">
            <a:extLst>
              <a:ext uri="{FF2B5EF4-FFF2-40B4-BE49-F238E27FC236}">
                <a16:creationId xmlns:a16="http://schemas.microsoft.com/office/drawing/2014/main" id="{F49AA350-FA89-5546-E480-1B855B7B2EE9}"/>
              </a:ext>
            </a:extLst>
          </p:cNvPr>
          <p:cNvSpPr txBox="1"/>
          <p:nvPr/>
        </p:nvSpPr>
        <p:spPr>
          <a:xfrm>
            <a:off x="18380331" y="569155"/>
            <a:ext cx="5421740" cy="2862322"/>
          </a:xfrm>
          <a:prstGeom prst="rect">
            <a:avLst/>
          </a:prstGeom>
          <a:noFill/>
        </p:spPr>
        <p:txBody>
          <a:bodyPr wrap="square" rtlCol="0">
            <a:spAutoFit/>
          </a:bodyPr>
          <a:lstStyle/>
          <a:p>
            <a:r>
              <a:rPr lang="ja-JP" altLang="en-US" dirty="0">
                <a:solidFill>
                  <a:schemeClr val="bg1"/>
                </a:solidFill>
              </a:rPr>
              <a:t>使用言語</a:t>
            </a:r>
            <a:endParaRPr lang="en-US" altLang="ja-JP" dirty="0">
              <a:solidFill>
                <a:schemeClr val="bg1"/>
              </a:solidFill>
            </a:endParaRPr>
          </a:p>
          <a:p>
            <a:r>
              <a:rPr lang="ja-JP" altLang="en-US" dirty="0">
                <a:solidFill>
                  <a:schemeClr val="bg1"/>
                </a:solidFill>
              </a:rPr>
              <a:t>　</a:t>
            </a:r>
            <a:r>
              <a:rPr lang="en-US" altLang="ja-JP" dirty="0">
                <a:solidFill>
                  <a:schemeClr val="bg1"/>
                </a:solidFill>
              </a:rPr>
              <a:t>HTML</a:t>
            </a:r>
          </a:p>
          <a:p>
            <a:r>
              <a:rPr lang="en-US" altLang="ja-JP" dirty="0">
                <a:solidFill>
                  <a:schemeClr val="bg1"/>
                </a:solidFill>
              </a:rPr>
              <a:t>    JavaScript</a:t>
            </a:r>
          </a:p>
          <a:p>
            <a:r>
              <a:rPr lang="en-US" altLang="ja-JP" dirty="0">
                <a:solidFill>
                  <a:schemeClr val="bg1"/>
                </a:solidFill>
              </a:rPr>
              <a:t>    CSS</a:t>
            </a:r>
          </a:p>
          <a:p>
            <a:endParaRPr lang="en-US" altLang="ja-JP" dirty="0">
              <a:solidFill>
                <a:schemeClr val="bg1"/>
              </a:solidFill>
            </a:endParaRPr>
          </a:p>
          <a:p>
            <a:r>
              <a:rPr lang="ja-JP" altLang="en-US" dirty="0">
                <a:solidFill>
                  <a:schemeClr val="bg1"/>
                </a:solidFill>
              </a:rPr>
              <a:t>使用ソフト</a:t>
            </a:r>
            <a:endParaRPr lang="en-US" altLang="ja-JP" dirty="0">
              <a:solidFill>
                <a:schemeClr val="bg1"/>
              </a:solidFill>
            </a:endParaRPr>
          </a:p>
          <a:p>
            <a:r>
              <a:rPr lang="ja-JP" altLang="en-US" dirty="0">
                <a:solidFill>
                  <a:schemeClr val="bg1"/>
                </a:solidFill>
              </a:rPr>
              <a:t>    </a:t>
            </a:r>
            <a:r>
              <a:rPr lang="en-US" altLang="ja-JP" dirty="0">
                <a:solidFill>
                  <a:schemeClr val="bg1"/>
                </a:solidFill>
              </a:rPr>
              <a:t>Visual Studio Code</a:t>
            </a:r>
          </a:p>
          <a:p>
            <a:r>
              <a:rPr lang="en-US" altLang="ja-JP" dirty="0">
                <a:solidFill>
                  <a:schemeClr val="bg1"/>
                </a:solidFill>
              </a:rPr>
              <a:t>    Microsoft Edge</a:t>
            </a:r>
          </a:p>
          <a:p>
            <a:r>
              <a:rPr lang="en-US" altLang="ja-JP" dirty="0">
                <a:solidFill>
                  <a:schemeClr val="bg1"/>
                </a:solidFill>
              </a:rPr>
              <a:t>    Google Chrome</a:t>
            </a:r>
          </a:p>
          <a:p>
            <a:r>
              <a:rPr lang="ja-JP" altLang="en-US" dirty="0">
                <a:solidFill>
                  <a:schemeClr val="bg1"/>
                </a:solidFill>
              </a:rPr>
              <a:t>　</a:t>
            </a:r>
            <a:r>
              <a:rPr lang="en-US" altLang="ja-JP" dirty="0">
                <a:solidFill>
                  <a:schemeClr val="bg1"/>
                </a:solidFill>
              </a:rPr>
              <a:t>Firefox</a:t>
            </a:r>
          </a:p>
        </p:txBody>
      </p:sp>
    </p:spTree>
    <p:extLst>
      <p:ext uri="{BB962C8B-B14F-4D97-AF65-F5344CB8AC3E}">
        <p14:creationId xmlns:p14="http://schemas.microsoft.com/office/powerpoint/2010/main" val="21963848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41D9B-75A2-2000-DAE5-BC94D304F189}"/>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C280217B-09A2-399C-D750-B62DDD787B95}"/>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9CF028AE-CB2C-336E-460B-78BF26BD0633}"/>
              </a:ext>
            </a:extLst>
          </p:cNvPr>
          <p:cNvSpPr txBox="1"/>
          <p:nvPr/>
        </p:nvSpPr>
        <p:spPr>
          <a:xfrm>
            <a:off x="351567" y="1954246"/>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EE4952B5-DDB8-976D-E5F6-2C45DDB46ADC}"/>
              </a:ext>
            </a:extLst>
          </p:cNvPr>
          <p:cNvSpPr txBox="1"/>
          <p:nvPr/>
        </p:nvSpPr>
        <p:spPr>
          <a:xfrm>
            <a:off x="351568" y="2323578"/>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EDF7F657-8DA5-8878-34FD-043DD641770F}"/>
              </a:ext>
            </a:extLst>
          </p:cNvPr>
          <p:cNvSpPr txBox="1"/>
          <p:nvPr/>
        </p:nvSpPr>
        <p:spPr>
          <a:xfrm>
            <a:off x="351567" y="2692910"/>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01A342EB-F0DB-C8A4-A8FA-CB5A3ABD0CFA}"/>
              </a:ext>
            </a:extLst>
          </p:cNvPr>
          <p:cNvSpPr txBox="1"/>
          <p:nvPr/>
        </p:nvSpPr>
        <p:spPr>
          <a:xfrm>
            <a:off x="351566" y="305915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47AD0495-33E5-FDB4-92E7-65551286B034}"/>
              </a:ext>
            </a:extLst>
          </p:cNvPr>
          <p:cNvSpPr txBox="1"/>
          <p:nvPr/>
        </p:nvSpPr>
        <p:spPr>
          <a:xfrm>
            <a:off x="3515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6" name="テキスト ボックス 5">
            <a:extLst>
              <a:ext uri="{FF2B5EF4-FFF2-40B4-BE49-F238E27FC236}">
                <a16:creationId xmlns:a16="http://schemas.microsoft.com/office/drawing/2014/main" id="{5CD4D4DA-3273-2E99-ABB2-255D228CD513}"/>
              </a:ext>
            </a:extLst>
          </p:cNvPr>
          <p:cNvSpPr txBox="1"/>
          <p:nvPr/>
        </p:nvSpPr>
        <p:spPr>
          <a:xfrm>
            <a:off x="12296838"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10" name="四角形: 角を丸くする 9">
            <a:extLst>
              <a:ext uri="{FF2B5EF4-FFF2-40B4-BE49-F238E27FC236}">
                <a16:creationId xmlns:a16="http://schemas.microsoft.com/office/drawing/2014/main" id="{2BAF9B9C-A358-3F66-A708-8651CA8CC8F1}"/>
              </a:ext>
            </a:extLst>
          </p:cNvPr>
          <p:cNvSpPr/>
          <p:nvPr/>
        </p:nvSpPr>
        <p:spPr>
          <a:xfrm>
            <a:off x="-158175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11" name="四角形: 角を丸くする 10">
            <a:extLst>
              <a:ext uri="{FF2B5EF4-FFF2-40B4-BE49-F238E27FC236}">
                <a16:creationId xmlns:a16="http://schemas.microsoft.com/office/drawing/2014/main" id="{1FB65CC9-E9E5-7189-0029-C8DB48E0C656}"/>
              </a:ext>
            </a:extLst>
          </p:cNvPr>
          <p:cNvSpPr/>
          <p:nvPr/>
        </p:nvSpPr>
        <p:spPr>
          <a:xfrm>
            <a:off x="124082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12" name="四角形: 角を丸くする 11">
            <a:extLst>
              <a:ext uri="{FF2B5EF4-FFF2-40B4-BE49-F238E27FC236}">
                <a16:creationId xmlns:a16="http://schemas.microsoft.com/office/drawing/2014/main" id="{C7B87EF0-D6B3-A2EE-0C8B-D1B185135657}"/>
              </a:ext>
            </a:extLst>
          </p:cNvPr>
          <p:cNvSpPr/>
          <p:nvPr/>
        </p:nvSpPr>
        <p:spPr>
          <a:xfrm>
            <a:off x="141036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3" name="四角形: 角を丸くする 12">
            <a:extLst>
              <a:ext uri="{FF2B5EF4-FFF2-40B4-BE49-F238E27FC236}">
                <a16:creationId xmlns:a16="http://schemas.microsoft.com/office/drawing/2014/main" id="{AB38DA39-13E0-2B42-B8D3-791D15754F87}"/>
              </a:ext>
            </a:extLst>
          </p:cNvPr>
          <p:cNvSpPr/>
          <p:nvPr/>
        </p:nvSpPr>
        <p:spPr>
          <a:xfrm>
            <a:off x="157991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16916790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C3255-D988-28B2-B547-DEC3269E637E}"/>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4AE2DBAE-C2E4-A616-377D-6931E8F85FAC}"/>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E40D8E52-0AF7-67C9-6293-0A2DB0B0C57D}"/>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99818864-7801-8B91-39AB-79EF7E309635}"/>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84612091-6167-2744-5CF2-A92FE8AFDAB4}"/>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BB7E1E21-76C9-E123-E40D-FFDB4A9A2BDF}"/>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2" name="テキスト ボックス 1">
            <a:extLst>
              <a:ext uri="{FF2B5EF4-FFF2-40B4-BE49-F238E27FC236}">
                <a16:creationId xmlns:a16="http://schemas.microsoft.com/office/drawing/2014/main" id="{3030A6F0-22FD-3F7A-C046-67E28D1A7D60}"/>
              </a:ext>
            </a:extLst>
          </p:cNvPr>
          <p:cNvSpPr txBox="1"/>
          <p:nvPr/>
        </p:nvSpPr>
        <p:spPr>
          <a:xfrm>
            <a:off x="-5338038" y="195742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3" name="テキスト ボックス 2">
            <a:extLst>
              <a:ext uri="{FF2B5EF4-FFF2-40B4-BE49-F238E27FC236}">
                <a16:creationId xmlns:a16="http://schemas.microsoft.com/office/drawing/2014/main" id="{73AAAC59-1112-54E9-A173-EE0E0CF52006}"/>
              </a:ext>
            </a:extLst>
          </p:cNvPr>
          <p:cNvSpPr txBox="1"/>
          <p:nvPr/>
        </p:nvSpPr>
        <p:spPr>
          <a:xfrm>
            <a:off x="-5338037" y="232675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D0C3E3F2-1998-34B2-F688-D446A17D756D}"/>
              </a:ext>
            </a:extLst>
          </p:cNvPr>
          <p:cNvSpPr txBox="1"/>
          <p:nvPr/>
        </p:nvSpPr>
        <p:spPr>
          <a:xfrm>
            <a:off x="-5338038" y="269608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7" name="テキスト ボックス 6">
            <a:extLst>
              <a:ext uri="{FF2B5EF4-FFF2-40B4-BE49-F238E27FC236}">
                <a16:creationId xmlns:a16="http://schemas.microsoft.com/office/drawing/2014/main" id="{FEC67FF1-F7C7-5BB2-799B-E0279556DFE0}"/>
              </a:ext>
            </a:extLst>
          </p:cNvPr>
          <p:cNvSpPr txBox="1"/>
          <p:nvPr/>
        </p:nvSpPr>
        <p:spPr>
          <a:xfrm>
            <a:off x="-5338039" y="306233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5C6BAC5B-1512-0CBA-B503-E1CBE66FDC55}"/>
              </a:ext>
            </a:extLst>
          </p:cNvPr>
          <p:cNvSpPr txBox="1"/>
          <p:nvPr/>
        </p:nvSpPr>
        <p:spPr>
          <a:xfrm>
            <a:off x="122006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Tree>
    <p:extLst>
      <p:ext uri="{BB962C8B-B14F-4D97-AF65-F5344CB8AC3E}">
        <p14:creationId xmlns:p14="http://schemas.microsoft.com/office/powerpoint/2010/main" val="331635250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323DC-DF9C-9533-690F-1147E4BCC1FB}"/>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0CE982C0-1F5C-70B0-A5AB-099C6D6455F4}"/>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DEB0FF1E-BDEE-909A-B16B-B3E0BF38BB09}"/>
              </a:ext>
            </a:extLst>
          </p:cNvPr>
          <p:cNvSpPr/>
          <p:nvPr/>
        </p:nvSpPr>
        <p:spPr>
          <a:xfrm>
            <a:off x="3790164"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システムの概要</a:t>
            </a:r>
            <a:endParaRPr kumimoji="1" lang="ja-JP" altLang="en-US" sz="6600" dirty="0"/>
          </a:p>
        </p:txBody>
      </p:sp>
      <p:sp>
        <p:nvSpPr>
          <p:cNvPr id="9" name="四角形: 角を丸くする 8">
            <a:extLst>
              <a:ext uri="{FF2B5EF4-FFF2-40B4-BE49-F238E27FC236}">
                <a16:creationId xmlns:a16="http://schemas.microsoft.com/office/drawing/2014/main" id="{9211B88F-857F-923F-78EF-1EF9CC2A70E8}"/>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99B7BA45-D562-80F2-D442-0ADECC07B3F8}"/>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0F1A2699-6DF8-858E-8198-7146F14EB0E9}"/>
              </a:ext>
            </a:extLst>
          </p:cNvPr>
          <p:cNvSpPr/>
          <p:nvPr/>
        </p:nvSpPr>
        <p:spPr>
          <a:xfrm>
            <a:off x="2037743"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2059162429"/>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F7F09-CD7F-E24A-4F22-0DFC95E28D6C}"/>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0202C40A-014B-536A-F1D8-E77C8388B121}"/>
              </a:ext>
            </a:extLst>
          </p:cNvPr>
          <p:cNvSpPr/>
          <p:nvPr/>
        </p:nvSpPr>
        <p:spPr>
          <a:xfrm>
            <a:off x="-33153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9" name="四角形: 角を丸くする 8">
            <a:extLst>
              <a:ext uri="{FF2B5EF4-FFF2-40B4-BE49-F238E27FC236}">
                <a16:creationId xmlns:a16="http://schemas.microsoft.com/office/drawing/2014/main" id="{A1D9A318-15A1-127E-5225-A93A0C27AF46}"/>
              </a:ext>
            </a:extLst>
          </p:cNvPr>
          <p:cNvSpPr/>
          <p:nvPr/>
        </p:nvSpPr>
        <p:spPr>
          <a:xfrm>
            <a:off x="12320238"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E8F6D7A4-5A24-19D9-5643-6F6D3292D216}"/>
              </a:ext>
            </a:extLst>
          </p:cNvPr>
          <p:cNvSpPr/>
          <p:nvPr/>
        </p:nvSpPr>
        <p:spPr>
          <a:xfrm>
            <a:off x="14015688"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7510C69E-A8BA-A8F7-6F27-CFECF04B963B}"/>
              </a:ext>
            </a:extLst>
          </p:cNvPr>
          <p:cNvSpPr/>
          <p:nvPr/>
        </p:nvSpPr>
        <p:spPr>
          <a:xfrm>
            <a:off x="-16198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ACAE7E11-C183-9965-D81C-CBDF90F85F57}"/>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Tree>
    <p:extLst>
      <p:ext uri="{BB962C8B-B14F-4D97-AF65-F5344CB8AC3E}">
        <p14:creationId xmlns:p14="http://schemas.microsoft.com/office/powerpoint/2010/main" val="3799873822"/>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8BB12-D665-14D7-664B-C7CBCBE97CFF}"/>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55707FE-315D-9CA2-85A1-A049115E51FA}"/>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4" name="グループ化 143">
            <a:extLst>
              <a:ext uri="{FF2B5EF4-FFF2-40B4-BE49-F238E27FC236}">
                <a16:creationId xmlns:a16="http://schemas.microsoft.com/office/drawing/2014/main" id="{C02F14C0-6CD9-28BA-3FA1-D9CEB6B8F304}"/>
              </a:ext>
            </a:extLst>
          </p:cNvPr>
          <p:cNvGrpSpPr/>
          <p:nvPr/>
        </p:nvGrpSpPr>
        <p:grpSpPr>
          <a:xfrm>
            <a:off x="432608" y="7766638"/>
            <a:ext cx="11347184" cy="5568592"/>
            <a:chOff x="588335" y="2268277"/>
            <a:chExt cx="11347184" cy="5568592"/>
          </a:xfrm>
        </p:grpSpPr>
        <p:sp>
          <p:nvSpPr>
            <p:cNvPr id="101" name="四角形: 角を丸くする 100">
              <a:extLst>
                <a:ext uri="{FF2B5EF4-FFF2-40B4-BE49-F238E27FC236}">
                  <a16:creationId xmlns:a16="http://schemas.microsoft.com/office/drawing/2014/main" id="{F55ADC80-3D3E-4667-4B8E-AE42AB2A83F5}"/>
                </a:ext>
              </a:extLst>
            </p:cNvPr>
            <p:cNvSpPr/>
            <p:nvPr/>
          </p:nvSpPr>
          <p:spPr>
            <a:xfrm>
              <a:off x="593348"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2" name="四角形: 角を丸くする 101">
              <a:extLst>
                <a:ext uri="{FF2B5EF4-FFF2-40B4-BE49-F238E27FC236}">
                  <a16:creationId xmlns:a16="http://schemas.microsoft.com/office/drawing/2014/main" id="{AFA8BE1D-4080-21F1-D29F-065D37D4921E}"/>
                </a:ext>
              </a:extLst>
            </p:cNvPr>
            <p:cNvSpPr/>
            <p:nvPr/>
          </p:nvSpPr>
          <p:spPr>
            <a:xfrm>
              <a:off x="67683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3" name="四角形: 角を丸くする 102">
              <a:extLst>
                <a:ext uri="{FF2B5EF4-FFF2-40B4-BE49-F238E27FC236}">
                  <a16:creationId xmlns:a16="http://schemas.microsoft.com/office/drawing/2014/main" id="{A7845D38-03E5-C6DB-7F55-4C229469BDE7}"/>
                </a:ext>
              </a:extLst>
            </p:cNvPr>
            <p:cNvSpPr/>
            <p:nvPr/>
          </p:nvSpPr>
          <p:spPr>
            <a:xfrm>
              <a:off x="1319710"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4" name="四角形: 角を丸くする 103">
              <a:extLst>
                <a:ext uri="{FF2B5EF4-FFF2-40B4-BE49-F238E27FC236}">
                  <a16:creationId xmlns:a16="http://schemas.microsoft.com/office/drawing/2014/main" id="{B1AF8FEB-E2BC-D828-CF3E-E8A6FE766D29}"/>
                </a:ext>
              </a:extLst>
            </p:cNvPr>
            <p:cNvSpPr/>
            <p:nvPr/>
          </p:nvSpPr>
          <p:spPr>
            <a:xfrm>
              <a:off x="2887460" y="22682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5" name="四角形: 角を丸くする 104">
              <a:extLst>
                <a:ext uri="{FF2B5EF4-FFF2-40B4-BE49-F238E27FC236}">
                  <a16:creationId xmlns:a16="http://schemas.microsoft.com/office/drawing/2014/main" id="{AE4A00A5-2ACA-C5A2-7EEB-CD1521CE9ECA}"/>
                </a:ext>
              </a:extLst>
            </p:cNvPr>
            <p:cNvSpPr/>
            <p:nvPr/>
          </p:nvSpPr>
          <p:spPr>
            <a:xfrm>
              <a:off x="296748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6" name="四角形: 角を丸くする 105">
              <a:extLst>
                <a:ext uri="{FF2B5EF4-FFF2-40B4-BE49-F238E27FC236}">
                  <a16:creationId xmlns:a16="http://schemas.microsoft.com/office/drawing/2014/main" id="{AC3C69D5-CC77-57B1-EE97-96FC0578705C}"/>
                </a:ext>
              </a:extLst>
            </p:cNvPr>
            <p:cNvSpPr/>
            <p:nvPr/>
          </p:nvSpPr>
          <p:spPr>
            <a:xfrm>
              <a:off x="360823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07" name="四角形: 角を丸くする 106">
              <a:extLst>
                <a:ext uri="{FF2B5EF4-FFF2-40B4-BE49-F238E27FC236}">
                  <a16:creationId xmlns:a16="http://schemas.microsoft.com/office/drawing/2014/main" id="{05DB8124-BDDC-9668-A1DC-A931813721B0}"/>
                </a:ext>
              </a:extLst>
            </p:cNvPr>
            <p:cNvSpPr/>
            <p:nvPr/>
          </p:nvSpPr>
          <p:spPr>
            <a:xfrm>
              <a:off x="5181571" y="22682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08" name="四角形: 角を丸くする 107">
              <a:extLst>
                <a:ext uri="{FF2B5EF4-FFF2-40B4-BE49-F238E27FC236}">
                  <a16:creationId xmlns:a16="http://schemas.microsoft.com/office/drawing/2014/main" id="{FD91A1A5-8BF6-1831-21BE-654106E3721E}"/>
                </a:ext>
              </a:extLst>
            </p:cNvPr>
            <p:cNvSpPr/>
            <p:nvPr/>
          </p:nvSpPr>
          <p:spPr>
            <a:xfrm>
              <a:off x="5258191"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9" name="四角形: 角を丸くする 108">
              <a:extLst>
                <a:ext uri="{FF2B5EF4-FFF2-40B4-BE49-F238E27FC236}">
                  <a16:creationId xmlns:a16="http://schemas.microsoft.com/office/drawing/2014/main" id="{98481F41-4BA7-BE37-F09F-BC77BC669A71}"/>
                </a:ext>
              </a:extLst>
            </p:cNvPr>
            <p:cNvSpPr/>
            <p:nvPr/>
          </p:nvSpPr>
          <p:spPr>
            <a:xfrm>
              <a:off x="7535205"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0" name="四角形: 角を丸くする 109">
              <a:extLst>
                <a:ext uri="{FF2B5EF4-FFF2-40B4-BE49-F238E27FC236}">
                  <a16:creationId xmlns:a16="http://schemas.microsoft.com/office/drawing/2014/main" id="{65DF8C5A-50DE-7537-6945-0D899BFAF46B}"/>
                </a:ext>
              </a:extLst>
            </p:cNvPr>
            <p:cNvSpPr/>
            <p:nvPr/>
          </p:nvSpPr>
          <p:spPr>
            <a:xfrm>
              <a:off x="7620279"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1" name="四角形: 角を丸くする 110">
              <a:extLst>
                <a:ext uri="{FF2B5EF4-FFF2-40B4-BE49-F238E27FC236}">
                  <a16:creationId xmlns:a16="http://schemas.microsoft.com/office/drawing/2014/main" id="{A260D195-A23A-E124-67F8-10F5720326C0}"/>
                </a:ext>
              </a:extLst>
            </p:cNvPr>
            <p:cNvSpPr/>
            <p:nvPr/>
          </p:nvSpPr>
          <p:spPr>
            <a:xfrm>
              <a:off x="826329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2" name="四角形: 角を丸くする 111">
              <a:extLst>
                <a:ext uri="{FF2B5EF4-FFF2-40B4-BE49-F238E27FC236}">
                  <a16:creationId xmlns:a16="http://schemas.microsoft.com/office/drawing/2014/main" id="{7282E362-BD3A-40D3-DE7C-D99A454230A0}"/>
                </a:ext>
              </a:extLst>
            </p:cNvPr>
            <p:cNvSpPr/>
            <p:nvPr/>
          </p:nvSpPr>
          <p:spPr>
            <a:xfrm>
              <a:off x="9871733"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3" name="四角形: 角を丸くする 112">
              <a:extLst>
                <a:ext uri="{FF2B5EF4-FFF2-40B4-BE49-F238E27FC236}">
                  <a16:creationId xmlns:a16="http://schemas.microsoft.com/office/drawing/2014/main" id="{B53E7986-5B2B-7145-6937-91C46B6C7390}"/>
                </a:ext>
              </a:extLst>
            </p:cNvPr>
            <p:cNvSpPr/>
            <p:nvPr/>
          </p:nvSpPr>
          <p:spPr>
            <a:xfrm>
              <a:off x="995204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4" name="四角形: 角を丸くする 113">
              <a:extLst>
                <a:ext uri="{FF2B5EF4-FFF2-40B4-BE49-F238E27FC236}">
                  <a16:creationId xmlns:a16="http://schemas.microsoft.com/office/drawing/2014/main" id="{E247629B-8508-DC54-7B5B-95E546B10C41}"/>
                </a:ext>
              </a:extLst>
            </p:cNvPr>
            <p:cNvSpPr/>
            <p:nvPr/>
          </p:nvSpPr>
          <p:spPr>
            <a:xfrm>
              <a:off x="10595071"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5" name="四角形: 角を丸くする 114">
              <a:extLst>
                <a:ext uri="{FF2B5EF4-FFF2-40B4-BE49-F238E27FC236}">
                  <a16:creationId xmlns:a16="http://schemas.microsoft.com/office/drawing/2014/main" id="{B715E0DB-EEBA-4CF9-0C39-DCCE59957ACF}"/>
                </a:ext>
              </a:extLst>
            </p:cNvPr>
            <p:cNvSpPr/>
            <p:nvPr/>
          </p:nvSpPr>
          <p:spPr>
            <a:xfrm>
              <a:off x="588335"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6" name="四角形: 角を丸くする 115">
              <a:extLst>
                <a:ext uri="{FF2B5EF4-FFF2-40B4-BE49-F238E27FC236}">
                  <a16:creationId xmlns:a16="http://schemas.microsoft.com/office/drawing/2014/main" id="{099D3E12-1863-A234-0812-CC1285A78742}"/>
                </a:ext>
              </a:extLst>
            </p:cNvPr>
            <p:cNvSpPr/>
            <p:nvPr/>
          </p:nvSpPr>
          <p:spPr>
            <a:xfrm>
              <a:off x="67182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17" name="四角形: 角を丸くする 116">
              <a:extLst>
                <a:ext uri="{FF2B5EF4-FFF2-40B4-BE49-F238E27FC236}">
                  <a16:creationId xmlns:a16="http://schemas.microsoft.com/office/drawing/2014/main" id="{7DD74382-6A39-360C-1ACF-3FC4AF505A96}"/>
                </a:ext>
              </a:extLst>
            </p:cNvPr>
            <p:cNvSpPr/>
            <p:nvPr/>
          </p:nvSpPr>
          <p:spPr>
            <a:xfrm>
              <a:off x="2882447" y="41696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18" name="四角形: 角を丸くする 117">
              <a:extLst>
                <a:ext uri="{FF2B5EF4-FFF2-40B4-BE49-F238E27FC236}">
                  <a16:creationId xmlns:a16="http://schemas.microsoft.com/office/drawing/2014/main" id="{8551F46D-6635-2C33-01F1-476887A1EE7B}"/>
                </a:ext>
              </a:extLst>
            </p:cNvPr>
            <p:cNvSpPr/>
            <p:nvPr/>
          </p:nvSpPr>
          <p:spPr>
            <a:xfrm>
              <a:off x="2962473"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19" name="四角形: 角を丸くする 118">
              <a:extLst>
                <a:ext uri="{FF2B5EF4-FFF2-40B4-BE49-F238E27FC236}">
                  <a16:creationId xmlns:a16="http://schemas.microsoft.com/office/drawing/2014/main" id="{35B9B289-BFA1-829C-6F13-4F1738EB05C6}"/>
                </a:ext>
              </a:extLst>
            </p:cNvPr>
            <p:cNvSpPr/>
            <p:nvPr/>
          </p:nvSpPr>
          <p:spPr>
            <a:xfrm>
              <a:off x="360322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387EB2B9-4E9A-4210-626E-E275B612D5AF}"/>
                </a:ext>
              </a:extLst>
            </p:cNvPr>
            <p:cNvSpPr/>
            <p:nvPr/>
          </p:nvSpPr>
          <p:spPr>
            <a:xfrm>
              <a:off x="5176558" y="41696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1" name="四角形: 角を丸くする 120">
              <a:extLst>
                <a:ext uri="{FF2B5EF4-FFF2-40B4-BE49-F238E27FC236}">
                  <a16:creationId xmlns:a16="http://schemas.microsoft.com/office/drawing/2014/main" id="{49978F9B-9678-138C-02D6-43CD1F1F76E6}"/>
                </a:ext>
              </a:extLst>
            </p:cNvPr>
            <p:cNvSpPr/>
            <p:nvPr/>
          </p:nvSpPr>
          <p:spPr>
            <a:xfrm>
              <a:off x="5253178"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2" name="四角形: 角を丸くする 121">
              <a:extLst>
                <a:ext uri="{FF2B5EF4-FFF2-40B4-BE49-F238E27FC236}">
                  <a16:creationId xmlns:a16="http://schemas.microsoft.com/office/drawing/2014/main" id="{55D81C0A-33C2-88AF-7A13-28D867F49509}"/>
                </a:ext>
              </a:extLst>
            </p:cNvPr>
            <p:cNvSpPr/>
            <p:nvPr/>
          </p:nvSpPr>
          <p:spPr>
            <a:xfrm>
              <a:off x="589250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3" name="四角形: 角を丸くする 122">
              <a:extLst>
                <a:ext uri="{FF2B5EF4-FFF2-40B4-BE49-F238E27FC236}">
                  <a16:creationId xmlns:a16="http://schemas.microsoft.com/office/drawing/2014/main" id="{2ADF5C72-8049-59DB-933A-694EECEB6710}"/>
                </a:ext>
              </a:extLst>
            </p:cNvPr>
            <p:cNvSpPr/>
            <p:nvPr/>
          </p:nvSpPr>
          <p:spPr>
            <a:xfrm>
              <a:off x="7530192"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4" name="四角形: 角を丸くする 123">
              <a:extLst>
                <a:ext uri="{FF2B5EF4-FFF2-40B4-BE49-F238E27FC236}">
                  <a16:creationId xmlns:a16="http://schemas.microsoft.com/office/drawing/2014/main" id="{F9E0E8F2-A728-F78A-E505-0B5ACC09E0A3}"/>
                </a:ext>
              </a:extLst>
            </p:cNvPr>
            <p:cNvSpPr/>
            <p:nvPr/>
          </p:nvSpPr>
          <p:spPr>
            <a:xfrm>
              <a:off x="761526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5" name="四角形: 角を丸くする 124">
              <a:extLst>
                <a:ext uri="{FF2B5EF4-FFF2-40B4-BE49-F238E27FC236}">
                  <a16:creationId xmlns:a16="http://schemas.microsoft.com/office/drawing/2014/main" id="{EFBFBC36-858C-9F38-2DF0-E89AF479A1EB}"/>
                </a:ext>
              </a:extLst>
            </p:cNvPr>
            <p:cNvSpPr/>
            <p:nvPr/>
          </p:nvSpPr>
          <p:spPr>
            <a:xfrm>
              <a:off x="825828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6" name="四角形: 角を丸くする 125">
              <a:extLst>
                <a:ext uri="{FF2B5EF4-FFF2-40B4-BE49-F238E27FC236}">
                  <a16:creationId xmlns:a16="http://schemas.microsoft.com/office/drawing/2014/main" id="{FA994AE0-208F-0831-141D-B18A4822ADA1}"/>
                </a:ext>
              </a:extLst>
            </p:cNvPr>
            <p:cNvSpPr/>
            <p:nvPr/>
          </p:nvSpPr>
          <p:spPr>
            <a:xfrm>
              <a:off x="9866720"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27" name="四角形: 角を丸くする 126">
              <a:extLst>
                <a:ext uri="{FF2B5EF4-FFF2-40B4-BE49-F238E27FC236}">
                  <a16:creationId xmlns:a16="http://schemas.microsoft.com/office/drawing/2014/main" id="{4FC330A3-E843-23B2-3450-FEBF4CEAF089}"/>
                </a:ext>
              </a:extLst>
            </p:cNvPr>
            <p:cNvSpPr/>
            <p:nvPr/>
          </p:nvSpPr>
          <p:spPr>
            <a:xfrm>
              <a:off x="994703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8" name="四角形: 角を丸くする 127">
              <a:extLst>
                <a:ext uri="{FF2B5EF4-FFF2-40B4-BE49-F238E27FC236}">
                  <a16:creationId xmlns:a16="http://schemas.microsoft.com/office/drawing/2014/main" id="{980BF5FD-A447-9748-B8D1-222F4B9E84D8}"/>
                </a:ext>
              </a:extLst>
            </p:cNvPr>
            <p:cNvSpPr/>
            <p:nvPr/>
          </p:nvSpPr>
          <p:spPr>
            <a:xfrm>
              <a:off x="588335"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29" name="四角形: 角を丸くする 128">
              <a:extLst>
                <a:ext uri="{FF2B5EF4-FFF2-40B4-BE49-F238E27FC236}">
                  <a16:creationId xmlns:a16="http://schemas.microsoft.com/office/drawing/2014/main" id="{EA00946F-EDC5-60E1-2C16-EC4580FA3AF9}"/>
                </a:ext>
              </a:extLst>
            </p:cNvPr>
            <p:cNvSpPr/>
            <p:nvPr/>
          </p:nvSpPr>
          <p:spPr>
            <a:xfrm>
              <a:off x="671822"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0" name="四角形: 角を丸くする 129">
              <a:extLst>
                <a:ext uri="{FF2B5EF4-FFF2-40B4-BE49-F238E27FC236}">
                  <a16:creationId xmlns:a16="http://schemas.microsoft.com/office/drawing/2014/main" id="{B7813644-8432-99EA-56C4-9F475E4807CB}"/>
                </a:ext>
              </a:extLst>
            </p:cNvPr>
            <p:cNvSpPr/>
            <p:nvPr/>
          </p:nvSpPr>
          <p:spPr>
            <a:xfrm>
              <a:off x="2882447" y="60612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1" name="四角形: 角を丸くする 130">
              <a:extLst>
                <a:ext uri="{FF2B5EF4-FFF2-40B4-BE49-F238E27FC236}">
                  <a16:creationId xmlns:a16="http://schemas.microsoft.com/office/drawing/2014/main" id="{26AB75C0-B21D-A230-9F63-DEAF9E24D3F3}"/>
                </a:ext>
              </a:extLst>
            </p:cNvPr>
            <p:cNvSpPr/>
            <p:nvPr/>
          </p:nvSpPr>
          <p:spPr>
            <a:xfrm>
              <a:off x="2962473"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2" name="四角形: 角を丸くする 131">
              <a:extLst>
                <a:ext uri="{FF2B5EF4-FFF2-40B4-BE49-F238E27FC236}">
                  <a16:creationId xmlns:a16="http://schemas.microsoft.com/office/drawing/2014/main" id="{9F8A4537-E7A7-8FB3-261F-7828F6B12316}"/>
                </a:ext>
              </a:extLst>
            </p:cNvPr>
            <p:cNvSpPr/>
            <p:nvPr/>
          </p:nvSpPr>
          <p:spPr>
            <a:xfrm>
              <a:off x="360322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3" name="四角形: 角を丸くする 132">
              <a:extLst>
                <a:ext uri="{FF2B5EF4-FFF2-40B4-BE49-F238E27FC236}">
                  <a16:creationId xmlns:a16="http://schemas.microsoft.com/office/drawing/2014/main" id="{564DDD80-744D-7BB4-48AA-75F0F211A06B}"/>
                </a:ext>
              </a:extLst>
            </p:cNvPr>
            <p:cNvSpPr/>
            <p:nvPr/>
          </p:nvSpPr>
          <p:spPr>
            <a:xfrm>
              <a:off x="5176558" y="60612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4" name="四角形: 角を丸くする 133">
              <a:extLst>
                <a:ext uri="{FF2B5EF4-FFF2-40B4-BE49-F238E27FC236}">
                  <a16:creationId xmlns:a16="http://schemas.microsoft.com/office/drawing/2014/main" id="{AF299BB5-064A-9B1A-AED7-7713625AA43D}"/>
                </a:ext>
              </a:extLst>
            </p:cNvPr>
            <p:cNvSpPr/>
            <p:nvPr/>
          </p:nvSpPr>
          <p:spPr>
            <a:xfrm>
              <a:off x="5253178"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5" name="四角形: 角を丸くする 134">
              <a:extLst>
                <a:ext uri="{FF2B5EF4-FFF2-40B4-BE49-F238E27FC236}">
                  <a16:creationId xmlns:a16="http://schemas.microsoft.com/office/drawing/2014/main" id="{F416920B-20FA-CF53-623F-951121DE0FF7}"/>
                </a:ext>
              </a:extLst>
            </p:cNvPr>
            <p:cNvSpPr/>
            <p:nvPr/>
          </p:nvSpPr>
          <p:spPr>
            <a:xfrm>
              <a:off x="589250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305314CE-A4F1-7797-6E39-824A8843B9D1}"/>
                </a:ext>
              </a:extLst>
            </p:cNvPr>
            <p:cNvSpPr/>
            <p:nvPr/>
          </p:nvSpPr>
          <p:spPr>
            <a:xfrm>
              <a:off x="7530192"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7" name="四角形: 角を丸くする 136">
              <a:extLst>
                <a:ext uri="{FF2B5EF4-FFF2-40B4-BE49-F238E27FC236}">
                  <a16:creationId xmlns:a16="http://schemas.microsoft.com/office/drawing/2014/main" id="{B58156A4-2B7B-2DA0-3DD6-5B52F1D252C4}"/>
                </a:ext>
              </a:extLst>
            </p:cNvPr>
            <p:cNvSpPr/>
            <p:nvPr/>
          </p:nvSpPr>
          <p:spPr>
            <a:xfrm>
              <a:off x="761526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38" name="四角形: 角を丸くする 137">
              <a:extLst>
                <a:ext uri="{FF2B5EF4-FFF2-40B4-BE49-F238E27FC236}">
                  <a16:creationId xmlns:a16="http://schemas.microsoft.com/office/drawing/2014/main" id="{490A3A3C-E6B3-6024-4B88-95088E66450A}"/>
                </a:ext>
              </a:extLst>
            </p:cNvPr>
            <p:cNvSpPr/>
            <p:nvPr/>
          </p:nvSpPr>
          <p:spPr>
            <a:xfrm>
              <a:off x="9866720"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9" name="四角形: 角を丸くする 138">
              <a:extLst>
                <a:ext uri="{FF2B5EF4-FFF2-40B4-BE49-F238E27FC236}">
                  <a16:creationId xmlns:a16="http://schemas.microsoft.com/office/drawing/2014/main" id="{358750A1-FEE6-E84F-F0F4-54FAB9C124A1}"/>
                </a:ext>
              </a:extLst>
            </p:cNvPr>
            <p:cNvSpPr/>
            <p:nvPr/>
          </p:nvSpPr>
          <p:spPr>
            <a:xfrm>
              <a:off x="994703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0" name="四角形: 角を丸くする 139">
              <a:extLst>
                <a:ext uri="{FF2B5EF4-FFF2-40B4-BE49-F238E27FC236}">
                  <a16:creationId xmlns:a16="http://schemas.microsoft.com/office/drawing/2014/main" id="{0B9D29C8-D491-1679-5CE1-10818B24A8AF}"/>
                </a:ext>
              </a:extLst>
            </p:cNvPr>
            <p:cNvSpPr/>
            <p:nvPr/>
          </p:nvSpPr>
          <p:spPr>
            <a:xfrm>
              <a:off x="10590058"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1" name="四角形: 角を丸くする 140">
              <a:extLst>
                <a:ext uri="{FF2B5EF4-FFF2-40B4-BE49-F238E27FC236}">
                  <a16:creationId xmlns:a16="http://schemas.microsoft.com/office/drawing/2014/main" id="{E801CF1D-25B7-939E-57A7-05DFE9FF77F6}"/>
                </a:ext>
              </a:extLst>
            </p:cNvPr>
            <p:cNvSpPr/>
            <p:nvPr/>
          </p:nvSpPr>
          <p:spPr>
            <a:xfrm>
              <a:off x="589250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2" name="四角形: 角を丸くする 141">
              <a:extLst>
                <a:ext uri="{FF2B5EF4-FFF2-40B4-BE49-F238E27FC236}">
                  <a16:creationId xmlns:a16="http://schemas.microsoft.com/office/drawing/2014/main" id="{BCFE177C-C6F6-89C2-974D-27CDEC534FA1}"/>
                </a:ext>
              </a:extLst>
            </p:cNvPr>
            <p:cNvSpPr/>
            <p:nvPr/>
          </p:nvSpPr>
          <p:spPr>
            <a:xfrm>
              <a:off x="8892954"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3" name="四角形: 角を丸くする 142">
              <a:extLst>
                <a:ext uri="{FF2B5EF4-FFF2-40B4-BE49-F238E27FC236}">
                  <a16:creationId xmlns:a16="http://schemas.microsoft.com/office/drawing/2014/main" id="{AC761580-1421-2F6E-B338-3CCA46F5EEBF}"/>
                </a:ext>
              </a:extLst>
            </p:cNvPr>
            <p:cNvSpPr/>
            <p:nvPr/>
          </p:nvSpPr>
          <p:spPr>
            <a:xfrm>
              <a:off x="8892954" y="42997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grpSp>
      <p:sp>
        <p:nvSpPr>
          <p:cNvPr id="7" name="四角形: 角を丸くする 6">
            <a:extLst>
              <a:ext uri="{FF2B5EF4-FFF2-40B4-BE49-F238E27FC236}">
                <a16:creationId xmlns:a16="http://schemas.microsoft.com/office/drawing/2014/main" id="{44A8C9A5-83BF-FD69-96D4-1C9EB093854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C4407DD7-7932-84AF-9B96-39008F803D64}"/>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1291740E-5F05-4748-6C50-D6A727C524DB}"/>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A9CC1D3C-9FFB-F7C3-0E40-3C8B40028654}"/>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041F60B9-DFB7-3510-B2CB-A9BAD75A0C98}"/>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6B5349E6-58E8-2B44-ED7C-A16A0D85C270}"/>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8" name="四角形: 角を丸くする 17">
            <a:extLst>
              <a:ext uri="{FF2B5EF4-FFF2-40B4-BE49-F238E27FC236}">
                <a16:creationId xmlns:a16="http://schemas.microsoft.com/office/drawing/2014/main" id="{5FC2A2C2-CAE7-E505-3973-F417254A4EF1}"/>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 name="四角形: 角を丸くする 18">
            <a:extLst>
              <a:ext uri="{FF2B5EF4-FFF2-40B4-BE49-F238E27FC236}">
                <a16:creationId xmlns:a16="http://schemas.microsoft.com/office/drawing/2014/main" id="{D151635A-6385-FD43-85EB-93ADA0878131}"/>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 name="四角形: 角を丸くする 20">
            <a:extLst>
              <a:ext uri="{FF2B5EF4-FFF2-40B4-BE49-F238E27FC236}">
                <a16:creationId xmlns:a16="http://schemas.microsoft.com/office/drawing/2014/main" id="{B1D8B117-D8C2-3BA9-5643-517CDEDD8D41}"/>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2" name="四角形: 角を丸くする 21">
            <a:extLst>
              <a:ext uri="{FF2B5EF4-FFF2-40B4-BE49-F238E27FC236}">
                <a16:creationId xmlns:a16="http://schemas.microsoft.com/office/drawing/2014/main" id="{53919AEF-E517-DC8B-F351-8F8E4F75E347}"/>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3" name="四角形: 角を丸くする 22">
            <a:extLst>
              <a:ext uri="{FF2B5EF4-FFF2-40B4-BE49-F238E27FC236}">
                <a16:creationId xmlns:a16="http://schemas.microsoft.com/office/drawing/2014/main" id="{DB8E2685-C8A0-EC92-9B3C-03C0C7FF11FA}"/>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4" name="四角形: 角を丸くする 23">
            <a:extLst>
              <a:ext uri="{FF2B5EF4-FFF2-40B4-BE49-F238E27FC236}">
                <a16:creationId xmlns:a16="http://schemas.microsoft.com/office/drawing/2014/main" id="{C25D904F-D9F4-5A2E-6D6D-AA09366FDA9E}"/>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5" name="四角形: 角を丸くする 24">
            <a:extLst>
              <a:ext uri="{FF2B5EF4-FFF2-40B4-BE49-F238E27FC236}">
                <a16:creationId xmlns:a16="http://schemas.microsoft.com/office/drawing/2014/main" id="{1350D172-7F0B-1AD8-BB51-EBE1F5229FCE}"/>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6" name="四角形: 角を丸くする 25">
            <a:extLst>
              <a:ext uri="{FF2B5EF4-FFF2-40B4-BE49-F238E27FC236}">
                <a16:creationId xmlns:a16="http://schemas.microsoft.com/office/drawing/2014/main" id="{5BE80A1E-1E38-026E-D117-86390B5E5D0D}"/>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7" name="四角形: 角を丸くする 26">
            <a:extLst>
              <a:ext uri="{FF2B5EF4-FFF2-40B4-BE49-F238E27FC236}">
                <a16:creationId xmlns:a16="http://schemas.microsoft.com/office/drawing/2014/main" id="{00FE147C-2FCB-4603-3BCB-5094A0816D99}"/>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8" name="四角形: 角を丸くする 27">
            <a:extLst>
              <a:ext uri="{FF2B5EF4-FFF2-40B4-BE49-F238E27FC236}">
                <a16:creationId xmlns:a16="http://schemas.microsoft.com/office/drawing/2014/main" id="{184CC366-F12E-361E-E6A5-7BA20302F7C2}"/>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30" name="四角形: 角を丸くする 29">
            <a:extLst>
              <a:ext uri="{FF2B5EF4-FFF2-40B4-BE49-F238E27FC236}">
                <a16:creationId xmlns:a16="http://schemas.microsoft.com/office/drawing/2014/main" id="{599E961C-C98B-7A69-A3EF-F1322F743327}"/>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067EC33D-F10B-A91F-E603-D57F72824BED}"/>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84EE2BF1-6956-0E1E-F715-0385B5B2B844}"/>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33" name="四角形: 角を丸くする 32">
            <a:extLst>
              <a:ext uri="{FF2B5EF4-FFF2-40B4-BE49-F238E27FC236}">
                <a16:creationId xmlns:a16="http://schemas.microsoft.com/office/drawing/2014/main" id="{A4536E1E-DF07-5BC1-1A77-CD9A26AA41B4}"/>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34" name="四角形: 角を丸くする 33">
            <a:extLst>
              <a:ext uri="{FF2B5EF4-FFF2-40B4-BE49-F238E27FC236}">
                <a16:creationId xmlns:a16="http://schemas.microsoft.com/office/drawing/2014/main" id="{065832FE-AA00-EA26-C9AA-B27980CA533D}"/>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35" name="四角形: 角を丸くする 34">
            <a:extLst>
              <a:ext uri="{FF2B5EF4-FFF2-40B4-BE49-F238E27FC236}">
                <a16:creationId xmlns:a16="http://schemas.microsoft.com/office/drawing/2014/main" id="{3FB317D5-F5CD-B792-00C4-691CF51ED365}"/>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36" name="四角形: 角を丸くする 35">
            <a:extLst>
              <a:ext uri="{FF2B5EF4-FFF2-40B4-BE49-F238E27FC236}">
                <a16:creationId xmlns:a16="http://schemas.microsoft.com/office/drawing/2014/main" id="{690A6DDA-C1A6-BA41-D0B2-F3C9C4D24990}"/>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37" name="四角形: 角を丸くする 36">
            <a:extLst>
              <a:ext uri="{FF2B5EF4-FFF2-40B4-BE49-F238E27FC236}">
                <a16:creationId xmlns:a16="http://schemas.microsoft.com/office/drawing/2014/main" id="{A43C46A5-356E-AF32-875F-8456CF9A6DFA}"/>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38" name="四角形: 角を丸くする 37">
            <a:extLst>
              <a:ext uri="{FF2B5EF4-FFF2-40B4-BE49-F238E27FC236}">
                <a16:creationId xmlns:a16="http://schemas.microsoft.com/office/drawing/2014/main" id="{947BD266-C884-2FD6-B195-21BBDE266644}"/>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9" name="四角形: 角を丸くする 38">
            <a:extLst>
              <a:ext uri="{FF2B5EF4-FFF2-40B4-BE49-F238E27FC236}">
                <a16:creationId xmlns:a16="http://schemas.microsoft.com/office/drawing/2014/main" id="{BDB3DA75-FEF0-FE1D-E24F-CE08D44B66A7}"/>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40" name="四角形: 角を丸くする 39">
            <a:extLst>
              <a:ext uri="{FF2B5EF4-FFF2-40B4-BE49-F238E27FC236}">
                <a16:creationId xmlns:a16="http://schemas.microsoft.com/office/drawing/2014/main" id="{93F1C408-644A-1C6F-DA25-239BDA728255}"/>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42" name="四角形: 角を丸くする 41">
            <a:extLst>
              <a:ext uri="{FF2B5EF4-FFF2-40B4-BE49-F238E27FC236}">
                <a16:creationId xmlns:a16="http://schemas.microsoft.com/office/drawing/2014/main" id="{D2EF1E6A-C56F-E0C5-CFC1-D8F882717916}"/>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3" name="四角形: 角を丸くする 42">
            <a:extLst>
              <a:ext uri="{FF2B5EF4-FFF2-40B4-BE49-F238E27FC236}">
                <a16:creationId xmlns:a16="http://schemas.microsoft.com/office/drawing/2014/main" id="{CE5ED741-8D4A-4475-F03A-A64442A6409B}"/>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45" name="四角形: 角を丸くする 44">
            <a:extLst>
              <a:ext uri="{FF2B5EF4-FFF2-40B4-BE49-F238E27FC236}">
                <a16:creationId xmlns:a16="http://schemas.microsoft.com/office/drawing/2014/main" id="{5D122F64-3084-7137-923C-5AE2279E74C0}"/>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6" name="四角形: 角を丸くする 45">
            <a:extLst>
              <a:ext uri="{FF2B5EF4-FFF2-40B4-BE49-F238E27FC236}">
                <a16:creationId xmlns:a16="http://schemas.microsoft.com/office/drawing/2014/main" id="{AAAED42E-6879-F484-2E4C-1BF2770949CE}"/>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7" name="四角形: 角を丸くする 46">
            <a:extLst>
              <a:ext uri="{FF2B5EF4-FFF2-40B4-BE49-F238E27FC236}">
                <a16:creationId xmlns:a16="http://schemas.microsoft.com/office/drawing/2014/main" id="{340877AE-9EF1-C167-72F8-C68CA0792AE6}"/>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8" name="四角形: 角を丸くする 47">
            <a:extLst>
              <a:ext uri="{FF2B5EF4-FFF2-40B4-BE49-F238E27FC236}">
                <a16:creationId xmlns:a16="http://schemas.microsoft.com/office/drawing/2014/main" id="{75841689-E123-0BE1-4FE4-7FA385EDEA60}"/>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9" name="四角形: 角を丸くする 48">
            <a:extLst>
              <a:ext uri="{FF2B5EF4-FFF2-40B4-BE49-F238E27FC236}">
                <a16:creationId xmlns:a16="http://schemas.microsoft.com/office/drawing/2014/main" id="{9CD6923E-BD4F-A945-66EE-398920ABE694}"/>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50" name="四角形: 角を丸くする 49">
            <a:extLst>
              <a:ext uri="{FF2B5EF4-FFF2-40B4-BE49-F238E27FC236}">
                <a16:creationId xmlns:a16="http://schemas.microsoft.com/office/drawing/2014/main" id="{AA1088CA-797C-9502-CA19-07ACA3632ED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51" name="四角形: 角を丸くする 50">
            <a:extLst>
              <a:ext uri="{FF2B5EF4-FFF2-40B4-BE49-F238E27FC236}">
                <a16:creationId xmlns:a16="http://schemas.microsoft.com/office/drawing/2014/main" id="{CD5CFA18-D931-B4E0-4BC8-7352429836C5}"/>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2" name="四角形: 角を丸くする 51">
            <a:extLst>
              <a:ext uri="{FF2B5EF4-FFF2-40B4-BE49-F238E27FC236}">
                <a16:creationId xmlns:a16="http://schemas.microsoft.com/office/drawing/2014/main" id="{1D41FEDB-8F99-5913-DF90-A5B8733414CF}"/>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54" name="四角形: 角を丸くする 53">
            <a:extLst>
              <a:ext uri="{FF2B5EF4-FFF2-40B4-BE49-F238E27FC236}">
                <a16:creationId xmlns:a16="http://schemas.microsoft.com/office/drawing/2014/main" id="{185AF5CA-6864-B668-0B4E-581551E05FD8}"/>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5" name="四角形: 角を丸くする 54">
            <a:extLst>
              <a:ext uri="{FF2B5EF4-FFF2-40B4-BE49-F238E27FC236}">
                <a16:creationId xmlns:a16="http://schemas.microsoft.com/office/drawing/2014/main" id="{1ED7CEA9-80DC-4891-2D36-926ACC3994E5}"/>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56" name="四角形: 角を丸くする 55">
            <a:extLst>
              <a:ext uri="{FF2B5EF4-FFF2-40B4-BE49-F238E27FC236}">
                <a16:creationId xmlns:a16="http://schemas.microsoft.com/office/drawing/2014/main" id="{473E603A-1E01-AA0D-E084-F2567A409840}"/>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57" name="正方形/長方形 56">
            <a:extLst>
              <a:ext uri="{FF2B5EF4-FFF2-40B4-BE49-F238E27FC236}">
                <a16:creationId xmlns:a16="http://schemas.microsoft.com/office/drawing/2014/main" id="{33B173D8-9D73-9E4A-100E-54B051AC5AF2}"/>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4DAABBF2-A5FC-DB42-48E6-4CE914BEAC23}"/>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E19DCE29-276E-3CC2-78B9-909C560A6251}"/>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60" name="四角形: 角を丸くする 59">
            <a:extLst>
              <a:ext uri="{FF2B5EF4-FFF2-40B4-BE49-F238E27FC236}">
                <a16:creationId xmlns:a16="http://schemas.microsoft.com/office/drawing/2014/main" id="{1CF16E04-89C3-ED4D-2CB6-E4E7CE8FA2DB}"/>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BF4A2CC3-E13C-0A95-4BBC-B2526E1E91A3}"/>
              </a:ext>
            </a:extLst>
          </p:cNvPr>
          <p:cNvSpPr/>
          <p:nvPr/>
        </p:nvSpPr>
        <p:spPr>
          <a:xfrm rot="19449610">
            <a:off x="-248166" y="69880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2B2C076-307F-7E8D-44BA-3F7C6CF7A76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7577E4EE-C1E5-5D1E-5350-D286D6D18445}"/>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0F335580-5BB1-B7A0-8B7C-B40E8B14AFEB}"/>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6" name="テキスト ボックス 5">
            <a:extLst>
              <a:ext uri="{FF2B5EF4-FFF2-40B4-BE49-F238E27FC236}">
                <a16:creationId xmlns:a16="http://schemas.microsoft.com/office/drawing/2014/main" id="{3831FD61-9C45-042F-CD1E-DA669E26BFC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四角形: 角を丸くする 2">
            <a:extLst>
              <a:ext uri="{FF2B5EF4-FFF2-40B4-BE49-F238E27FC236}">
                <a16:creationId xmlns:a16="http://schemas.microsoft.com/office/drawing/2014/main" id="{ADB113B4-BA5E-260B-9E54-DB1700AAB7D3}"/>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97818488-5438-03D6-64A7-63F9C5CF646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C53C8273-E386-997E-9A83-9368D747FD09}"/>
              </a:ext>
            </a:extLst>
          </p:cNvPr>
          <p:cNvSpPr/>
          <p:nvPr/>
        </p:nvSpPr>
        <p:spPr>
          <a:xfrm>
            <a:off x="0" y="-366248"/>
            <a:ext cx="12192000" cy="1124789"/>
          </a:xfrm>
          <a:prstGeom prst="rect">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四角形: 角を丸くする 60">
            <a:extLst>
              <a:ext uri="{FF2B5EF4-FFF2-40B4-BE49-F238E27FC236}">
                <a16:creationId xmlns:a16="http://schemas.microsoft.com/office/drawing/2014/main" id="{C056229B-6909-E3B9-2ED9-30A9F25903EE}"/>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20" name="テキスト ボックス 19">
            <a:extLst>
              <a:ext uri="{FF2B5EF4-FFF2-40B4-BE49-F238E27FC236}">
                <a16:creationId xmlns:a16="http://schemas.microsoft.com/office/drawing/2014/main" id="{E9C51C6E-63FB-957B-28B4-45E9B7A54BE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0895565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B5727-4E96-F06B-1262-E76FD4FA8B67}"/>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8E76E7D-83C1-A7B1-C0D4-91FE826F594D}"/>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4" name="グループ化 143">
            <a:extLst>
              <a:ext uri="{FF2B5EF4-FFF2-40B4-BE49-F238E27FC236}">
                <a16:creationId xmlns:a16="http://schemas.microsoft.com/office/drawing/2014/main" id="{460872F9-F378-6F64-8087-86AF61416A6B}"/>
              </a:ext>
            </a:extLst>
          </p:cNvPr>
          <p:cNvGrpSpPr/>
          <p:nvPr/>
        </p:nvGrpSpPr>
        <p:grpSpPr>
          <a:xfrm>
            <a:off x="432608" y="3785188"/>
            <a:ext cx="11347184" cy="5568592"/>
            <a:chOff x="588335" y="2268277"/>
            <a:chExt cx="11347184" cy="5568592"/>
          </a:xfrm>
        </p:grpSpPr>
        <p:sp>
          <p:nvSpPr>
            <p:cNvPr id="145" name="四角形: 角を丸くする 144">
              <a:extLst>
                <a:ext uri="{FF2B5EF4-FFF2-40B4-BE49-F238E27FC236}">
                  <a16:creationId xmlns:a16="http://schemas.microsoft.com/office/drawing/2014/main" id="{2CF8A64C-22D6-AB68-1F1F-795A26851AF1}"/>
                </a:ext>
              </a:extLst>
            </p:cNvPr>
            <p:cNvSpPr/>
            <p:nvPr/>
          </p:nvSpPr>
          <p:spPr>
            <a:xfrm>
              <a:off x="593348"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46" name="四角形: 角を丸くする 145">
              <a:extLst>
                <a:ext uri="{FF2B5EF4-FFF2-40B4-BE49-F238E27FC236}">
                  <a16:creationId xmlns:a16="http://schemas.microsoft.com/office/drawing/2014/main" id="{497502A0-CEDF-F2D9-D098-FDBC9B446289}"/>
                </a:ext>
              </a:extLst>
            </p:cNvPr>
            <p:cNvSpPr/>
            <p:nvPr/>
          </p:nvSpPr>
          <p:spPr>
            <a:xfrm>
              <a:off x="67683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7" name="四角形: 角を丸くする 146">
              <a:extLst>
                <a:ext uri="{FF2B5EF4-FFF2-40B4-BE49-F238E27FC236}">
                  <a16:creationId xmlns:a16="http://schemas.microsoft.com/office/drawing/2014/main" id="{68876328-CE13-C50A-0796-A8A927DFA388}"/>
                </a:ext>
              </a:extLst>
            </p:cNvPr>
            <p:cNvSpPr/>
            <p:nvPr/>
          </p:nvSpPr>
          <p:spPr>
            <a:xfrm>
              <a:off x="1319710"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48" name="四角形: 角を丸くする 147">
              <a:extLst>
                <a:ext uri="{FF2B5EF4-FFF2-40B4-BE49-F238E27FC236}">
                  <a16:creationId xmlns:a16="http://schemas.microsoft.com/office/drawing/2014/main" id="{E69DC80D-4714-CA92-F7C6-0080BAD6C6F8}"/>
                </a:ext>
              </a:extLst>
            </p:cNvPr>
            <p:cNvSpPr/>
            <p:nvPr/>
          </p:nvSpPr>
          <p:spPr>
            <a:xfrm>
              <a:off x="2887460" y="22682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49" name="四角形: 角を丸くする 148">
              <a:extLst>
                <a:ext uri="{FF2B5EF4-FFF2-40B4-BE49-F238E27FC236}">
                  <a16:creationId xmlns:a16="http://schemas.microsoft.com/office/drawing/2014/main" id="{E054F46E-4F1A-F910-5E12-88BA40523E1B}"/>
                </a:ext>
              </a:extLst>
            </p:cNvPr>
            <p:cNvSpPr/>
            <p:nvPr/>
          </p:nvSpPr>
          <p:spPr>
            <a:xfrm>
              <a:off x="296748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50" name="四角形: 角を丸くする 149">
              <a:extLst>
                <a:ext uri="{FF2B5EF4-FFF2-40B4-BE49-F238E27FC236}">
                  <a16:creationId xmlns:a16="http://schemas.microsoft.com/office/drawing/2014/main" id="{556B5C28-9AA8-F5D5-AC18-1597F60DCB31}"/>
                </a:ext>
              </a:extLst>
            </p:cNvPr>
            <p:cNvSpPr/>
            <p:nvPr/>
          </p:nvSpPr>
          <p:spPr>
            <a:xfrm>
              <a:off x="360823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51" name="四角形: 角を丸くする 150">
              <a:extLst>
                <a:ext uri="{FF2B5EF4-FFF2-40B4-BE49-F238E27FC236}">
                  <a16:creationId xmlns:a16="http://schemas.microsoft.com/office/drawing/2014/main" id="{F7BD365B-91C0-160A-C505-C65C42FAD42D}"/>
                </a:ext>
              </a:extLst>
            </p:cNvPr>
            <p:cNvSpPr/>
            <p:nvPr/>
          </p:nvSpPr>
          <p:spPr>
            <a:xfrm>
              <a:off x="5181571" y="22682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52" name="四角形: 角を丸くする 151">
              <a:extLst>
                <a:ext uri="{FF2B5EF4-FFF2-40B4-BE49-F238E27FC236}">
                  <a16:creationId xmlns:a16="http://schemas.microsoft.com/office/drawing/2014/main" id="{6F79E5A0-619D-73ED-3963-F49601988620}"/>
                </a:ext>
              </a:extLst>
            </p:cNvPr>
            <p:cNvSpPr/>
            <p:nvPr/>
          </p:nvSpPr>
          <p:spPr>
            <a:xfrm>
              <a:off x="5258191"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53" name="四角形: 角を丸くする 152">
              <a:extLst>
                <a:ext uri="{FF2B5EF4-FFF2-40B4-BE49-F238E27FC236}">
                  <a16:creationId xmlns:a16="http://schemas.microsoft.com/office/drawing/2014/main" id="{E3DCDD55-64EF-8FE4-9A3C-315AA5A0B956}"/>
                </a:ext>
              </a:extLst>
            </p:cNvPr>
            <p:cNvSpPr/>
            <p:nvPr/>
          </p:nvSpPr>
          <p:spPr>
            <a:xfrm>
              <a:off x="7535205"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54" name="四角形: 角を丸くする 153">
              <a:extLst>
                <a:ext uri="{FF2B5EF4-FFF2-40B4-BE49-F238E27FC236}">
                  <a16:creationId xmlns:a16="http://schemas.microsoft.com/office/drawing/2014/main" id="{41E80527-1FAC-5EC5-911E-1FC04295BA1A}"/>
                </a:ext>
              </a:extLst>
            </p:cNvPr>
            <p:cNvSpPr/>
            <p:nvPr/>
          </p:nvSpPr>
          <p:spPr>
            <a:xfrm>
              <a:off x="7620279"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55" name="四角形: 角を丸くする 154">
              <a:extLst>
                <a:ext uri="{FF2B5EF4-FFF2-40B4-BE49-F238E27FC236}">
                  <a16:creationId xmlns:a16="http://schemas.microsoft.com/office/drawing/2014/main" id="{D1C58B52-8EEF-4BE2-976E-EEB91252B43C}"/>
                </a:ext>
              </a:extLst>
            </p:cNvPr>
            <p:cNvSpPr/>
            <p:nvPr/>
          </p:nvSpPr>
          <p:spPr>
            <a:xfrm>
              <a:off x="826329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56" name="四角形: 角を丸くする 155">
              <a:extLst>
                <a:ext uri="{FF2B5EF4-FFF2-40B4-BE49-F238E27FC236}">
                  <a16:creationId xmlns:a16="http://schemas.microsoft.com/office/drawing/2014/main" id="{7FF7582A-2E24-CE59-9C67-776C493AA639}"/>
                </a:ext>
              </a:extLst>
            </p:cNvPr>
            <p:cNvSpPr/>
            <p:nvPr/>
          </p:nvSpPr>
          <p:spPr>
            <a:xfrm>
              <a:off x="9871733"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57" name="四角形: 角を丸くする 156">
              <a:extLst>
                <a:ext uri="{FF2B5EF4-FFF2-40B4-BE49-F238E27FC236}">
                  <a16:creationId xmlns:a16="http://schemas.microsoft.com/office/drawing/2014/main" id="{0FF2FB86-E3B5-D941-7D98-993E29CF7678}"/>
                </a:ext>
              </a:extLst>
            </p:cNvPr>
            <p:cNvSpPr/>
            <p:nvPr/>
          </p:nvSpPr>
          <p:spPr>
            <a:xfrm>
              <a:off x="995204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58" name="四角形: 角を丸くする 157">
              <a:extLst>
                <a:ext uri="{FF2B5EF4-FFF2-40B4-BE49-F238E27FC236}">
                  <a16:creationId xmlns:a16="http://schemas.microsoft.com/office/drawing/2014/main" id="{4CC10F49-6B04-ECA9-80E3-83051A90E9CC}"/>
                </a:ext>
              </a:extLst>
            </p:cNvPr>
            <p:cNvSpPr/>
            <p:nvPr/>
          </p:nvSpPr>
          <p:spPr>
            <a:xfrm>
              <a:off x="10595071"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59" name="四角形: 角を丸くする 158">
              <a:extLst>
                <a:ext uri="{FF2B5EF4-FFF2-40B4-BE49-F238E27FC236}">
                  <a16:creationId xmlns:a16="http://schemas.microsoft.com/office/drawing/2014/main" id="{3AFE4417-F050-0983-32D5-2EA67B6D7D31}"/>
                </a:ext>
              </a:extLst>
            </p:cNvPr>
            <p:cNvSpPr/>
            <p:nvPr/>
          </p:nvSpPr>
          <p:spPr>
            <a:xfrm>
              <a:off x="588335"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60" name="四角形: 角を丸くする 159">
              <a:extLst>
                <a:ext uri="{FF2B5EF4-FFF2-40B4-BE49-F238E27FC236}">
                  <a16:creationId xmlns:a16="http://schemas.microsoft.com/office/drawing/2014/main" id="{81D64052-A700-0942-2431-158B0E3B0DD4}"/>
                </a:ext>
              </a:extLst>
            </p:cNvPr>
            <p:cNvSpPr/>
            <p:nvPr/>
          </p:nvSpPr>
          <p:spPr>
            <a:xfrm>
              <a:off x="67182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61" name="四角形: 角を丸くする 160">
              <a:extLst>
                <a:ext uri="{FF2B5EF4-FFF2-40B4-BE49-F238E27FC236}">
                  <a16:creationId xmlns:a16="http://schemas.microsoft.com/office/drawing/2014/main" id="{1BDE6AE8-A1DB-CC1E-FB31-C29023C7E977}"/>
                </a:ext>
              </a:extLst>
            </p:cNvPr>
            <p:cNvSpPr/>
            <p:nvPr/>
          </p:nvSpPr>
          <p:spPr>
            <a:xfrm>
              <a:off x="2882447" y="41696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62" name="四角形: 角を丸くする 161">
              <a:extLst>
                <a:ext uri="{FF2B5EF4-FFF2-40B4-BE49-F238E27FC236}">
                  <a16:creationId xmlns:a16="http://schemas.microsoft.com/office/drawing/2014/main" id="{CD0665AC-326A-B657-15BA-4C956B0DB7FC}"/>
                </a:ext>
              </a:extLst>
            </p:cNvPr>
            <p:cNvSpPr/>
            <p:nvPr/>
          </p:nvSpPr>
          <p:spPr>
            <a:xfrm>
              <a:off x="2962473"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63" name="四角形: 角を丸くする 162">
              <a:extLst>
                <a:ext uri="{FF2B5EF4-FFF2-40B4-BE49-F238E27FC236}">
                  <a16:creationId xmlns:a16="http://schemas.microsoft.com/office/drawing/2014/main" id="{1DFA387D-3D79-BB8F-2874-E6472718D6FB}"/>
                </a:ext>
              </a:extLst>
            </p:cNvPr>
            <p:cNvSpPr/>
            <p:nvPr/>
          </p:nvSpPr>
          <p:spPr>
            <a:xfrm>
              <a:off x="360322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64" name="四角形: 角を丸くする 163">
              <a:extLst>
                <a:ext uri="{FF2B5EF4-FFF2-40B4-BE49-F238E27FC236}">
                  <a16:creationId xmlns:a16="http://schemas.microsoft.com/office/drawing/2014/main" id="{B85AD6A8-2671-E9D3-F541-F3EEF011FBDB}"/>
                </a:ext>
              </a:extLst>
            </p:cNvPr>
            <p:cNvSpPr/>
            <p:nvPr/>
          </p:nvSpPr>
          <p:spPr>
            <a:xfrm>
              <a:off x="5176558" y="41696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65" name="四角形: 角を丸くする 164">
              <a:extLst>
                <a:ext uri="{FF2B5EF4-FFF2-40B4-BE49-F238E27FC236}">
                  <a16:creationId xmlns:a16="http://schemas.microsoft.com/office/drawing/2014/main" id="{886FBFC4-F5B2-2F34-1758-E1087C9DB855}"/>
                </a:ext>
              </a:extLst>
            </p:cNvPr>
            <p:cNvSpPr/>
            <p:nvPr/>
          </p:nvSpPr>
          <p:spPr>
            <a:xfrm>
              <a:off x="5253178"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66" name="四角形: 角を丸くする 165">
              <a:extLst>
                <a:ext uri="{FF2B5EF4-FFF2-40B4-BE49-F238E27FC236}">
                  <a16:creationId xmlns:a16="http://schemas.microsoft.com/office/drawing/2014/main" id="{08C29B3C-2F4B-4D43-BEE4-658B453063B3}"/>
                </a:ext>
              </a:extLst>
            </p:cNvPr>
            <p:cNvSpPr/>
            <p:nvPr/>
          </p:nvSpPr>
          <p:spPr>
            <a:xfrm>
              <a:off x="589250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67" name="四角形: 角を丸くする 166">
              <a:extLst>
                <a:ext uri="{FF2B5EF4-FFF2-40B4-BE49-F238E27FC236}">
                  <a16:creationId xmlns:a16="http://schemas.microsoft.com/office/drawing/2014/main" id="{2D95E1BE-4662-251F-F8A4-B38FD6D5918B}"/>
                </a:ext>
              </a:extLst>
            </p:cNvPr>
            <p:cNvSpPr/>
            <p:nvPr/>
          </p:nvSpPr>
          <p:spPr>
            <a:xfrm>
              <a:off x="7530192"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68" name="四角形: 角を丸くする 167">
              <a:extLst>
                <a:ext uri="{FF2B5EF4-FFF2-40B4-BE49-F238E27FC236}">
                  <a16:creationId xmlns:a16="http://schemas.microsoft.com/office/drawing/2014/main" id="{74CFD663-CEBC-2E0E-8D35-69C15A4407AE}"/>
                </a:ext>
              </a:extLst>
            </p:cNvPr>
            <p:cNvSpPr/>
            <p:nvPr/>
          </p:nvSpPr>
          <p:spPr>
            <a:xfrm>
              <a:off x="761526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69" name="四角形: 角を丸くする 168">
              <a:extLst>
                <a:ext uri="{FF2B5EF4-FFF2-40B4-BE49-F238E27FC236}">
                  <a16:creationId xmlns:a16="http://schemas.microsoft.com/office/drawing/2014/main" id="{E90A74B0-61EB-A559-4BCC-A9C8CA3CEAC8}"/>
                </a:ext>
              </a:extLst>
            </p:cNvPr>
            <p:cNvSpPr/>
            <p:nvPr/>
          </p:nvSpPr>
          <p:spPr>
            <a:xfrm>
              <a:off x="825828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0" name="四角形: 角を丸くする 169">
              <a:extLst>
                <a:ext uri="{FF2B5EF4-FFF2-40B4-BE49-F238E27FC236}">
                  <a16:creationId xmlns:a16="http://schemas.microsoft.com/office/drawing/2014/main" id="{21AC117B-E0A6-9708-50B8-373765069085}"/>
                </a:ext>
              </a:extLst>
            </p:cNvPr>
            <p:cNvSpPr/>
            <p:nvPr/>
          </p:nvSpPr>
          <p:spPr>
            <a:xfrm>
              <a:off x="9866720"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71" name="四角形: 角を丸くする 170">
              <a:extLst>
                <a:ext uri="{FF2B5EF4-FFF2-40B4-BE49-F238E27FC236}">
                  <a16:creationId xmlns:a16="http://schemas.microsoft.com/office/drawing/2014/main" id="{9E6F3761-F06F-6194-9CE1-878270D703A1}"/>
                </a:ext>
              </a:extLst>
            </p:cNvPr>
            <p:cNvSpPr/>
            <p:nvPr/>
          </p:nvSpPr>
          <p:spPr>
            <a:xfrm>
              <a:off x="994703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72" name="四角形: 角を丸くする 171">
              <a:extLst>
                <a:ext uri="{FF2B5EF4-FFF2-40B4-BE49-F238E27FC236}">
                  <a16:creationId xmlns:a16="http://schemas.microsoft.com/office/drawing/2014/main" id="{5A775ED4-4F35-7D23-90B3-CAC4F00A3B2C}"/>
                </a:ext>
              </a:extLst>
            </p:cNvPr>
            <p:cNvSpPr/>
            <p:nvPr/>
          </p:nvSpPr>
          <p:spPr>
            <a:xfrm>
              <a:off x="588335"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3" name="四角形: 角を丸くする 172">
              <a:extLst>
                <a:ext uri="{FF2B5EF4-FFF2-40B4-BE49-F238E27FC236}">
                  <a16:creationId xmlns:a16="http://schemas.microsoft.com/office/drawing/2014/main" id="{993AC8F7-DC88-B133-D6E5-65DC7AF4AEA9}"/>
                </a:ext>
              </a:extLst>
            </p:cNvPr>
            <p:cNvSpPr/>
            <p:nvPr/>
          </p:nvSpPr>
          <p:spPr>
            <a:xfrm>
              <a:off x="671822"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74" name="四角形: 角を丸くする 173">
              <a:extLst>
                <a:ext uri="{FF2B5EF4-FFF2-40B4-BE49-F238E27FC236}">
                  <a16:creationId xmlns:a16="http://schemas.microsoft.com/office/drawing/2014/main" id="{5FADC603-BF08-18BE-4A6C-437FAA94F58E}"/>
                </a:ext>
              </a:extLst>
            </p:cNvPr>
            <p:cNvSpPr/>
            <p:nvPr/>
          </p:nvSpPr>
          <p:spPr>
            <a:xfrm>
              <a:off x="2882447" y="60612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5" name="四角形: 角を丸くする 174">
              <a:extLst>
                <a:ext uri="{FF2B5EF4-FFF2-40B4-BE49-F238E27FC236}">
                  <a16:creationId xmlns:a16="http://schemas.microsoft.com/office/drawing/2014/main" id="{C52522D4-F75B-4CE8-2A91-6FFEECA1DFA0}"/>
                </a:ext>
              </a:extLst>
            </p:cNvPr>
            <p:cNvSpPr/>
            <p:nvPr/>
          </p:nvSpPr>
          <p:spPr>
            <a:xfrm>
              <a:off x="2962473"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6" name="四角形: 角を丸くする 175">
              <a:extLst>
                <a:ext uri="{FF2B5EF4-FFF2-40B4-BE49-F238E27FC236}">
                  <a16:creationId xmlns:a16="http://schemas.microsoft.com/office/drawing/2014/main" id="{6640ED8B-995C-3C83-738D-25C3F1D99A3D}"/>
                </a:ext>
              </a:extLst>
            </p:cNvPr>
            <p:cNvSpPr/>
            <p:nvPr/>
          </p:nvSpPr>
          <p:spPr>
            <a:xfrm>
              <a:off x="360322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7" name="四角形: 角を丸くする 176">
              <a:extLst>
                <a:ext uri="{FF2B5EF4-FFF2-40B4-BE49-F238E27FC236}">
                  <a16:creationId xmlns:a16="http://schemas.microsoft.com/office/drawing/2014/main" id="{F52F6CBA-409F-E77D-4A93-644EE37F9C0A}"/>
                </a:ext>
              </a:extLst>
            </p:cNvPr>
            <p:cNvSpPr/>
            <p:nvPr/>
          </p:nvSpPr>
          <p:spPr>
            <a:xfrm>
              <a:off x="5176558" y="60612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8" name="四角形: 角を丸くする 177">
              <a:extLst>
                <a:ext uri="{FF2B5EF4-FFF2-40B4-BE49-F238E27FC236}">
                  <a16:creationId xmlns:a16="http://schemas.microsoft.com/office/drawing/2014/main" id="{D4DE0189-885C-DC13-DA9E-74A9EF891C7C}"/>
                </a:ext>
              </a:extLst>
            </p:cNvPr>
            <p:cNvSpPr/>
            <p:nvPr/>
          </p:nvSpPr>
          <p:spPr>
            <a:xfrm>
              <a:off x="5253178"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79" name="四角形: 角を丸くする 178">
              <a:extLst>
                <a:ext uri="{FF2B5EF4-FFF2-40B4-BE49-F238E27FC236}">
                  <a16:creationId xmlns:a16="http://schemas.microsoft.com/office/drawing/2014/main" id="{34F2879E-6DE0-386E-FCDD-BFC7DECD3CBA}"/>
                </a:ext>
              </a:extLst>
            </p:cNvPr>
            <p:cNvSpPr/>
            <p:nvPr/>
          </p:nvSpPr>
          <p:spPr>
            <a:xfrm>
              <a:off x="589250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80" name="四角形: 角を丸くする 179">
              <a:extLst>
                <a:ext uri="{FF2B5EF4-FFF2-40B4-BE49-F238E27FC236}">
                  <a16:creationId xmlns:a16="http://schemas.microsoft.com/office/drawing/2014/main" id="{B4614459-177F-86E2-C63A-FF17A7C43AE4}"/>
                </a:ext>
              </a:extLst>
            </p:cNvPr>
            <p:cNvSpPr/>
            <p:nvPr/>
          </p:nvSpPr>
          <p:spPr>
            <a:xfrm>
              <a:off x="7530192"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1" name="四角形: 角を丸くする 180">
              <a:extLst>
                <a:ext uri="{FF2B5EF4-FFF2-40B4-BE49-F238E27FC236}">
                  <a16:creationId xmlns:a16="http://schemas.microsoft.com/office/drawing/2014/main" id="{8A022F76-3A18-2391-755F-D2EBDC74CB83}"/>
                </a:ext>
              </a:extLst>
            </p:cNvPr>
            <p:cNvSpPr/>
            <p:nvPr/>
          </p:nvSpPr>
          <p:spPr>
            <a:xfrm>
              <a:off x="761526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82" name="四角形: 角を丸くする 181">
              <a:extLst>
                <a:ext uri="{FF2B5EF4-FFF2-40B4-BE49-F238E27FC236}">
                  <a16:creationId xmlns:a16="http://schemas.microsoft.com/office/drawing/2014/main" id="{14F8D7B7-3495-3711-33A3-4B63EB56693B}"/>
                </a:ext>
              </a:extLst>
            </p:cNvPr>
            <p:cNvSpPr/>
            <p:nvPr/>
          </p:nvSpPr>
          <p:spPr>
            <a:xfrm>
              <a:off x="9866720"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3" name="四角形: 角を丸くする 182">
              <a:extLst>
                <a:ext uri="{FF2B5EF4-FFF2-40B4-BE49-F238E27FC236}">
                  <a16:creationId xmlns:a16="http://schemas.microsoft.com/office/drawing/2014/main" id="{175BA7E1-8CC6-0BA9-828E-AC177CFD9FB4}"/>
                </a:ext>
              </a:extLst>
            </p:cNvPr>
            <p:cNvSpPr/>
            <p:nvPr/>
          </p:nvSpPr>
          <p:spPr>
            <a:xfrm>
              <a:off x="994703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84" name="四角形: 角を丸くする 183">
              <a:extLst>
                <a:ext uri="{FF2B5EF4-FFF2-40B4-BE49-F238E27FC236}">
                  <a16:creationId xmlns:a16="http://schemas.microsoft.com/office/drawing/2014/main" id="{3CD3D4F9-9DA2-8518-36FB-E5038A9ECDA0}"/>
                </a:ext>
              </a:extLst>
            </p:cNvPr>
            <p:cNvSpPr/>
            <p:nvPr/>
          </p:nvSpPr>
          <p:spPr>
            <a:xfrm>
              <a:off x="10590058"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85" name="四角形: 角を丸くする 184">
              <a:extLst>
                <a:ext uri="{FF2B5EF4-FFF2-40B4-BE49-F238E27FC236}">
                  <a16:creationId xmlns:a16="http://schemas.microsoft.com/office/drawing/2014/main" id="{B800C575-2243-9C87-83C3-A1FCE7D23E36}"/>
                </a:ext>
              </a:extLst>
            </p:cNvPr>
            <p:cNvSpPr/>
            <p:nvPr/>
          </p:nvSpPr>
          <p:spPr>
            <a:xfrm>
              <a:off x="589250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86" name="四角形: 角を丸くする 185">
              <a:extLst>
                <a:ext uri="{FF2B5EF4-FFF2-40B4-BE49-F238E27FC236}">
                  <a16:creationId xmlns:a16="http://schemas.microsoft.com/office/drawing/2014/main" id="{FD2F8509-4284-B52F-6EA5-A7D102B17788}"/>
                </a:ext>
              </a:extLst>
            </p:cNvPr>
            <p:cNvSpPr/>
            <p:nvPr/>
          </p:nvSpPr>
          <p:spPr>
            <a:xfrm>
              <a:off x="8892954"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87" name="四角形: 角を丸くする 186">
              <a:extLst>
                <a:ext uri="{FF2B5EF4-FFF2-40B4-BE49-F238E27FC236}">
                  <a16:creationId xmlns:a16="http://schemas.microsoft.com/office/drawing/2014/main" id="{B01BB570-725B-A31D-65D8-1126D5B3E5EC}"/>
                </a:ext>
              </a:extLst>
            </p:cNvPr>
            <p:cNvSpPr/>
            <p:nvPr/>
          </p:nvSpPr>
          <p:spPr>
            <a:xfrm>
              <a:off x="8892954" y="42997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grpSp>
      <p:sp>
        <p:nvSpPr>
          <p:cNvPr id="188" name="四角形: 角を丸くする 187">
            <a:extLst>
              <a:ext uri="{FF2B5EF4-FFF2-40B4-BE49-F238E27FC236}">
                <a16:creationId xmlns:a16="http://schemas.microsoft.com/office/drawing/2014/main" id="{8E9692CA-11F1-F6B5-B770-2C373A3E7825}"/>
              </a:ext>
            </a:extLst>
          </p:cNvPr>
          <p:cNvSpPr/>
          <p:nvPr/>
        </p:nvSpPr>
        <p:spPr>
          <a:xfrm>
            <a:off x="440948" y="-1884623"/>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89" name="四角形: 角を丸くする 188">
            <a:extLst>
              <a:ext uri="{FF2B5EF4-FFF2-40B4-BE49-F238E27FC236}">
                <a16:creationId xmlns:a16="http://schemas.microsoft.com/office/drawing/2014/main" id="{33097ED1-A153-6330-1FB3-CF46AEE7F5EA}"/>
              </a:ext>
            </a:extLst>
          </p:cNvPr>
          <p:cNvSpPr/>
          <p:nvPr/>
        </p:nvSpPr>
        <p:spPr>
          <a:xfrm>
            <a:off x="524435"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0" name="四角形: 角を丸くする 189">
            <a:extLst>
              <a:ext uri="{FF2B5EF4-FFF2-40B4-BE49-F238E27FC236}">
                <a16:creationId xmlns:a16="http://schemas.microsoft.com/office/drawing/2014/main" id="{6BE81943-A571-67E9-2178-F2BB586EC4F9}"/>
              </a:ext>
            </a:extLst>
          </p:cNvPr>
          <p:cNvSpPr/>
          <p:nvPr/>
        </p:nvSpPr>
        <p:spPr>
          <a:xfrm>
            <a:off x="1167310"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91" name="四角形: 角を丸くする 190">
            <a:extLst>
              <a:ext uri="{FF2B5EF4-FFF2-40B4-BE49-F238E27FC236}">
                <a16:creationId xmlns:a16="http://schemas.microsoft.com/office/drawing/2014/main" id="{2AE5CC0C-A3F1-9B61-1D4A-6896DD87DD98}"/>
              </a:ext>
            </a:extLst>
          </p:cNvPr>
          <p:cNvSpPr/>
          <p:nvPr/>
        </p:nvSpPr>
        <p:spPr>
          <a:xfrm>
            <a:off x="2735060" y="-188462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92" name="四角形: 角を丸くする 191">
            <a:extLst>
              <a:ext uri="{FF2B5EF4-FFF2-40B4-BE49-F238E27FC236}">
                <a16:creationId xmlns:a16="http://schemas.microsoft.com/office/drawing/2014/main" id="{06D635D6-8334-0D45-0E99-65DFD0017A55}"/>
              </a:ext>
            </a:extLst>
          </p:cNvPr>
          <p:cNvSpPr/>
          <p:nvPr/>
        </p:nvSpPr>
        <p:spPr>
          <a:xfrm>
            <a:off x="2815086"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3" name="四角形: 角を丸くする 192">
            <a:extLst>
              <a:ext uri="{FF2B5EF4-FFF2-40B4-BE49-F238E27FC236}">
                <a16:creationId xmlns:a16="http://schemas.microsoft.com/office/drawing/2014/main" id="{AF7D4973-7DCF-E36B-3026-6D1843EC144B}"/>
              </a:ext>
            </a:extLst>
          </p:cNvPr>
          <p:cNvSpPr/>
          <p:nvPr/>
        </p:nvSpPr>
        <p:spPr>
          <a:xfrm>
            <a:off x="3455838" y="-175885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94" name="四角形: 角を丸くする 193">
            <a:extLst>
              <a:ext uri="{FF2B5EF4-FFF2-40B4-BE49-F238E27FC236}">
                <a16:creationId xmlns:a16="http://schemas.microsoft.com/office/drawing/2014/main" id="{3FBFB573-F25D-BF44-AF40-1D42C09D227C}"/>
              </a:ext>
            </a:extLst>
          </p:cNvPr>
          <p:cNvSpPr/>
          <p:nvPr/>
        </p:nvSpPr>
        <p:spPr>
          <a:xfrm>
            <a:off x="5029171" y="-188462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5" name="四角形: 角を丸くする 194">
            <a:extLst>
              <a:ext uri="{FF2B5EF4-FFF2-40B4-BE49-F238E27FC236}">
                <a16:creationId xmlns:a16="http://schemas.microsoft.com/office/drawing/2014/main" id="{5C0C3665-5CD6-0A46-6A2B-47B14C94434B}"/>
              </a:ext>
            </a:extLst>
          </p:cNvPr>
          <p:cNvSpPr/>
          <p:nvPr/>
        </p:nvSpPr>
        <p:spPr>
          <a:xfrm>
            <a:off x="5105791"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6" name="四角形: 角を丸くする 195">
            <a:extLst>
              <a:ext uri="{FF2B5EF4-FFF2-40B4-BE49-F238E27FC236}">
                <a16:creationId xmlns:a16="http://schemas.microsoft.com/office/drawing/2014/main" id="{706CAB32-C8AB-70CD-2A0E-57E87F489C7F}"/>
              </a:ext>
            </a:extLst>
          </p:cNvPr>
          <p:cNvSpPr/>
          <p:nvPr/>
        </p:nvSpPr>
        <p:spPr>
          <a:xfrm>
            <a:off x="7382805" y="-1884623"/>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97" name="四角形: 角を丸くする 196">
            <a:extLst>
              <a:ext uri="{FF2B5EF4-FFF2-40B4-BE49-F238E27FC236}">
                <a16:creationId xmlns:a16="http://schemas.microsoft.com/office/drawing/2014/main" id="{EB7C5170-28B0-47A2-17A8-2E5F74666915}"/>
              </a:ext>
            </a:extLst>
          </p:cNvPr>
          <p:cNvSpPr/>
          <p:nvPr/>
        </p:nvSpPr>
        <p:spPr>
          <a:xfrm>
            <a:off x="7467879"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98" name="四角形: 角を丸くする 197">
            <a:extLst>
              <a:ext uri="{FF2B5EF4-FFF2-40B4-BE49-F238E27FC236}">
                <a16:creationId xmlns:a16="http://schemas.microsoft.com/office/drawing/2014/main" id="{FF8BD14B-0A7F-74D4-F027-CE20ABB22F79}"/>
              </a:ext>
            </a:extLst>
          </p:cNvPr>
          <p:cNvSpPr/>
          <p:nvPr/>
        </p:nvSpPr>
        <p:spPr>
          <a:xfrm>
            <a:off x="8110895"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99" name="四角形: 角を丸くする 198">
            <a:extLst>
              <a:ext uri="{FF2B5EF4-FFF2-40B4-BE49-F238E27FC236}">
                <a16:creationId xmlns:a16="http://schemas.microsoft.com/office/drawing/2014/main" id="{BC918BF6-138E-5A5B-B91D-424036859A33}"/>
              </a:ext>
            </a:extLst>
          </p:cNvPr>
          <p:cNvSpPr/>
          <p:nvPr/>
        </p:nvSpPr>
        <p:spPr>
          <a:xfrm>
            <a:off x="9719333" y="-1884623"/>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00" name="四角形: 角を丸くする 199">
            <a:extLst>
              <a:ext uri="{FF2B5EF4-FFF2-40B4-BE49-F238E27FC236}">
                <a16:creationId xmlns:a16="http://schemas.microsoft.com/office/drawing/2014/main" id="{4141167B-8824-7450-1658-FB7E63C119E7}"/>
              </a:ext>
            </a:extLst>
          </p:cNvPr>
          <p:cNvSpPr/>
          <p:nvPr/>
        </p:nvSpPr>
        <p:spPr>
          <a:xfrm>
            <a:off x="9799648" y="-175885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01" name="四角形: 角を丸くする 200">
            <a:extLst>
              <a:ext uri="{FF2B5EF4-FFF2-40B4-BE49-F238E27FC236}">
                <a16:creationId xmlns:a16="http://schemas.microsoft.com/office/drawing/2014/main" id="{EBEF79DB-D529-60AB-8E6E-391A3385B0AD}"/>
              </a:ext>
            </a:extLst>
          </p:cNvPr>
          <p:cNvSpPr/>
          <p:nvPr/>
        </p:nvSpPr>
        <p:spPr>
          <a:xfrm>
            <a:off x="10442671" y="-175885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02" name="四角形: 角を丸くする 201">
            <a:extLst>
              <a:ext uri="{FF2B5EF4-FFF2-40B4-BE49-F238E27FC236}">
                <a16:creationId xmlns:a16="http://schemas.microsoft.com/office/drawing/2014/main" id="{6760B1BC-ED9F-1FB4-3C4A-119BF2336CAC}"/>
              </a:ext>
            </a:extLst>
          </p:cNvPr>
          <p:cNvSpPr/>
          <p:nvPr/>
        </p:nvSpPr>
        <p:spPr>
          <a:xfrm>
            <a:off x="435935" y="167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03" name="四角形: 角を丸くする 202">
            <a:extLst>
              <a:ext uri="{FF2B5EF4-FFF2-40B4-BE49-F238E27FC236}">
                <a16:creationId xmlns:a16="http://schemas.microsoft.com/office/drawing/2014/main" id="{FCE00FFD-083F-75E3-4445-E577DAE7EA8E}"/>
              </a:ext>
            </a:extLst>
          </p:cNvPr>
          <p:cNvSpPr/>
          <p:nvPr/>
        </p:nvSpPr>
        <p:spPr>
          <a:xfrm>
            <a:off x="519422"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204" name="四角形: 角を丸くする 203">
            <a:extLst>
              <a:ext uri="{FF2B5EF4-FFF2-40B4-BE49-F238E27FC236}">
                <a16:creationId xmlns:a16="http://schemas.microsoft.com/office/drawing/2014/main" id="{07E40D21-FEAB-245D-4C88-679DC49EF58D}"/>
              </a:ext>
            </a:extLst>
          </p:cNvPr>
          <p:cNvSpPr/>
          <p:nvPr/>
        </p:nvSpPr>
        <p:spPr>
          <a:xfrm>
            <a:off x="2730047" y="167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205" name="四角形: 角を丸くする 204">
            <a:extLst>
              <a:ext uri="{FF2B5EF4-FFF2-40B4-BE49-F238E27FC236}">
                <a16:creationId xmlns:a16="http://schemas.microsoft.com/office/drawing/2014/main" id="{7F458E06-0A38-1DEF-2C68-02D570423867}"/>
              </a:ext>
            </a:extLst>
          </p:cNvPr>
          <p:cNvSpPr/>
          <p:nvPr/>
        </p:nvSpPr>
        <p:spPr>
          <a:xfrm>
            <a:off x="2810073"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206" name="四角形: 角を丸くする 205">
            <a:extLst>
              <a:ext uri="{FF2B5EF4-FFF2-40B4-BE49-F238E27FC236}">
                <a16:creationId xmlns:a16="http://schemas.microsoft.com/office/drawing/2014/main" id="{31A284D9-DE9A-2C9F-5353-1D661D8FB5AC}"/>
              </a:ext>
            </a:extLst>
          </p:cNvPr>
          <p:cNvSpPr/>
          <p:nvPr/>
        </p:nvSpPr>
        <p:spPr>
          <a:xfrm>
            <a:off x="3450825" y="1425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07" name="四角形: 角を丸くする 206">
            <a:extLst>
              <a:ext uri="{FF2B5EF4-FFF2-40B4-BE49-F238E27FC236}">
                <a16:creationId xmlns:a16="http://schemas.microsoft.com/office/drawing/2014/main" id="{14C9DFBD-517F-0116-3C1E-B3929974A92B}"/>
              </a:ext>
            </a:extLst>
          </p:cNvPr>
          <p:cNvSpPr/>
          <p:nvPr/>
        </p:nvSpPr>
        <p:spPr>
          <a:xfrm>
            <a:off x="5024158" y="167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208" name="四角形: 角を丸くする 207">
            <a:extLst>
              <a:ext uri="{FF2B5EF4-FFF2-40B4-BE49-F238E27FC236}">
                <a16:creationId xmlns:a16="http://schemas.microsoft.com/office/drawing/2014/main" id="{98A7714D-BE8B-BB6F-1661-E8DAF7A33CED}"/>
              </a:ext>
            </a:extLst>
          </p:cNvPr>
          <p:cNvSpPr/>
          <p:nvPr/>
        </p:nvSpPr>
        <p:spPr>
          <a:xfrm>
            <a:off x="5100778"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209" name="四角形: 角を丸くする 208">
            <a:extLst>
              <a:ext uri="{FF2B5EF4-FFF2-40B4-BE49-F238E27FC236}">
                <a16:creationId xmlns:a16="http://schemas.microsoft.com/office/drawing/2014/main" id="{F350E3BB-8841-EA99-817A-811DD9120D7B}"/>
              </a:ext>
            </a:extLst>
          </p:cNvPr>
          <p:cNvSpPr/>
          <p:nvPr/>
        </p:nvSpPr>
        <p:spPr>
          <a:xfrm>
            <a:off x="5740106"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0" name="四角形: 角を丸くする 209">
            <a:extLst>
              <a:ext uri="{FF2B5EF4-FFF2-40B4-BE49-F238E27FC236}">
                <a16:creationId xmlns:a16="http://schemas.microsoft.com/office/drawing/2014/main" id="{ECC04362-C52F-1FDB-0FD0-8D014BEA7BE3}"/>
              </a:ext>
            </a:extLst>
          </p:cNvPr>
          <p:cNvSpPr/>
          <p:nvPr/>
        </p:nvSpPr>
        <p:spPr>
          <a:xfrm>
            <a:off x="7377792" y="167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211" name="四角形: 角を丸くする 210">
            <a:extLst>
              <a:ext uri="{FF2B5EF4-FFF2-40B4-BE49-F238E27FC236}">
                <a16:creationId xmlns:a16="http://schemas.microsoft.com/office/drawing/2014/main" id="{45A2F912-86E0-A7A1-E8A0-DA91A2B228D2}"/>
              </a:ext>
            </a:extLst>
          </p:cNvPr>
          <p:cNvSpPr/>
          <p:nvPr/>
        </p:nvSpPr>
        <p:spPr>
          <a:xfrm>
            <a:off x="7462866"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212" name="四角形: 角を丸くする 211">
            <a:extLst>
              <a:ext uri="{FF2B5EF4-FFF2-40B4-BE49-F238E27FC236}">
                <a16:creationId xmlns:a16="http://schemas.microsoft.com/office/drawing/2014/main" id="{C83122C1-A5A4-E96F-990F-C8B2F915117E}"/>
              </a:ext>
            </a:extLst>
          </p:cNvPr>
          <p:cNvSpPr/>
          <p:nvPr/>
        </p:nvSpPr>
        <p:spPr>
          <a:xfrm>
            <a:off x="8105882"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3" name="四角形: 角を丸くする 212">
            <a:extLst>
              <a:ext uri="{FF2B5EF4-FFF2-40B4-BE49-F238E27FC236}">
                <a16:creationId xmlns:a16="http://schemas.microsoft.com/office/drawing/2014/main" id="{9EA9A75A-843D-9313-A8EC-066EB4581B37}"/>
              </a:ext>
            </a:extLst>
          </p:cNvPr>
          <p:cNvSpPr/>
          <p:nvPr/>
        </p:nvSpPr>
        <p:spPr>
          <a:xfrm>
            <a:off x="9714320" y="167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214" name="四角形: 角を丸くする 213">
            <a:extLst>
              <a:ext uri="{FF2B5EF4-FFF2-40B4-BE49-F238E27FC236}">
                <a16:creationId xmlns:a16="http://schemas.microsoft.com/office/drawing/2014/main" id="{D8447720-DF94-9666-7397-E3D20BE30AD7}"/>
              </a:ext>
            </a:extLst>
          </p:cNvPr>
          <p:cNvSpPr/>
          <p:nvPr/>
        </p:nvSpPr>
        <p:spPr>
          <a:xfrm>
            <a:off x="9794635" y="1425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5" name="四角形: 角を丸くする 214">
            <a:extLst>
              <a:ext uri="{FF2B5EF4-FFF2-40B4-BE49-F238E27FC236}">
                <a16:creationId xmlns:a16="http://schemas.microsoft.com/office/drawing/2014/main" id="{6304E804-0AAA-DDEF-0B3C-F680B8E18E53}"/>
              </a:ext>
            </a:extLst>
          </p:cNvPr>
          <p:cNvSpPr/>
          <p:nvPr/>
        </p:nvSpPr>
        <p:spPr>
          <a:xfrm>
            <a:off x="435935" y="19083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6" name="四角形: 角を丸くする 215">
            <a:extLst>
              <a:ext uri="{FF2B5EF4-FFF2-40B4-BE49-F238E27FC236}">
                <a16:creationId xmlns:a16="http://schemas.microsoft.com/office/drawing/2014/main" id="{DF4C90CC-697B-82D4-3132-0992F5E92812}"/>
              </a:ext>
            </a:extLst>
          </p:cNvPr>
          <p:cNvSpPr/>
          <p:nvPr/>
        </p:nvSpPr>
        <p:spPr>
          <a:xfrm>
            <a:off x="519422"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217" name="四角形: 角を丸くする 216">
            <a:extLst>
              <a:ext uri="{FF2B5EF4-FFF2-40B4-BE49-F238E27FC236}">
                <a16:creationId xmlns:a16="http://schemas.microsoft.com/office/drawing/2014/main" id="{C197183A-6076-423F-2D37-F2DC81759A8A}"/>
              </a:ext>
            </a:extLst>
          </p:cNvPr>
          <p:cNvSpPr/>
          <p:nvPr/>
        </p:nvSpPr>
        <p:spPr>
          <a:xfrm>
            <a:off x="2730047" y="19083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8" name="四角形: 角を丸くする 217">
            <a:extLst>
              <a:ext uri="{FF2B5EF4-FFF2-40B4-BE49-F238E27FC236}">
                <a16:creationId xmlns:a16="http://schemas.microsoft.com/office/drawing/2014/main" id="{B9BCF6AD-3A79-9488-5048-428EA8BB83D4}"/>
              </a:ext>
            </a:extLst>
          </p:cNvPr>
          <p:cNvSpPr/>
          <p:nvPr/>
        </p:nvSpPr>
        <p:spPr>
          <a:xfrm>
            <a:off x="2810073"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9" name="四角形: 角を丸くする 218">
            <a:extLst>
              <a:ext uri="{FF2B5EF4-FFF2-40B4-BE49-F238E27FC236}">
                <a16:creationId xmlns:a16="http://schemas.microsoft.com/office/drawing/2014/main" id="{0F43C1B4-48AC-35E2-56A3-234E0128D878}"/>
              </a:ext>
            </a:extLst>
          </p:cNvPr>
          <p:cNvSpPr/>
          <p:nvPr/>
        </p:nvSpPr>
        <p:spPr>
          <a:xfrm>
            <a:off x="3450825" y="20341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0" name="四角形: 角を丸くする 219">
            <a:extLst>
              <a:ext uri="{FF2B5EF4-FFF2-40B4-BE49-F238E27FC236}">
                <a16:creationId xmlns:a16="http://schemas.microsoft.com/office/drawing/2014/main" id="{1E7DA871-A71F-07CD-CE3A-FF3B0714EEC0}"/>
              </a:ext>
            </a:extLst>
          </p:cNvPr>
          <p:cNvSpPr/>
          <p:nvPr/>
        </p:nvSpPr>
        <p:spPr>
          <a:xfrm>
            <a:off x="5024158" y="19083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1" name="四角形: 角を丸くする 220">
            <a:extLst>
              <a:ext uri="{FF2B5EF4-FFF2-40B4-BE49-F238E27FC236}">
                <a16:creationId xmlns:a16="http://schemas.microsoft.com/office/drawing/2014/main" id="{9A48D4E0-8087-3B36-1F30-84C669FA4A5A}"/>
              </a:ext>
            </a:extLst>
          </p:cNvPr>
          <p:cNvSpPr/>
          <p:nvPr/>
        </p:nvSpPr>
        <p:spPr>
          <a:xfrm>
            <a:off x="5100778"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222" name="四角形: 角を丸くする 221">
            <a:extLst>
              <a:ext uri="{FF2B5EF4-FFF2-40B4-BE49-F238E27FC236}">
                <a16:creationId xmlns:a16="http://schemas.microsoft.com/office/drawing/2014/main" id="{B2F6F7E7-C3BF-31CF-BF1F-071601335BB6}"/>
              </a:ext>
            </a:extLst>
          </p:cNvPr>
          <p:cNvSpPr/>
          <p:nvPr/>
        </p:nvSpPr>
        <p:spPr>
          <a:xfrm>
            <a:off x="5740106"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3" name="四角形: 角を丸くする 222">
            <a:extLst>
              <a:ext uri="{FF2B5EF4-FFF2-40B4-BE49-F238E27FC236}">
                <a16:creationId xmlns:a16="http://schemas.microsoft.com/office/drawing/2014/main" id="{8E9A798E-0688-DC98-B922-3F7C226F4FA4}"/>
              </a:ext>
            </a:extLst>
          </p:cNvPr>
          <p:cNvSpPr/>
          <p:nvPr/>
        </p:nvSpPr>
        <p:spPr>
          <a:xfrm>
            <a:off x="7377792" y="19083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4" name="四角形: 角を丸くする 223">
            <a:extLst>
              <a:ext uri="{FF2B5EF4-FFF2-40B4-BE49-F238E27FC236}">
                <a16:creationId xmlns:a16="http://schemas.microsoft.com/office/drawing/2014/main" id="{6AA25C89-B00B-8219-8DF4-FBFCD57E3C2C}"/>
              </a:ext>
            </a:extLst>
          </p:cNvPr>
          <p:cNvSpPr/>
          <p:nvPr/>
        </p:nvSpPr>
        <p:spPr>
          <a:xfrm>
            <a:off x="7462866"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225" name="四角形: 角を丸くする 224">
            <a:extLst>
              <a:ext uri="{FF2B5EF4-FFF2-40B4-BE49-F238E27FC236}">
                <a16:creationId xmlns:a16="http://schemas.microsoft.com/office/drawing/2014/main" id="{F5FC0E33-FF29-9892-0B9D-B294FBA21987}"/>
              </a:ext>
            </a:extLst>
          </p:cNvPr>
          <p:cNvSpPr/>
          <p:nvPr/>
        </p:nvSpPr>
        <p:spPr>
          <a:xfrm>
            <a:off x="9714320" y="19083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6" name="四角形: 角を丸くする 225">
            <a:extLst>
              <a:ext uri="{FF2B5EF4-FFF2-40B4-BE49-F238E27FC236}">
                <a16:creationId xmlns:a16="http://schemas.microsoft.com/office/drawing/2014/main" id="{1F90903F-026C-5187-5314-A94E12631706}"/>
              </a:ext>
            </a:extLst>
          </p:cNvPr>
          <p:cNvSpPr/>
          <p:nvPr/>
        </p:nvSpPr>
        <p:spPr>
          <a:xfrm>
            <a:off x="9794635" y="20341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227" name="四角形: 角を丸くする 226">
            <a:extLst>
              <a:ext uri="{FF2B5EF4-FFF2-40B4-BE49-F238E27FC236}">
                <a16:creationId xmlns:a16="http://schemas.microsoft.com/office/drawing/2014/main" id="{51DC4D43-0327-BD77-1906-340011296AD6}"/>
              </a:ext>
            </a:extLst>
          </p:cNvPr>
          <p:cNvSpPr/>
          <p:nvPr/>
        </p:nvSpPr>
        <p:spPr>
          <a:xfrm>
            <a:off x="10437658" y="20341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228" name="四角形: 角を丸くする 227">
            <a:extLst>
              <a:ext uri="{FF2B5EF4-FFF2-40B4-BE49-F238E27FC236}">
                <a16:creationId xmlns:a16="http://schemas.microsoft.com/office/drawing/2014/main" id="{B0F78F6A-0A17-A179-6148-2DB00C558ADC}"/>
              </a:ext>
            </a:extLst>
          </p:cNvPr>
          <p:cNvSpPr/>
          <p:nvPr/>
        </p:nvSpPr>
        <p:spPr>
          <a:xfrm>
            <a:off x="5740106"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229" name="四角形: 角を丸くする 228">
            <a:extLst>
              <a:ext uri="{FF2B5EF4-FFF2-40B4-BE49-F238E27FC236}">
                <a16:creationId xmlns:a16="http://schemas.microsoft.com/office/drawing/2014/main" id="{DF838A4E-EFF3-8A52-F95F-CC168FD99A99}"/>
              </a:ext>
            </a:extLst>
          </p:cNvPr>
          <p:cNvSpPr/>
          <p:nvPr/>
        </p:nvSpPr>
        <p:spPr>
          <a:xfrm>
            <a:off x="8740554"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230" name="四角形: 角を丸くする 229">
            <a:extLst>
              <a:ext uri="{FF2B5EF4-FFF2-40B4-BE49-F238E27FC236}">
                <a16:creationId xmlns:a16="http://schemas.microsoft.com/office/drawing/2014/main" id="{49E3C14E-3E25-D655-B514-726175F3CCD6}"/>
              </a:ext>
            </a:extLst>
          </p:cNvPr>
          <p:cNvSpPr/>
          <p:nvPr/>
        </p:nvSpPr>
        <p:spPr>
          <a:xfrm>
            <a:off x="8740554" y="1468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8" name="四角形: 角を丸くする 7">
            <a:extLst>
              <a:ext uri="{FF2B5EF4-FFF2-40B4-BE49-F238E27FC236}">
                <a16:creationId xmlns:a16="http://schemas.microsoft.com/office/drawing/2014/main" id="{8C71E14B-9FC2-52C4-2B31-62E3513A0698}"/>
              </a:ext>
            </a:extLst>
          </p:cNvPr>
          <p:cNvSpPr/>
          <p:nvPr/>
        </p:nvSpPr>
        <p:spPr>
          <a:xfrm>
            <a:off x="11530519" y="-243900"/>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DCBEEE7D-232D-5139-3F6E-B36B362622D3}"/>
              </a:ext>
            </a:extLst>
          </p:cNvPr>
          <p:cNvSpPr/>
          <p:nvPr/>
        </p:nvSpPr>
        <p:spPr>
          <a:xfrm>
            <a:off x="289737" y="-347355"/>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15C0E417-0DD3-FD0D-6471-993A62838760}"/>
              </a:ext>
            </a:extLst>
          </p:cNvPr>
          <p:cNvSpPr/>
          <p:nvPr/>
        </p:nvSpPr>
        <p:spPr>
          <a:xfrm>
            <a:off x="281763" y="-363587"/>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D79D61F8-B9B2-E9AB-D7C3-951146386179}"/>
              </a:ext>
            </a:extLst>
          </p:cNvPr>
          <p:cNvSpPr/>
          <p:nvPr/>
        </p:nvSpPr>
        <p:spPr>
          <a:xfrm>
            <a:off x="435935" y="-243900"/>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7" name="テキスト ボックス 6">
            <a:extLst>
              <a:ext uri="{FF2B5EF4-FFF2-40B4-BE49-F238E27FC236}">
                <a16:creationId xmlns:a16="http://schemas.microsoft.com/office/drawing/2014/main" id="{6FE25804-A742-533F-74D2-9009C652AEFC}"/>
              </a:ext>
            </a:extLst>
          </p:cNvPr>
          <p:cNvSpPr txBox="1"/>
          <p:nvPr/>
        </p:nvSpPr>
        <p:spPr>
          <a:xfrm>
            <a:off x="10753344" y="496624"/>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6" name="テキスト ボックス 5">
            <a:extLst>
              <a:ext uri="{FF2B5EF4-FFF2-40B4-BE49-F238E27FC236}">
                <a16:creationId xmlns:a16="http://schemas.microsoft.com/office/drawing/2014/main" id="{903A7C98-AD0B-FC93-BEE0-CFD37BB6025F}"/>
              </a:ext>
            </a:extLst>
          </p:cNvPr>
          <p:cNvSpPr txBox="1"/>
          <p:nvPr/>
        </p:nvSpPr>
        <p:spPr>
          <a:xfrm>
            <a:off x="377457" y="145803"/>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正方形/長方形 4">
            <a:extLst>
              <a:ext uri="{FF2B5EF4-FFF2-40B4-BE49-F238E27FC236}">
                <a16:creationId xmlns:a16="http://schemas.microsoft.com/office/drawing/2014/main" id="{B50B5A93-41B9-474D-02DA-75F5794FE28E}"/>
              </a:ext>
            </a:extLst>
          </p:cNvPr>
          <p:cNvSpPr/>
          <p:nvPr/>
        </p:nvSpPr>
        <p:spPr>
          <a:xfrm>
            <a:off x="0" y="-366248"/>
            <a:ext cx="12192000" cy="1124789"/>
          </a:xfrm>
          <a:prstGeom prst="rect">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7" name="正方形/長方形 56">
            <a:extLst>
              <a:ext uri="{FF2B5EF4-FFF2-40B4-BE49-F238E27FC236}">
                <a16:creationId xmlns:a16="http://schemas.microsoft.com/office/drawing/2014/main" id="{B1BDCAB9-CA98-A1A4-2A5B-E768F97391AD}"/>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4D19FE1D-A4ED-9E65-300C-D248FA867AC4}"/>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4" name="矢印: 上 3">
            <a:extLst>
              <a:ext uri="{FF2B5EF4-FFF2-40B4-BE49-F238E27FC236}">
                <a16:creationId xmlns:a16="http://schemas.microsoft.com/office/drawing/2014/main" id="{B47EAA65-A07E-615B-82A0-776B8013A531}"/>
              </a:ext>
            </a:extLst>
          </p:cNvPr>
          <p:cNvSpPr/>
          <p:nvPr/>
        </p:nvSpPr>
        <p:spPr>
          <a:xfrm rot="19449610">
            <a:off x="-248166" y="69880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2" name="テキスト ボックス 231">
            <a:extLst>
              <a:ext uri="{FF2B5EF4-FFF2-40B4-BE49-F238E27FC236}">
                <a16:creationId xmlns:a16="http://schemas.microsoft.com/office/drawing/2014/main" id="{F8F68CCC-6DF9-0B96-BC05-AF1AF218AFC4}"/>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ユーザーのアクションに合わせ</a:t>
            </a:r>
            <a:r>
              <a:rPr lang="ja-JP" altLang="en-US" dirty="0">
                <a:solidFill>
                  <a:schemeClr val="bg1"/>
                </a:solidFill>
              </a:rPr>
              <a:t>た動的な</a:t>
            </a:r>
            <a:r>
              <a:rPr kumimoji="1" lang="en-US" altLang="ja-JP" dirty="0">
                <a:solidFill>
                  <a:schemeClr val="bg1"/>
                </a:solidFill>
              </a:rPr>
              <a:t>UI</a:t>
            </a:r>
            <a:endParaRPr kumimoji="1" lang="ja-JP" altLang="en-US" dirty="0">
              <a:solidFill>
                <a:schemeClr val="bg1"/>
              </a:solidFill>
            </a:endParaRPr>
          </a:p>
        </p:txBody>
      </p:sp>
      <p:sp>
        <p:nvSpPr>
          <p:cNvPr id="9" name="楕円 8">
            <a:extLst>
              <a:ext uri="{FF2B5EF4-FFF2-40B4-BE49-F238E27FC236}">
                <a16:creationId xmlns:a16="http://schemas.microsoft.com/office/drawing/2014/main" id="{F8665460-9683-EB09-A557-796B2111FE8D}"/>
              </a:ext>
            </a:extLst>
          </p:cNvPr>
          <p:cNvSpPr/>
          <p:nvPr/>
        </p:nvSpPr>
        <p:spPr>
          <a:xfrm>
            <a:off x="11296640" y="6096797"/>
            <a:ext cx="467758" cy="467758"/>
          </a:xfrm>
          <a:prstGeom prst="ellipse">
            <a:avLst/>
          </a:prstGeom>
          <a:solidFill>
            <a:schemeClr val="tx1">
              <a:lumMod val="75000"/>
              <a:lumOff val="2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a:t>
            </a:r>
          </a:p>
        </p:txBody>
      </p:sp>
      <p:sp>
        <p:nvSpPr>
          <p:cNvPr id="10" name="テキスト ボックス 9">
            <a:extLst>
              <a:ext uri="{FF2B5EF4-FFF2-40B4-BE49-F238E27FC236}">
                <a16:creationId xmlns:a16="http://schemas.microsoft.com/office/drawing/2014/main" id="{1177704F-A0DE-7E9F-64DD-A6F7B72A3A5C}"/>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665272997"/>
      </p:ext>
    </p:extLst>
  </p:cSld>
  <p:clrMapOvr>
    <a:masterClrMapping/>
  </p:clrMapOvr>
  <mc:AlternateContent xmlns:mc="http://schemas.openxmlformats.org/markup-compatibility/2006" xmlns:p159="http://schemas.microsoft.com/office/powerpoint/2015/09/main">
    <mc:Choice Requires="p159">
      <p:transition advClick="0" advTm="2000">
        <p159:morph option="byObject"/>
      </p:transition>
    </mc:Choice>
    <mc:Fallback xmlns="">
      <p:transition advClick="0" advTm="2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D5266-5A76-C5FE-D688-83DA9CA8381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51F6A68-8BFD-2155-A79F-D3341F2F8328}"/>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3" name="グループ化 142">
            <a:extLst>
              <a:ext uri="{FF2B5EF4-FFF2-40B4-BE49-F238E27FC236}">
                <a16:creationId xmlns:a16="http://schemas.microsoft.com/office/drawing/2014/main" id="{02EAF351-5DB3-0047-1B2B-3DB5317D9B61}"/>
              </a:ext>
            </a:extLst>
          </p:cNvPr>
          <p:cNvGrpSpPr/>
          <p:nvPr/>
        </p:nvGrpSpPr>
        <p:grpSpPr>
          <a:xfrm>
            <a:off x="432608" y="7766638"/>
            <a:ext cx="11347184" cy="5568592"/>
            <a:chOff x="588335" y="2268277"/>
            <a:chExt cx="11347184" cy="5568592"/>
          </a:xfrm>
        </p:grpSpPr>
        <p:sp>
          <p:nvSpPr>
            <p:cNvPr id="144" name="四角形: 角を丸くする 143">
              <a:extLst>
                <a:ext uri="{FF2B5EF4-FFF2-40B4-BE49-F238E27FC236}">
                  <a16:creationId xmlns:a16="http://schemas.microsoft.com/office/drawing/2014/main" id="{54F11384-3BF0-8013-16D3-D2373EEC433E}"/>
                </a:ext>
              </a:extLst>
            </p:cNvPr>
            <p:cNvSpPr/>
            <p:nvPr/>
          </p:nvSpPr>
          <p:spPr>
            <a:xfrm>
              <a:off x="593348"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45" name="四角形: 角を丸くする 144">
              <a:extLst>
                <a:ext uri="{FF2B5EF4-FFF2-40B4-BE49-F238E27FC236}">
                  <a16:creationId xmlns:a16="http://schemas.microsoft.com/office/drawing/2014/main" id="{9EF40773-9C29-1F45-E887-51D0C882626D}"/>
                </a:ext>
              </a:extLst>
            </p:cNvPr>
            <p:cNvSpPr/>
            <p:nvPr/>
          </p:nvSpPr>
          <p:spPr>
            <a:xfrm>
              <a:off x="67683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6" name="四角形: 角を丸くする 145">
              <a:extLst>
                <a:ext uri="{FF2B5EF4-FFF2-40B4-BE49-F238E27FC236}">
                  <a16:creationId xmlns:a16="http://schemas.microsoft.com/office/drawing/2014/main" id="{88FA67D6-B91F-B15E-30EE-05CE0E4783A1}"/>
                </a:ext>
              </a:extLst>
            </p:cNvPr>
            <p:cNvSpPr/>
            <p:nvPr/>
          </p:nvSpPr>
          <p:spPr>
            <a:xfrm>
              <a:off x="1319710"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47" name="四角形: 角を丸くする 146">
              <a:extLst>
                <a:ext uri="{FF2B5EF4-FFF2-40B4-BE49-F238E27FC236}">
                  <a16:creationId xmlns:a16="http://schemas.microsoft.com/office/drawing/2014/main" id="{93F841B1-F17F-17B2-183F-5C1633A718D9}"/>
                </a:ext>
              </a:extLst>
            </p:cNvPr>
            <p:cNvSpPr/>
            <p:nvPr/>
          </p:nvSpPr>
          <p:spPr>
            <a:xfrm>
              <a:off x="2887460" y="22682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48" name="四角形: 角を丸くする 147">
              <a:extLst>
                <a:ext uri="{FF2B5EF4-FFF2-40B4-BE49-F238E27FC236}">
                  <a16:creationId xmlns:a16="http://schemas.microsoft.com/office/drawing/2014/main" id="{08984C78-9164-DE58-460D-E7407EFB274D}"/>
                </a:ext>
              </a:extLst>
            </p:cNvPr>
            <p:cNvSpPr/>
            <p:nvPr/>
          </p:nvSpPr>
          <p:spPr>
            <a:xfrm>
              <a:off x="296748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49" name="四角形: 角を丸くする 148">
              <a:extLst>
                <a:ext uri="{FF2B5EF4-FFF2-40B4-BE49-F238E27FC236}">
                  <a16:creationId xmlns:a16="http://schemas.microsoft.com/office/drawing/2014/main" id="{EB53D5B4-28E4-3B35-C8AE-F4BECCECDCA6}"/>
                </a:ext>
              </a:extLst>
            </p:cNvPr>
            <p:cNvSpPr/>
            <p:nvPr/>
          </p:nvSpPr>
          <p:spPr>
            <a:xfrm>
              <a:off x="360823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50" name="四角形: 角を丸くする 149">
              <a:extLst>
                <a:ext uri="{FF2B5EF4-FFF2-40B4-BE49-F238E27FC236}">
                  <a16:creationId xmlns:a16="http://schemas.microsoft.com/office/drawing/2014/main" id="{EF7900CD-5ACD-4F1C-169A-76F1E4418D1D}"/>
                </a:ext>
              </a:extLst>
            </p:cNvPr>
            <p:cNvSpPr/>
            <p:nvPr/>
          </p:nvSpPr>
          <p:spPr>
            <a:xfrm>
              <a:off x="5181571" y="22682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51" name="四角形: 角を丸くする 150">
              <a:extLst>
                <a:ext uri="{FF2B5EF4-FFF2-40B4-BE49-F238E27FC236}">
                  <a16:creationId xmlns:a16="http://schemas.microsoft.com/office/drawing/2014/main" id="{56467C80-65CA-6478-5238-5FC94744AF75}"/>
                </a:ext>
              </a:extLst>
            </p:cNvPr>
            <p:cNvSpPr/>
            <p:nvPr/>
          </p:nvSpPr>
          <p:spPr>
            <a:xfrm>
              <a:off x="5258191"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52" name="四角形: 角を丸くする 151">
              <a:extLst>
                <a:ext uri="{FF2B5EF4-FFF2-40B4-BE49-F238E27FC236}">
                  <a16:creationId xmlns:a16="http://schemas.microsoft.com/office/drawing/2014/main" id="{314BB892-BBB1-B97E-1B84-198CA2308C2F}"/>
                </a:ext>
              </a:extLst>
            </p:cNvPr>
            <p:cNvSpPr/>
            <p:nvPr/>
          </p:nvSpPr>
          <p:spPr>
            <a:xfrm>
              <a:off x="7535205"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53" name="四角形: 角を丸くする 152">
              <a:extLst>
                <a:ext uri="{FF2B5EF4-FFF2-40B4-BE49-F238E27FC236}">
                  <a16:creationId xmlns:a16="http://schemas.microsoft.com/office/drawing/2014/main" id="{01227358-A763-D645-5A0B-ED4559545D95}"/>
                </a:ext>
              </a:extLst>
            </p:cNvPr>
            <p:cNvSpPr/>
            <p:nvPr/>
          </p:nvSpPr>
          <p:spPr>
            <a:xfrm>
              <a:off x="7620279"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54" name="四角形: 角を丸くする 153">
              <a:extLst>
                <a:ext uri="{FF2B5EF4-FFF2-40B4-BE49-F238E27FC236}">
                  <a16:creationId xmlns:a16="http://schemas.microsoft.com/office/drawing/2014/main" id="{FB496EC2-290C-A65C-4062-281F1A615E74}"/>
                </a:ext>
              </a:extLst>
            </p:cNvPr>
            <p:cNvSpPr/>
            <p:nvPr/>
          </p:nvSpPr>
          <p:spPr>
            <a:xfrm>
              <a:off x="826329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55" name="四角形: 角を丸くする 154">
              <a:extLst>
                <a:ext uri="{FF2B5EF4-FFF2-40B4-BE49-F238E27FC236}">
                  <a16:creationId xmlns:a16="http://schemas.microsoft.com/office/drawing/2014/main" id="{234BCB8C-4CCA-B77B-C77B-4B6106E8DC58}"/>
                </a:ext>
              </a:extLst>
            </p:cNvPr>
            <p:cNvSpPr/>
            <p:nvPr/>
          </p:nvSpPr>
          <p:spPr>
            <a:xfrm>
              <a:off x="9871733"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56" name="四角形: 角を丸くする 155">
              <a:extLst>
                <a:ext uri="{FF2B5EF4-FFF2-40B4-BE49-F238E27FC236}">
                  <a16:creationId xmlns:a16="http://schemas.microsoft.com/office/drawing/2014/main" id="{2B45C403-2F09-FEB4-22B9-120D381CB5A1}"/>
                </a:ext>
              </a:extLst>
            </p:cNvPr>
            <p:cNvSpPr/>
            <p:nvPr/>
          </p:nvSpPr>
          <p:spPr>
            <a:xfrm>
              <a:off x="995204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57" name="四角形: 角を丸くする 156">
              <a:extLst>
                <a:ext uri="{FF2B5EF4-FFF2-40B4-BE49-F238E27FC236}">
                  <a16:creationId xmlns:a16="http://schemas.microsoft.com/office/drawing/2014/main" id="{33459731-4065-2922-00EB-C94C18EE1BBD}"/>
                </a:ext>
              </a:extLst>
            </p:cNvPr>
            <p:cNvSpPr/>
            <p:nvPr/>
          </p:nvSpPr>
          <p:spPr>
            <a:xfrm>
              <a:off x="10595071"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58" name="四角形: 角を丸くする 157">
              <a:extLst>
                <a:ext uri="{FF2B5EF4-FFF2-40B4-BE49-F238E27FC236}">
                  <a16:creationId xmlns:a16="http://schemas.microsoft.com/office/drawing/2014/main" id="{016D822F-EFC9-EC93-F480-FAE8FBDE8B9C}"/>
                </a:ext>
              </a:extLst>
            </p:cNvPr>
            <p:cNvSpPr/>
            <p:nvPr/>
          </p:nvSpPr>
          <p:spPr>
            <a:xfrm>
              <a:off x="588335"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59" name="四角形: 角を丸くする 158">
              <a:extLst>
                <a:ext uri="{FF2B5EF4-FFF2-40B4-BE49-F238E27FC236}">
                  <a16:creationId xmlns:a16="http://schemas.microsoft.com/office/drawing/2014/main" id="{609FB419-8664-FF08-CBD5-D2B6528C85C3}"/>
                </a:ext>
              </a:extLst>
            </p:cNvPr>
            <p:cNvSpPr/>
            <p:nvPr/>
          </p:nvSpPr>
          <p:spPr>
            <a:xfrm>
              <a:off x="67182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60" name="四角形: 角を丸くする 159">
              <a:extLst>
                <a:ext uri="{FF2B5EF4-FFF2-40B4-BE49-F238E27FC236}">
                  <a16:creationId xmlns:a16="http://schemas.microsoft.com/office/drawing/2014/main" id="{C17743AC-C3FB-2AEB-F445-AAC31F997EE9}"/>
                </a:ext>
              </a:extLst>
            </p:cNvPr>
            <p:cNvSpPr/>
            <p:nvPr/>
          </p:nvSpPr>
          <p:spPr>
            <a:xfrm>
              <a:off x="2882447" y="41696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61" name="四角形: 角を丸くする 160">
              <a:extLst>
                <a:ext uri="{FF2B5EF4-FFF2-40B4-BE49-F238E27FC236}">
                  <a16:creationId xmlns:a16="http://schemas.microsoft.com/office/drawing/2014/main" id="{E37B728B-58CB-23C5-1E73-52C5F8FEE87C}"/>
                </a:ext>
              </a:extLst>
            </p:cNvPr>
            <p:cNvSpPr/>
            <p:nvPr/>
          </p:nvSpPr>
          <p:spPr>
            <a:xfrm>
              <a:off x="2962473"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62" name="四角形: 角を丸くする 161">
              <a:extLst>
                <a:ext uri="{FF2B5EF4-FFF2-40B4-BE49-F238E27FC236}">
                  <a16:creationId xmlns:a16="http://schemas.microsoft.com/office/drawing/2014/main" id="{BCD583FB-14B6-3A99-D26D-F7C58218B9BC}"/>
                </a:ext>
              </a:extLst>
            </p:cNvPr>
            <p:cNvSpPr/>
            <p:nvPr/>
          </p:nvSpPr>
          <p:spPr>
            <a:xfrm>
              <a:off x="360322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63" name="四角形: 角を丸くする 162">
              <a:extLst>
                <a:ext uri="{FF2B5EF4-FFF2-40B4-BE49-F238E27FC236}">
                  <a16:creationId xmlns:a16="http://schemas.microsoft.com/office/drawing/2014/main" id="{1590716D-1C7D-559C-5535-3ACEE05A6968}"/>
                </a:ext>
              </a:extLst>
            </p:cNvPr>
            <p:cNvSpPr/>
            <p:nvPr/>
          </p:nvSpPr>
          <p:spPr>
            <a:xfrm>
              <a:off x="5176558" y="41696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64" name="四角形: 角を丸くする 163">
              <a:extLst>
                <a:ext uri="{FF2B5EF4-FFF2-40B4-BE49-F238E27FC236}">
                  <a16:creationId xmlns:a16="http://schemas.microsoft.com/office/drawing/2014/main" id="{651FCB7E-B404-E1BF-348C-AF4D3E710C48}"/>
                </a:ext>
              </a:extLst>
            </p:cNvPr>
            <p:cNvSpPr/>
            <p:nvPr/>
          </p:nvSpPr>
          <p:spPr>
            <a:xfrm>
              <a:off x="5253178"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65" name="四角形: 角を丸くする 164">
              <a:extLst>
                <a:ext uri="{FF2B5EF4-FFF2-40B4-BE49-F238E27FC236}">
                  <a16:creationId xmlns:a16="http://schemas.microsoft.com/office/drawing/2014/main" id="{5D36471C-7305-0C2D-CF9E-947BF7E20DB8}"/>
                </a:ext>
              </a:extLst>
            </p:cNvPr>
            <p:cNvSpPr/>
            <p:nvPr/>
          </p:nvSpPr>
          <p:spPr>
            <a:xfrm>
              <a:off x="589250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66" name="四角形: 角を丸くする 165">
              <a:extLst>
                <a:ext uri="{FF2B5EF4-FFF2-40B4-BE49-F238E27FC236}">
                  <a16:creationId xmlns:a16="http://schemas.microsoft.com/office/drawing/2014/main" id="{264C405B-F5A7-98DA-EF68-1592537F77DB}"/>
                </a:ext>
              </a:extLst>
            </p:cNvPr>
            <p:cNvSpPr/>
            <p:nvPr/>
          </p:nvSpPr>
          <p:spPr>
            <a:xfrm>
              <a:off x="7530192"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67" name="四角形: 角を丸くする 166">
              <a:extLst>
                <a:ext uri="{FF2B5EF4-FFF2-40B4-BE49-F238E27FC236}">
                  <a16:creationId xmlns:a16="http://schemas.microsoft.com/office/drawing/2014/main" id="{68F60E75-8F6C-C07C-A83D-7DB8B5824FBA}"/>
                </a:ext>
              </a:extLst>
            </p:cNvPr>
            <p:cNvSpPr/>
            <p:nvPr/>
          </p:nvSpPr>
          <p:spPr>
            <a:xfrm>
              <a:off x="761526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68" name="四角形: 角を丸くする 167">
              <a:extLst>
                <a:ext uri="{FF2B5EF4-FFF2-40B4-BE49-F238E27FC236}">
                  <a16:creationId xmlns:a16="http://schemas.microsoft.com/office/drawing/2014/main" id="{A7739F90-8FF3-8E5E-7BA9-21C35BB78D60}"/>
                </a:ext>
              </a:extLst>
            </p:cNvPr>
            <p:cNvSpPr/>
            <p:nvPr/>
          </p:nvSpPr>
          <p:spPr>
            <a:xfrm>
              <a:off x="825828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9" name="四角形: 角を丸くする 168">
              <a:extLst>
                <a:ext uri="{FF2B5EF4-FFF2-40B4-BE49-F238E27FC236}">
                  <a16:creationId xmlns:a16="http://schemas.microsoft.com/office/drawing/2014/main" id="{BB3DF21F-9961-594B-F438-EA5FDF74CCB1}"/>
                </a:ext>
              </a:extLst>
            </p:cNvPr>
            <p:cNvSpPr/>
            <p:nvPr/>
          </p:nvSpPr>
          <p:spPr>
            <a:xfrm>
              <a:off x="9866720"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70" name="四角形: 角を丸くする 169">
              <a:extLst>
                <a:ext uri="{FF2B5EF4-FFF2-40B4-BE49-F238E27FC236}">
                  <a16:creationId xmlns:a16="http://schemas.microsoft.com/office/drawing/2014/main" id="{5517F8E3-BC46-1C9E-2E4E-BD6A30FBFC21}"/>
                </a:ext>
              </a:extLst>
            </p:cNvPr>
            <p:cNvSpPr/>
            <p:nvPr/>
          </p:nvSpPr>
          <p:spPr>
            <a:xfrm>
              <a:off x="994703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71" name="四角形: 角を丸くする 170">
              <a:extLst>
                <a:ext uri="{FF2B5EF4-FFF2-40B4-BE49-F238E27FC236}">
                  <a16:creationId xmlns:a16="http://schemas.microsoft.com/office/drawing/2014/main" id="{2A992C57-76EE-330D-01AA-B3D345C5F199}"/>
                </a:ext>
              </a:extLst>
            </p:cNvPr>
            <p:cNvSpPr/>
            <p:nvPr/>
          </p:nvSpPr>
          <p:spPr>
            <a:xfrm>
              <a:off x="588335"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2" name="四角形: 角を丸くする 171">
              <a:extLst>
                <a:ext uri="{FF2B5EF4-FFF2-40B4-BE49-F238E27FC236}">
                  <a16:creationId xmlns:a16="http://schemas.microsoft.com/office/drawing/2014/main" id="{C4D5C2A5-697D-352B-7188-B1E1D98D9895}"/>
                </a:ext>
              </a:extLst>
            </p:cNvPr>
            <p:cNvSpPr/>
            <p:nvPr/>
          </p:nvSpPr>
          <p:spPr>
            <a:xfrm>
              <a:off x="671822"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73" name="四角形: 角を丸くする 172">
              <a:extLst>
                <a:ext uri="{FF2B5EF4-FFF2-40B4-BE49-F238E27FC236}">
                  <a16:creationId xmlns:a16="http://schemas.microsoft.com/office/drawing/2014/main" id="{0F15CBF8-1DC1-45A1-2078-62B1580D99BE}"/>
                </a:ext>
              </a:extLst>
            </p:cNvPr>
            <p:cNvSpPr/>
            <p:nvPr/>
          </p:nvSpPr>
          <p:spPr>
            <a:xfrm>
              <a:off x="2882447" y="60612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4" name="四角形: 角を丸くする 173">
              <a:extLst>
                <a:ext uri="{FF2B5EF4-FFF2-40B4-BE49-F238E27FC236}">
                  <a16:creationId xmlns:a16="http://schemas.microsoft.com/office/drawing/2014/main" id="{C8590EA2-6EAB-72CA-2D8D-4E0C7FD0CBFD}"/>
                </a:ext>
              </a:extLst>
            </p:cNvPr>
            <p:cNvSpPr/>
            <p:nvPr/>
          </p:nvSpPr>
          <p:spPr>
            <a:xfrm>
              <a:off x="2962473"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5" name="四角形: 角を丸くする 174">
              <a:extLst>
                <a:ext uri="{FF2B5EF4-FFF2-40B4-BE49-F238E27FC236}">
                  <a16:creationId xmlns:a16="http://schemas.microsoft.com/office/drawing/2014/main" id="{31D056DE-DACB-84B1-F712-723452222500}"/>
                </a:ext>
              </a:extLst>
            </p:cNvPr>
            <p:cNvSpPr/>
            <p:nvPr/>
          </p:nvSpPr>
          <p:spPr>
            <a:xfrm>
              <a:off x="360322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6" name="四角形: 角を丸くする 175">
              <a:extLst>
                <a:ext uri="{FF2B5EF4-FFF2-40B4-BE49-F238E27FC236}">
                  <a16:creationId xmlns:a16="http://schemas.microsoft.com/office/drawing/2014/main" id="{FA07CC5F-CA01-B142-9BB4-7693FB99E01B}"/>
                </a:ext>
              </a:extLst>
            </p:cNvPr>
            <p:cNvSpPr/>
            <p:nvPr/>
          </p:nvSpPr>
          <p:spPr>
            <a:xfrm>
              <a:off x="5176558" y="60612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7" name="四角形: 角を丸くする 176">
              <a:extLst>
                <a:ext uri="{FF2B5EF4-FFF2-40B4-BE49-F238E27FC236}">
                  <a16:creationId xmlns:a16="http://schemas.microsoft.com/office/drawing/2014/main" id="{AAD9AB09-601E-17FF-FB75-AD939BECDD95}"/>
                </a:ext>
              </a:extLst>
            </p:cNvPr>
            <p:cNvSpPr/>
            <p:nvPr/>
          </p:nvSpPr>
          <p:spPr>
            <a:xfrm>
              <a:off x="5253178"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78" name="四角形: 角を丸くする 177">
              <a:extLst>
                <a:ext uri="{FF2B5EF4-FFF2-40B4-BE49-F238E27FC236}">
                  <a16:creationId xmlns:a16="http://schemas.microsoft.com/office/drawing/2014/main" id="{230D0A98-431C-398C-F82D-F1505F48871C}"/>
                </a:ext>
              </a:extLst>
            </p:cNvPr>
            <p:cNvSpPr/>
            <p:nvPr/>
          </p:nvSpPr>
          <p:spPr>
            <a:xfrm>
              <a:off x="589250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9" name="四角形: 角を丸くする 178">
              <a:extLst>
                <a:ext uri="{FF2B5EF4-FFF2-40B4-BE49-F238E27FC236}">
                  <a16:creationId xmlns:a16="http://schemas.microsoft.com/office/drawing/2014/main" id="{A5469A16-5EB8-5C3C-42D9-67CFEBF1E157}"/>
                </a:ext>
              </a:extLst>
            </p:cNvPr>
            <p:cNvSpPr/>
            <p:nvPr/>
          </p:nvSpPr>
          <p:spPr>
            <a:xfrm>
              <a:off x="7530192"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0" name="四角形: 角を丸くする 179">
              <a:extLst>
                <a:ext uri="{FF2B5EF4-FFF2-40B4-BE49-F238E27FC236}">
                  <a16:creationId xmlns:a16="http://schemas.microsoft.com/office/drawing/2014/main" id="{5DC7E157-EA03-03F2-3454-3A80A37627F1}"/>
                </a:ext>
              </a:extLst>
            </p:cNvPr>
            <p:cNvSpPr/>
            <p:nvPr/>
          </p:nvSpPr>
          <p:spPr>
            <a:xfrm>
              <a:off x="761526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81" name="四角形: 角を丸くする 180">
              <a:extLst>
                <a:ext uri="{FF2B5EF4-FFF2-40B4-BE49-F238E27FC236}">
                  <a16:creationId xmlns:a16="http://schemas.microsoft.com/office/drawing/2014/main" id="{927E2C0C-41F7-D69C-0254-FA3080806FF3}"/>
                </a:ext>
              </a:extLst>
            </p:cNvPr>
            <p:cNvSpPr/>
            <p:nvPr/>
          </p:nvSpPr>
          <p:spPr>
            <a:xfrm>
              <a:off x="9866720"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2" name="四角形: 角を丸くする 181">
              <a:extLst>
                <a:ext uri="{FF2B5EF4-FFF2-40B4-BE49-F238E27FC236}">
                  <a16:creationId xmlns:a16="http://schemas.microsoft.com/office/drawing/2014/main" id="{34FCB2A9-0C37-164D-2E3C-4859043BCB7F}"/>
                </a:ext>
              </a:extLst>
            </p:cNvPr>
            <p:cNvSpPr/>
            <p:nvPr/>
          </p:nvSpPr>
          <p:spPr>
            <a:xfrm>
              <a:off x="994703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83" name="四角形: 角を丸くする 182">
              <a:extLst>
                <a:ext uri="{FF2B5EF4-FFF2-40B4-BE49-F238E27FC236}">
                  <a16:creationId xmlns:a16="http://schemas.microsoft.com/office/drawing/2014/main" id="{504B7CD1-714A-CD70-A09F-AA3BB376797C}"/>
                </a:ext>
              </a:extLst>
            </p:cNvPr>
            <p:cNvSpPr/>
            <p:nvPr/>
          </p:nvSpPr>
          <p:spPr>
            <a:xfrm>
              <a:off x="10590058"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84" name="四角形: 角を丸くする 183">
              <a:extLst>
                <a:ext uri="{FF2B5EF4-FFF2-40B4-BE49-F238E27FC236}">
                  <a16:creationId xmlns:a16="http://schemas.microsoft.com/office/drawing/2014/main" id="{C0BD1726-4EE5-AC02-5CA7-29BD46969C63}"/>
                </a:ext>
              </a:extLst>
            </p:cNvPr>
            <p:cNvSpPr/>
            <p:nvPr/>
          </p:nvSpPr>
          <p:spPr>
            <a:xfrm>
              <a:off x="589250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85" name="四角形: 角を丸くする 184">
              <a:extLst>
                <a:ext uri="{FF2B5EF4-FFF2-40B4-BE49-F238E27FC236}">
                  <a16:creationId xmlns:a16="http://schemas.microsoft.com/office/drawing/2014/main" id="{2649C1E3-5645-35A7-9A81-9697708F98A4}"/>
                </a:ext>
              </a:extLst>
            </p:cNvPr>
            <p:cNvSpPr/>
            <p:nvPr/>
          </p:nvSpPr>
          <p:spPr>
            <a:xfrm>
              <a:off x="8892954"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86" name="四角形: 角を丸くする 185">
              <a:extLst>
                <a:ext uri="{FF2B5EF4-FFF2-40B4-BE49-F238E27FC236}">
                  <a16:creationId xmlns:a16="http://schemas.microsoft.com/office/drawing/2014/main" id="{1A43DC2B-24B5-9494-70F0-0CA23F30A17A}"/>
                </a:ext>
              </a:extLst>
            </p:cNvPr>
            <p:cNvSpPr/>
            <p:nvPr/>
          </p:nvSpPr>
          <p:spPr>
            <a:xfrm>
              <a:off x="8892954" y="42997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grpSp>
      <p:sp>
        <p:nvSpPr>
          <p:cNvPr id="187" name="四角形: 角を丸くする 186">
            <a:extLst>
              <a:ext uri="{FF2B5EF4-FFF2-40B4-BE49-F238E27FC236}">
                <a16:creationId xmlns:a16="http://schemas.microsoft.com/office/drawing/2014/main" id="{AD0512FD-DC4A-2FCB-8CC0-A27B752B1174}"/>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88" name="四角形: 角を丸くする 187">
            <a:extLst>
              <a:ext uri="{FF2B5EF4-FFF2-40B4-BE49-F238E27FC236}">
                <a16:creationId xmlns:a16="http://schemas.microsoft.com/office/drawing/2014/main" id="{265D0EC3-39B8-FEAA-864C-8A6B3F60FDF5}"/>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89" name="四角形: 角を丸くする 188">
            <a:extLst>
              <a:ext uri="{FF2B5EF4-FFF2-40B4-BE49-F238E27FC236}">
                <a16:creationId xmlns:a16="http://schemas.microsoft.com/office/drawing/2014/main" id="{C419E8F3-F019-C61F-1D1A-EFE9F83F0ED5}"/>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90" name="四角形: 角を丸くする 189">
            <a:extLst>
              <a:ext uri="{FF2B5EF4-FFF2-40B4-BE49-F238E27FC236}">
                <a16:creationId xmlns:a16="http://schemas.microsoft.com/office/drawing/2014/main" id="{5B4941C9-9E53-BE5C-C1F3-1F77C18B67FF}"/>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91" name="四角形: 角を丸くする 190">
            <a:extLst>
              <a:ext uri="{FF2B5EF4-FFF2-40B4-BE49-F238E27FC236}">
                <a16:creationId xmlns:a16="http://schemas.microsoft.com/office/drawing/2014/main" id="{E9B3B15D-BDF7-1FA7-47D7-E07D4AC71E1F}"/>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2" name="四角形: 角を丸くする 191">
            <a:extLst>
              <a:ext uri="{FF2B5EF4-FFF2-40B4-BE49-F238E27FC236}">
                <a16:creationId xmlns:a16="http://schemas.microsoft.com/office/drawing/2014/main" id="{C3131393-2B79-8606-1336-BE4660C6F93D}"/>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93" name="四角形: 角を丸くする 192">
            <a:extLst>
              <a:ext uri="{FF2B5EF4-FFF2-40B4-BE49-F238E27FC236}">
                <a16:creationId xmlns:a16="http://schemas.microsoft.com/office/drawing/2014/main" id="{BFF947BB-5FD7-D60B-2BDC-155376756EA8}"/>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4" name="四角形: 角を丸くする 193">
            <a:extLst>
              <a:ext uri="{FF2B5EF4-FFF2-40B4-BE49-F238E27FC236}">
                <a16:creationId xmlns:a16="http://schemas.microsoft.com/office/drawing/2014/main" id="{7A6C002D-CB2D-C3E7-9E7E-4E63EB6E9BDA}"/>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5" name="四角形: 角を丸くする 194">
            <a:extLst>
              <a:ext uri="{FF2B5EF4-FFF2-40B4-BE49-F238E27FC236}">
                <a16:creationId xmlns:a16="http://schemas.microsoft.com/office/drawing/2014/main" id="{22802394-60DD-75DD-8D9F-293F55ACA395}"/>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96" name="四角形: 角を丸くする 195">
            <a:extLst>
              <a:ext uri="{FF2B5EF4-FFF2-40B4-BE49-F238E27FC236}">
                <a16:creationId xmlns:a16="http://schemas.microsoft.com/office/drawing/2014/main" id="{6F5F7616-9DF1-64C9-7B82-12668DC933B2}"/>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97" name="四角形: 角を丸くする 196">
            <a:extLst>
              <a:ext uri="{FF2B5EF4-FFF2-40B4-BE49-F238E27FC236}">
                <a16:creationId xmlns:a16="http://schemas.microsoft.com/office/drawing/2014/main" id="{4D29BCE1-BB6B-B09D-2CC3-44AD978AD90B}"/>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98" name="四角形: 角を丸くする 197">
            <a:extLst>
              <a:ext uri="{FF2B5EF4-FFF2-40B4-BE49-F238E27FC236}">
                <a16:creationId xmlns:a16="http://schemas.microsoft.com/office/drawing/2014/main" id="{52249CA7-C65A-DB7E-E8E1-22585F2192FB}"/>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99" name="四角形: 角を丸くする 198">
            <a:extLst>
              <a:ext uri="{FF2B5EF4-FFF2-40B4-BE49-F238E27FC236}">
                <a16:creationId xmlns:a16="http://schemas.microsoft.com/office/drawing/2014/main" id="{3043727B-2093-6179-DE5B-501826AE2D8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00" name="四角形: 角を丸くする 199">
            <a:extLst>
              <a:ext uri="{FF2B5EF4-FFF2-40B4-BE49-F238E27FC236}">
                <a16:creationId xmlns:a16="http://schemas.microsoft.com/office/drawing/2014/main" id="{FA370267-C96A-EC33-DBCA-182D1C19FF92}"/>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01" name="四角形: 角を丸くする 200">
            <a:extLst>
              <a:ext uri="{FF2B5EF4-FFF2-40B4-BE49-F238E27FC236}">
                <a16:creationId xmlns:a16="http://schemas.microsoft.com/office/drawing/2014/main" id="{4EA96145-2BAC-C680-5C53-238312B68767}"/>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02" name="四角形: 角を丸くする 201">
            <a:extLst>
              <a:ext uri="{FF2B5EF4-FFF2-40B4-BE49-F238E27FC236}">
                <a16:creationId xmlns:a16="http://schemas.microsoft.com/office/drawing/2014/main" id="{AF414A6F-8CE5-CBDF-887F-3322E8ADD173}"/>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203" name="四角形: 角を丸くする 202">
            <a:extLst>
              <a:ext uri="{FF2B5EF4-FFF2-40B4-BE49-F238E27FC236}">
                <a16:creationId xmlns:a16="http://schemas.microsoft.com/office/drawing/2014/main" id="{38BB8F7A-39AA-23D5-BBE5-A75EBE1EAE0A}"/>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204" name="四角形: 角を丸くする 203">
            <a:extLst>
              <a:ext uri="{FF2B5EF4-FFF2-40B4-BE49-F238E27FC236}">
                <a16:creationId xmlns:a16="http://schemas.microsoft.com/office/drawing/2014/main" id="{EDBCD4C0-D5DB-661A-3AF7-8F65E87D1D7A}"/>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205" name="四角形: 角を丸くする 204">
            <a:extLst>
              <a:ext uri="{FF2B5EF4-FFF2-40B4-BE49-F238E27FC236}">
                <a16:creationId xmlns:a16="http://schemas.microsoft.com/office/drawing/2014/main" id="{FF7853C0-326D-4ADE-A66A-58BDC658EFC4}"/>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06" name="四角形: 角を丸くする 205">
            <a:extLst>
              <a:ext uri="{FF2B5EF4-FFF2-40B4-BE49-F238E27FC236}">
                <a16:creationId xmlns:a16="http://schemas.microsoft.com/office/drawing/2014/main" id="{B37FE480-1745-0506-6CC9-FAA9B7366EA2}"/>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207" name="四角形: 角を丸くする 206">
            <a:extLst>
              <a:ext uri="{FF2B5EF4-FFF2-40B4-BE49-F238E27FC236}">
                <a16:creationId xmlns:a16="http://schemas.microsoft.com/office/drawing/2014/main" id="{F4E4AC0A-13E7-77D7-3A0B-706C17FAB05B}"/>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208" name="四角形: 角を丸くする 207">
            <a:extLst>
              <a:ext uri="{FF2B5EF4-FFF2-40B4-BE49-F238E27FC236}">
                <a16:creationId xmlns:a16="http://schemas.microsoft.com/office/drawing/2014/main" id="{13CF5039-CDA4-11F8-6FEF-921969DB5ABA}"/>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09" name="四角形: 角を丸くする 208">
            <a:extLst>
              <a:ext uri="{FF2B5EF4-FFF2-40B4-BE49-F238E27FC236}">
                <a16:creationId xmlns:a16="http://schemas.microsoft.com/office/drawing/2014/main" id="{306A603A-BBC8-3044-A81B-FCB275304A4D}"/>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210" name="四角形: 角を丸くする 209">
            <a:extLst>
              <a:ext uri="{FF2B5EF4-FFF2-40B4-BE49-F238E27FC236}">
                <a16:creationId xmlns:a16="http://schemas.microsoft.com/office/drawing/2014/main" id="{5EB9A908-1578-F6ED-6328-78B16476131B}"/>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211" name="四角形: 角を丸くする 210">
            <a:extLst>
              <a:ext uri="{FF2B5EF4-FFF2-40B4-BE49-F238E27FC236}">
                <a16:creationId xmlns:a16="http://schemas.microsoft.com/office/drawing/2014/main" id="{5F3683D9-DFB1-2109-C800-346362FD7BBA}"/>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2" name="四角形: 角を丸くする 211">
            <a:extLst>
              <a:ext uri="{FF2B5EF4-FFF2-40B4-BE49-F238E27FC236}">
                <a16:creationId xmlns:a16="http://schemas.microsoft.com/office/drawing/2014/main" id="{B55E1B0D-1C5E-115D-6086-0C04F316DF02}"/>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213" name="四角形: 角を丸くする 212">
            <a:extLst>
              <a:ext uri="{FF2B5EF4-FFF2-40B4-BE49-F238E27FC236}">
                <a16:creationId xmlns:a16="http://schemas.microsoft.com/office/drawing/2014/main" id="{3F1943E6-0E93-852C-850B-493386BA9035}"/>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4" name="四角形: 角を丸くする 213">
            <a:extLst>
              <a:ext uri="{FF2B5EF4-FFF2-40B4-BE49-F238E27FC236}">
                <a16:creationId xmlns:a16="http://schemas.microsoft.com/office/drawing/2014/main" id="{96B8C558-4025-AB92-A47F-2C0B4EBA0091}"/>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5" name="四角形: 角を丸くする 214">
            <a:extLst>
              <a:ext uri="{FF2B5EF4-FFF2-40B4-BE49-F238E27FC236}">
                <a16:creationId xmlns:a16="http://schemas.microsoft.com/office/drawing/2014/main" id="{17BD53DC-E144-539B-DAA9-3AF1444F7D27}"/>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216" name="四角形: 角を丸くする 215">
            <a:extLst>
              <a:ext uri="{FF2B5EF4-FFF2-40B4-BE49-F238E27FC236}">
                <a16:creationId xmlns:a16="http://schemas.microsoft.com/office/drawing/2014/main" id="{8B2412FB-1970-4E7D-A3FF-3124AF5D6EB7}"/>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7" name="四角形: 角を丸くする 216">
            <a:extLst>
              <a:ext uri="{FF2B5EF4-FFF2-40B4-BE49-F238E27FC236}">
                <a16:creationId xmlns:a16="http://schemas.microsoft.com/office/drawing/2014/main" id="{96161300-8439-FE79-3D80-E73E49CEBA95}"/>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8" name="四角形: 角を丸くする 217">
            <a:extLst>
              <a:ext uri="{FF2B5EF4-FFF2-40B4-BE49-F238E27FC236}">
                <a16:creationId xmlns:a16="http://schemas.microsoft.com/office/drawing/2014/main" id="{6C4C03E3-614E-BD6B-1F62-C7E90E2CD954}"/>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19" name="四角形: 角を丸くする 218">
            <a:extLst>
              <a:ext uri="{FF2B5EF4-FFF2-40B4-BE49-F238E27FC236}">
                <a16:creationId xmlns:a16="http://schemas.microsoft.com/office/drawing/2014/main" id="{DDCA9D1A-88F4-CAC1-0141-FA2DBFE51FCF}"/>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0" name="四角形: 角を丸くする 219">
            <a:extLst>
              <a:ext uri="{FF2B5EF4-FFF2-40B4-BE49-F238E27FC236}">
                <a16:creationId xmlns:a16="http://schemas.microsoft.com/office/drawing/2014/main" id="{82075608-6ED4-F830-8131-188259D3A7A3}"/>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221" name="四角形: 角を丸くする 220">
            <a:extLst>
              <a:ext uri="{FF2B5EF4-FFF2-40B4-BE49-F238E27FC236}">
                <a16:creationId xmlns:a16="http://schemas.microsoft.com/office/drawing/2014/main" id="{A7FCDF06-FD2F-DBAA-C52B-3888363D531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2" name="四角形: 角を丸くする 221">
            <a:extLst>
              <a:ext uri="{FF2B5EF4-FFF2-40B4-BE49-F238E27FC236}">
                <a16:creationId xmlns:a16="http://schemas.microsoft.com/office/drawing/2014/main" id="{FBCC468E-B5BB-9851-8486-E777D73646AF}"/>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3" name="四角形: 角を丸くする 222">
            <a:extLst>
              <a:ext uri="{FF2B5EF4-FFF2-40B4-BE49-F238E27FC236}">
                <a16:creationId xmlns:a16="http://schemas.microsoft.com/office/drawing/2014/main" id="{A1082217-FA8A-DEFF-7EB5-B38EA0A4C2A5}"/>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224" name="四角形: 角を丸くする 223">
            <a:extLst>
              <a:ext uri="{FF2B5EF4-FFF2-40B4-BE49-F238E27FC236}">
                <a16:creationId xmlns:a16="http://schemas.microsoft.com/office/drawing/2014/main" id="{8A35A082-0F2D-EFA0-7CE5-B27E07EC675A}"/>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5" name="四角形: 角を丸くする 224">
            <a:extLst>
              <a:ext uri="{FF2B5EF4-FFF2-40B4-BE49-F238E27FC236}">
                <a16:creationId xmlns:a16="http://schemas.microsoft.com/office/drawing/2014/main" id="{35F56062-7F26-DEE1-8F12-13758142DA44}"/>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226" name="四角形: 角を丸くする 225">
            <a:extLst>
              <a:ext uri="{FF2B5EF4-FFF2-40B4-BE49-F238E27FC236}">
                <a16:creationId xmlns:a16="http://schemas.microsoft.com/office/drawing/2014/main" id="{6DD57D61-528E-6584-51D1-4EC96A7B18E3}"/>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227" name="四角形: 角を丸くする 226">
            <a:extLst>
              <a:ext uri="{FF2B5EF4-FFF2-40B4-BE49-F238E27FC236}">
                <a16:creationId xmlns:a16="http://schemas.microsoft.com/office/drawing/2014/main" id="{62FBAC84-E730-E27D-DE56-BB588EA6B98F}"/>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228" name="四角形: 角を丸くする 227">
            <a:extLst>
              <a:ext uri="{FF2B5EF4-FFF2-40B4-BE49-F238E27FC236}">
                <a16:creationId xmlns:a16="http://schemas.microsoft.com/office/drawing/2014/main" id="{4D9AE483-13C2-EC2A-C3B2-4C80BCD9F2C0}"/>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229" name="四角形: 角を丸くする 228">
            <a:extLst>
              <a:ext uri="{FF2B5EF4-FFF2-40B4-BE49-F238E27FC236}">
                <a16:creationId xmlns:a16="http://schemas.microsoft.com/office/drawing/2014/main" id="{9C868062-ED2D-53BF-F8D6-CF12F8C0903A}"/>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57" name="正方形/長方形 56">
            <a:extLst>
              <a:ext uri="{FF2B5EF4-FFF2-40B4-BE49-F238E27FC236}">
                <a16:creationId xmlns:a16="http://schemas.microsoft.com/office/drawing/2014/main" id="{72BF4D9A-4DC9-A514-C4B3-EF9DB39E7676}"/>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矢印: 上 3">
            <a:extLst>
              <a:ext uri="{FF2B5EF4-FFF2-40B4-BE49-F238E27FC236}">
                <a16:creationId xmlns:a16="http://schemas.microsoft.com/office/drawing/2014/main" id="{0752A4ED-7755-A81E-E997-EFE3D3BA5E4C}"/>
              </a:ext>
            </a:extLst>
          </p:cNvPr>
          <p:cNvSpPr/>
          <p:nvPr/>
        </p:nvSpPr>
        <p:spPr>
          <a:xfrm rot="19449610">
            <a:off x="-248166" y="69880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F111E35-AE4D-406D-BEA1-5831ED43657B}"/>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9ADBDE4-D982-3A96-05EF-AB27852C153F}"/>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6F429AF8-7D08-65B2-AA91-A43265764E2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テキスト ボックス 4">
            <a:extLst>
              <a:ext uri="{FF2B5EF4-FFF2-40B4-BE49-F238E27FC236}">
                <a16:creationId xmlns:a16="http://schemas.microsoft.com/office/drawing/2014/main" id="{7E1C922A-577D-E1ED-C881-7790120857D6}"/>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3" name="四角形: 角を丸くする 2">
            <a:extLst>
              <a:ext uri="{FF2B5EF4-FFF2-40B4-BE49-F238E27FC236}">
                <a16:creationId xmlns:a16="http://schemas.microsoft.com/office/drawing/2014/main" id="{E473BDCB-5D76-D790-4FB9-5630ED08124E}"/>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4F7BC63F-3083-7624-ECE9-4922A0334EAD}"/>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1EC45D22-F61F-D445-D802-B0697EB25349}"/>
              </a:ext>
            </a:extLst>
          </p:cNvPr>
          <p:cNvSpPr/>
          <p:nvPr/>
        </p:nvSpPr>
        <p:spPr>
          <a:xfrm>
            <a:off x="0" y="-366248"/>
            <a:ext cx="12192000" cy="1124789"/>
          </a:xfrm>
          <a:prstGeom prst="rect">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四角形: 角を丸くする 60">
            <a:extLst>
              <a:ext uri="{FF2B5EF4-FFF2-40B4-BE49-F238E27FC236}">
                <a16:creationId xmlns:a16="http://schemas.microsoft.com/office/drawing/2014/main" id="{103C6B65-20FD-36CD-13A9-783C52C68773}"/>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231" name="テキスト ボックス 230">
            <a:extLst>
              <a:ext uri="{FF2B5EF4-FFF2-40B4-BE49-F238E27FC236}">
                <a16:creationId xmlns:a16="http://schemas.microsoft.com/office/drawing/2014/main" id="{79D872F9-286E-CF9D-1344-88FAF602900A}"/>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ユーザーのアクションに合わせ</a:t>
            </a:r>
            <a:r>
              <a:rPr lang="ja-JP" altLang="en-US" dirty="0">
                <a:solidFill>
                  <a:schemeClr val="bg1"/>
                </a:solidFill>
              </a:rPr>
              <a:t>た動的な</a:t>
            </a:r>
            <a:r>
              <a:rPr kumimoji="1" lang="en-US" altLang="ja-JP" dirty="0">
                <a:solidFill>
                  <a:schemeClr val="bg1"/>
                </a:solidFill>
              </a:rPr>
              <a:t>UI</a:t>
            </a:r>
            <a:endParaRPr kumimoji="1" lang="ja-JP" altLang="en-US" dirty="0">
              <a:solidFill>
                <a:schemeClr val="bg1"/>
              </a:solidFill>
            </a:endParaRPr>
          </a:p>
        </p:txBody>
      </p:sp>
      <p:sp>
        <p:nvSpPr>
          <p:cNvPr id="7" name="テキスト ボックス 6">
            <a:extLst>
              <a:ext uri="{FF2B5EF4-FFF2-40B4-BE49-F238E27FC236}">
                <a16:creationId xmlns:a16="http://schemas.microsoft.com/office/drawing/2014/main" id="{76EDE943-EF8E-4F6B-4CF3-B845A6EA616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66597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88A0B-36FD-5792-ED3B-90D6F8FE3C36}"/>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15B06B88-DB9F-C7A6-4DD2-D69971633580}"/>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543CD77E-8796-8F0E-E949-C9D4EAAABDB6}"/>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9" name="四角形: 角を丸くする 28">
            <a:extLst>
              <a:ext uri="{FF2B5EF4-FFF2-40B4-BE49-F238E27FC236}">
                <a16:creationId xmlns:a16="http://schemas.microsoft.com/office/drawing/2014/main" id="{B96AACC6-805D-C36D-C45D-091129072857}"/>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1" name="四角形: 角を丸くする 40">
            <a:extLst>
              <a:ext uri="{FF2B5EF4-FFF2-40B4-BE49-F238E27FC236}">
                <a16:creationId xmlns:a16="http://schemas.microsoft.com/office/drawing/2014/main" id="{C1F7BA87-4A41-555E-1C6C-6CCF50DB0C13}"/>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4" name="四角形: 角を丸くする 43">
            <a:extLst>
              <a:ext uri="{FF2B5EF4-FFF2-40B4-BE49-F238E27FC236}">
                <a16:creationId xmlns:a16="http://schemas.microsoft.com/office/drawing/2014/main" id="{E61C4011-A9EA-9B48-2F9B-B7A901DD5104}"/>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53" name="四角形: 角を丸くする 52">
            <a:extLst>
              <a:ext uri="{FF2B5EF4-FFF2-40B4-BE49-F238E27FC236}">
                <a16:creationId xmlns:a16="http://schemas.microsoft.com/office/drawing/2014/main" id="{5BB8F2C0-A05E-18D4-610A-B3849BC61A54}"/>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58" name="四角形: 角を丸くする 57">
            <a:extLst>
              <a:ext uri="{FF2B5EF4-FFF2-40B4-BE49-F238E27FC236}">
                <a16:creationId xmlns:a16="http://schemas.microsoft.com/office/drawing/2014/main" id="{FC877EA5-FE93-2E3C-953F-0330446B370E}"/>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59" name="四角形: 角を丸くする 58">
            <a:extLst>
              <a:ext uri="{FF2B5EF4-FFF2-40B4-BE49-F238E27FC236}">
                <a16:creationId xmlns:a16="http://schemas.microsoft.com/office/drawing/2014/main" id="{E01B60E0-E4BB-126E-B5D8-E82BEFECFE35}"/>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62" name="四角形: 角を丸くする 61">
            <a:extLst>
              <a:ext uri="{FF2B5EF4-FFF2-40B4-BE49-F238E27FC236}">
                <a16:creationId xmlns:a16="http://schemas.microsoft.com/office/drawing/2014/main" id="{3037AB15-B592-9A9F-4432-7EA56EE37FC7}"/>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63" name="四角形: 角を丸くする 62">
            <a:extLst>
              <a:ext uri="{FF2B5EF4-FFF2-40B4-BE49-F238E27FC236}">
                <a16:creationId xmlns:a16="http://schemas.microsoft.com/office/drawing/2014/main" id="{E2D101B0-8A55-2737-8D5A-31A243A5D2DD}"/>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64" name="四角形: 角を丸くする 63">
            <a:extLst>
              <a:ext uri="{FF2B5EF4-FFF2-40B4-BE49-F238E27FC236}">
                <a16:creationId xmlns:a16="http://schemas.microsoft.com/office/drawing/2014/main" id="{89B337B7-DAFB-9911-2366-02791C8EF750}"/>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65" name="四角形: 角を丸くする 64">
            <a:extLst>
              <a:ext uri="{FF2B5EF4-FFF2-40B4-BE49-F238E27FC236}">
                <a16:creationId xmlns:a16="http://schemas.microsoft.com/office/drawing/2014/main" id="{3AF3B088-3676-B3FD-73A0-CFEF59DC8FA4}"/>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66" name="四角形: 角を丸くする 65">
            <a:extLst>
              <a:ext uri="{FF2B5EF4-FFF2-40B4-BE49-F238E27FC236}">
                <a16:creationId xmlns:a16="http://schemas.microsoft.com/office/drawing/2014/main" id="{6745B5E7-59C4-08C4-921C-AC747EA6BC86}"/>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67" name="四角形: 角を丸くする 66">
            <a:extLst>
              <a:ext uri="{FF2B5EF4-FFF2-40B4-BE49-F238E27FC236}">
                <a16:creationId xmlns:a16="http://schemas.microsoft.com/office/drawing/2014/main" id="{799F5070-4995-24BC-A5B7-5298282FFBE6}"/>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68" name="四角形: 角を丸くする 67">
            <a:extLst>
              <a:ext uri="{FF2B5EF4-FFF2-40B4-BE49-F238E27FC236}">
                <a16:creationId xmlns:a16="http://schemas.microsoft.com/office/drawing/2014/main" id="{D25EC479-D458-F7C5-70BD-D87FBCF0554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69" name="四角形: 角を丸くする 68">
            <a:extLst>
              <a:ext uri="{FF2B5EF4-FFF2-40B4-BE49-F238E27FC236}">
                <a16:creationId xmlns:a16="http://schemas.microsoft.com/office/drawing/2014/main" id="{04FE4D14-74E6-C5E2-7BB0-6E3C4022AA21}"/>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70" name="四角形: 角を丸くする 69">
            <a:extLst>
              <a:ext uri="{FF2B5EF4-FFF2-40B4-BE49-F238E27FC236}">
                <a16:creationId xmlns:a16="http://schemas.microsoft.com/office/drawing/2014/main" id="{6317D665-BCA5-3B4D-D8EC-A802EDF7F6C6}"/>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71" name="四角形: 角を丸くする 70">
            <a:extLst>
              <a:ext uri="{FF2B5EF4-FFF2-40B4-BE49-F238E27FC236}">
                <a16:creationId xmlns:a16="http://schemas.microsoft.com/office/drawing/2014/main" id="{DE034F78-6F40-809F-7944-671D61F14ED0}"/>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72" name="四角形: 角を丸くする 71">
            <a:extLst>
              <a:ext uri="{FF2B5EF4-FFF2-40B4-BE49-F238E27FC236}">
                <a16:creationId xmlns:a16="http://schemas.microsoft.com/office/drawing/2014/main" id="{23C57FB3-AF97-0169-C30A-58115C60D3AB}"/>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73" name="四角形: 角を丸くする 72">
            <a:extLst>
              <a:ext uri="{FF2B5EF4-FFF2-40B4-BE49-F238E27FC236}">
                <a16:creationId xmlns:a16="http://schemas.microsoft.com/office/drawing/2014/main" id="{0FEAAE1B-347F-4930-62D8-D1BBF636701C}"/>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74" name="四角形: 角を丸くする 73">
            <a:extLst>
              <a:ext uri="{FF2B5EF4-FFF2-40B4-BE49-F238E27FC236}">
                <a16:creationId xmlns:a16="http://schemas.microsoft.com/office/drawing/2014/main" id="{454D659B-8188-4BF5-8895-17BFD23C90C8}"/>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75" name="四角形: 角を丸くする 74">
            <a:extLst>
              <a:ext uri="{FF2B5EF4-FFF2-40B4-BE49-F238E27FC236}">
                <a16:creationId xmlns:a16="http://schemas.microsoft.com/office/drawing/2014/main" id="{71A50A09-DA43-8EB9-7E69-F25CA58E83D3}"/>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76" name="四角形: 角を丸くする 75">
            <a:extLst>
              <a:ext uri="{FF2B5EF4-FFF2-40B4-BE49-F238E27FC236}">
                <a16:creationId xmlns:a16="http://schemas.microsoft.com/office/drawing/2014/main" id="{E70DBB09-9FBD-702E-A07F-3474E057D37C}"/>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77" name="四角形: 角を丸くする 76">
            <a:extLst>
              <a:ext uri="{FF2B5EF4-FFF2-40B4-BE49-F238E27FC236}">
                <a16:creationId xmlns:a16="http://schemas.microsoft.com/office/drawing/2014/main" id="{5B1641E0-5A59-153B-BF05-7179454780BB}"/>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78" name="四角形: 角を丸くする 77">
            <a:extLst>
              <a:ext uri="{FF2B5EF4-FFF2-40B4-BE49-F238E27FC236}">
                <a16:creationId xmlns:a16="http://schemas.microsoft.com/office/drawing/2014/main" id="{3BD1353D-25FF-79D6-C793-4D83023AC3B8}"/>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79" name="四角形: 角を丸くする 78">
            <a:extLst>
              <a:ext uri="{FF2B5EF4-FFF2-40B4-BE49-F238E27FC236}">
                <a16:creationId xmlns:a16="http://schemas.microsoft.com/office/drawing/2014/main" id="{A72D9D88-6828-24C0-E0D9-9315A258FB1A}"/>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80" name="四角形: 角を丸くする 79">
            <a:extLst>
              <a:ext uri="{FF2B5EF4-FFF2-40B4-BE49-F238E27FC236}">
                <a16:creationId xmlns:a16="http://schemas.microsoft.com/office/drawing/2014/main" id="{AD15C1AF-65F3-2F5C-4204-605306475B13}"/>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81" name="四角形: 角を丸くする 80">
            <a:extLst>
              <a:ext uri="{FF2B5EF4-FFF2-40B4-BE49-F238E27FC236}">
                <a16:creationId xmlns:a16="http://schemas.microsoft.com/office/drawing/2014/main" id="{89DCC257-3927-5FDA-9CFB-8FC999127308}"/>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82" name="四角形: 角を丸くする 81">
            <a:extLst>
              <a:ext uri="{FF2B5EF4-FFF2-40B4-BE49-F238E27FC236}">
                <a16:creationId xmlns:a16="http://schemas.microsoft.com/office/drawing/2014/main" id="{16190F5C-096C-A0CD-262C-06E0AFF1FA37}"/>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3" name="四角形: 角を丸くする 82">
            <a:extLst>
              <a:ext uri="{FF2B5EF4-FFF2-40B4-BE49-F238E27FC236}">
                <a16:creationId xmlns:a16="http://schemas.microsoft.com/office/drawing/2014/main" id="{CAF75E2E-7B59-2940-7630-ECE62A3CCEE9}"/>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84" name="四角形: 角を丸くする 83">
            <a:extLst>
              <a:ext uri="{FF2B5EF4-FFF2-40B4-BE49-F238E27FC236}">
                <a16:creationId xmlns:a16="http://schemas.microsoft.com/office/drawing/2014/main" id="{05FAD342-0EE1-255B-14C8-FA220515F3C1}"/>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5" name="四角形: 角を丸くする 84">
            <a:extLst>
              <a:ext uri="{FF2B5EF4-FFF2-40B4-BE49-F238E27FC236}">
                <a16:creationId xmlns:a16="http://schemas.microsoft.com/office/drawing/2014/main" id="{107AAEEB-7B22-C28E-DD76-8DDC8D697EE6}"/>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86" name="四角形: 角を丸くする 85">
            <a:extLst>
              <a:ext uri="{FF2B5EF4-FFF2-40B4-BE49-F238E27FC236}">
                <a16:creationId xmlns:a16="http://schemas.microsoft.com/office/drawing/2014/main" id="{64D8C81C-ADFD-6EDE-6D36-286F03AFAD65}"/>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87" name="四角形: 角を丸くする 86">
            <a:extLst>
              <a:ext uri="{FF2B5EF4-FFF2-40B4-BE49-F238E27FC236}">
                <a16:creationId xmlns:a16="http://schemas.microsoft.com/office/drawing/2014/main" id="{8D7D8324-F997-DEF9-AE13-E30060745D7B}"/>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8" name="四角形: 角を丸くする 87">
            <a:extLst>
              <a:ext uri="{FF2B5EF4-FFF2-40B4-BE49-F238E27FC236}">
                <a16:creationId xmlns:a16="http://schemas.microsoft.com/office/drawing/2014/main" id="{86745733-DED1-5CBE-CC37-8C0909F407A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89" name="四角形: 角を丸くする 88">
            <a:extLst>
              <a:ext uri="{FF2B5EF4-FFF2-40B4-BE49-F238E27FC236}">
                <a16:creationId xmlns:a16="http://schemas.microsoft.com/office/drawing/2014/main" id="{D609E466-EA38-966E-B413-104E11B24989}"/>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90" name="四角形: 角を丸くする 89">
            <a:extLst>
              <a:ext uri="{FF2B5EF4-FFF2-40B4-BE49-F238E27FC236}">
                <a16:creationId xmlns:a16="http://schemas.microsoft.com/office/drawing/2014/main" id="{0BFE56B4-272C-3174-2EE3-67D62BD31A4A}"/>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1" name="四角形: 角を丸くする 90">
            <a:extLst>
              <a:ext uri="{FF2B5EF4-FFF2-40B4-BE49-F238E27FC236}">
                <a16:creationId xmlns:a16="http://schemas.microsoft.com/office/drawing/2014/main" id="{263CEC40-03D0-7F1C-5BD8-DCC9D1E4841E}"/>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92" name="四角形: 角を丸くする 91">
            <a:extLst>
              <a:ext uri="{FF2B5EF4-FFF2-40B4-BE49-F238E27FC236}">
                <a16:creationId xmlns:a16="http://schemas.microsoft.com/office/drawing/2014/main" id="{20848239-6199-77D6-AC37-E9BD0E3D7DDF}"/>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3" name="四角形: 角を丸くする 92">
            <a:extLst>
              <a:ext uri="{FF2B5EF4-FFF2-40B4-BE49-F238E27FC236}">
                <a16:creationId xmlns:a16="http://schemas.microsoft.com/office/drawing/2014/main" id="{1B0CF735-21D4-5FA2-C429-1A48F62F7ED3}"/>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94" name="四角形: 角を丸くする 93">
            <a:extLst>
              <a:ext uri="{FF2B5EF4-FFF2-40B4-BE49-F238E27FC236}">
                <a16:creationId xmlns:a16="http://schemas.microsoft.com/office/drawing/2014/main" id="{CE175C34-327D-334D-714C-E314B87DD362}"/>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95" name="四角形: 角を丸くする 94">
            <a:extLst>
              <a:ext uri="{FF2B5EF4-FFF2-40B4-BE49-F238E27FC236}">
                <a16:creationId xmlns:a16="http://schemas.microsoft.com/office/drawing/2014/main" id="{1ADF357D-1096-540D-C5BC-80F90CE1FA49}"/>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96" name="四角形: 角を丸くする 95">
            <a:extLst>
              <a:ext uri="{FF2B5EF4-FFF2-40B4-BE49-F238E27FC236}">
                <a16:creationId xmlns:a16="http://schemas.microsoft.com/office/drawing/2014/main" id="{8615C5B0-B1AC-1459-3A60-347D25010FC0}"/>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97" name="四角形: 角を丸くする 96">
            <a:extLst>
              <a:ext uri="{FF2B5EF4-FFF2-40B4-BE49-F238E27FC236}">
                <a16:creationId xmlns:a16="http://schemas.microsoft.com/office/drawing/2014/main" id="{6F400E59-CE4E-0A0F-525D-4FBCCA4D1EF8}"/>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6949D5FC-AE1A-D5B9-2708-6021498DCC1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13AED8A6-09C9-4D7B-8EA1-0A6FAAAD2174}"/>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95AF8ADF-B882-23F1-B5A1-B9ABB7993FC4}"/>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90CB01DE-B8C7-0CD6-C5B7-AAD1CE4B9BB5}"/>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4" name="テキスト ボックス 3">
            <a:extLst>
              <a:ext uri="{FF2B5EF4-FFF2-40B4-BE49-F238E27FC236}">
                <a16:creationId xmlns:a16="http://schemas.microsoft.com/office/drawing/2014/main" id="{8F2F1013-14F7-62E2-63E9-0CB46B92FFF7}"/>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D6DE6DB4-00A5-5B5A-F936-7C739707DAE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CA305F8F-EA40-6FB7-79FA-98C926A79195}"/>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0FCB3A78-D4CA-1DC2-C4E5-FD2F3B4F39D9}"/>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矢印: 上 4">
            <a:extLst>
              <a:ext uri="{FF2B5EF4-FFF2-40B4-BE49-F238E27FC236}">
                <a16:creationId xmlns:a16="http://schemas.microsoft.com/office/drawing/2014/main" id="{1AD31C94-7AA4-CB22-CAC0-62DE5F6B8CF1}"/>
              </a:ext>
            </a:extLst>
          </p:cNvPr>
          <p:cNvSpPr/>
          <p:nvPr/>
        </p:nvSpPr>
        <p:spPr>
          <a:xfrm rot="19449610">
            <a:off x="11647341"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テキスト ボックス 98">
            <a:extLst>
              <a:ext uri="{FF2B5EF4-FFF2-40B4-BE49-F238E27FC236}">
                <a16:creationId xmlns:a16="http://schemas.microsoft.com/office/drawing/2014/main" id="{50765598-C598-6AB5-5834-EDA5C1F9B2D3}"/>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7" name="テキスト ボックス 6">
            <a:extLst>
              <a:ext uri="{FF2B5EF4-FFF2-40B4-BE49-F238E27FC236}">
                <a16:creationId xmlns:a16="http://schemas.microsoft.com/office/drawing/2014/main" id="{BD392EFD-B8B3-C77E-549E-3BD83C834D4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6734175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1CDF5-C6CE-EE71-0C5E-76BA73F50358}"/>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A88BFFD-B61A-1C96-6B86-C539276E5762}"/>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0" name="四角形: 角を丸くする 189">
            <a:extLst>
              <a:ext uri="{FF2B5EF4-FFF2-40B4-BE49-F238E27FC236}">
                <a16:creationId xmlns:a16="http://schemas.microsoft.com/office/drawing/2014/main" id="{BBB184BB-395A-B01B-62AD-3702BB6C907F}"/>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91" name="四角形: 角を丸くする 190">
            <a:extLst>
              <a:ext uri="{FF2B5EF4-FFF2-40B4-BE49-F238E27FC236}">
                <a16:creationId xmlns:a16="http://schemas.microsoft.com/office/drawing/2014/main" id="{D29DD2E6-1684-0D70-6DBD-C199BAB04993}"/>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2" name="四角形: 角を丸くする 191">
            <a:extLst>
              <a:ext uri="{FF2B5EF4-FFF2-40B4-BE49-F238E27FC236}">
                <a16:creationId xmlns:a16="http://schemas.microsoft.com/office/drawing/2014/main" id="{866C5B78-6EEF-343B-FB43-4847E20B52E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93" name="四角形: 角を丸くする 192">
            <a:extLst>
              <a:ext uri="{FF2B5EF4-FFF2-40B4-BE49-F238E27FC236}">
                <a16:creationId xmlns:a16="http://schemas.microsoft.com/office/drawing/2014/main" id="{A15EC6EE-0113-B386-5748-D7FB0A1BEC4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94" name="四角形: 角を丸くする 193">
            <a:extLst>
              <a:ext uri="{FF2B5EF4-FFF2-40B4-BE49-F238E27FC236}">
                <a16:creationId xmlns:a16="http://schemas.microsoft.com/office/drawing/2014/main" id="{D35CBFFC-7F1F-5133-6013-47E8C31F4275}"/>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5" name="四角形: 角を丸くする 194">
            <a:extLst>
              <a:ext uri="{FF2B5EF4-FFF2-40B4-BE49-F238E27FC236}">
                <a16:creationId xmlns:a16="http://schemas.microsoft.com/office/drawing/2014/main" id="{4E7D4DFC-8086-629A-0FC3-91F50D18C2D3}"/>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96" name="四角形: 角を丸くする 195">
            <a:extLst>
              <a:ext uri="{FF2B5EF4-FFF2-40B4-BE49-F238E27FC236}">
                <a16:creationId xmlns:a16="http://schemas.microsoft.com/office/drawing/2014/main" id="{FD602640-6AEF-544E-FD68-3EBE13B36D4D}"/>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7" name="四角形: 角を丸くする 196">
            <a:extLst>
              <a:ext uri="{FF2B5EF4-FFF2-40B4-BE49-F238E27FC236}">
                <a16:creationId xmlns:a16="http://schemas.microsoft.com/office/drawing/2014/main" id="{DF2D222D-63C2-7BC4-BEEC-54D406B4E960}"/>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8" name="四角形: 角を丸くする 197">
            <a:extLst>
              <a:ext uri="{FF2B5EF4-FFF2-40B4-BE49-F238E27FC236}">
                <a16:creationId xmlns:a16="http://schemas.microsoft.com/office/drawing/2014/main" id="{BF7E6E39-9D2A-CB4F-1FC4-C5113CA42D94}"/>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99" name="四角形: 角を丸くする 198">
            <a:extLst>
              <a:ext uri="{FF2B5EF4-FFF2-40B4-BE49-F238E27FC236}">
                <a16:creationId xmlns:a16="http://schemas.microsoft.com/office/drawing/2014/main" id="{5D854DCE-9CDE-6004-5FEB-5DA064798BA7}"/>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00" name="四角形: 角を丸くする 199">
            <a:extLst>
              <a:ext uri="{FF2B5EF4-FFF2-40B4-BE49-F238E27FC236}">
                <a16:creationId xmlns:a16="http://schemas.microsoft.com/office/drawing/2014/main" id="{C920137F-26AD-C80B-16D6-2868C05D9127}"/>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01" name="四角形: 角を丸くする 200">
            <a:extLst>
              <a:ext uri="{FF2B5EF4-FFF2-40B4-BE49-F238E27FC236}">
                <a16:creationId xmlns:a16="http://schemas.microsoft.com/office/drawing/2014/main" id="{02F7C6A7-F2F4-DE5F-4C2E-22E2E864A3F6}"/>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02" name="四角形: 角を丸くする 201">
            <a:extLst>
              <a:ext uri="{FF2B5EF4-FFF2-40B4-BE49-F238E27FC236}">
                <a16:creationId xmlns:a16="http://schemas.microsoft.com/office/drawing/2014/main" id="{59F0E656-43AD-60D3-906B-1996D160901F}"/>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03" name="四角形: 角を丸くする 202">
            <a:extLst>
              <a:ext uri="{FF2B5EF4-FFF2-40B4-BE49-F238E27FC236}">
                <a16:creationId xmlns:a16="http://schemas.microsoft.com/office/drawing/2014/main" id="{79AAF890-26CE-EE45-E6B8-0503E87AAC19}"/>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04" name="四角形: 角を丸くする 203">
            <a:extLst>
              <a:ext uri="{FF2B5EF4-FFF2-40B4-BE49-F238E27FC236}">
                <a16:creationId xmlns:a16="http://schemas.microsoft.com/office/drawing/2014/main" id="{F310B2BA-585B-1633-46CE-99E2AF98686A}"/>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05" name="四角形: 角を丸くする 204">
            <a:extLst>
              <a:ext uri="{FF2B5EF4-FFF2-40B4-BE49-F238E27FC236}">
                <a16:creationId xmlns:a16="http://schemas.microsoft.com/office/drawing/2014/main" id="{2A53681A-4A57-F20B-21E0-C7F1F105460C}"/>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206" name="四角形: 角を丸くする 205">
            <a:extLst>
              <a:ext uri="{FF2B5EF4-FFF2-40B4-BE49-F238E27FC236}">
                <a16:creationId xmlns:a16="http://schemas.microsoft.com/office/drawing/2014/main" id="{8187FF56-007D-0FCB-790F-95C645DD0FCC}"/>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207" name="四角形: 角を丸くする 206">
            <a:extLst>
              <a:ext uri="{FF2B5EF4-FFF2-40B4-BE49-F238E27FC236}">
                <a16:creationId xmlns:a16="http://schemas.microsoft.com/office/drawing/2014/main" id="{6D8B3D8A-93C2-FB8A-BDA1-7F039D5390C5}"/>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208" name="四角形: 角を丸くする 207">
            <a:extLst>
              <a:ext uri="{FF2B5EF4-FFF2-40B4-BE49-F238E27FC236}">
                <a16:creationId xmlns:a16="http://schemas.microsoft.com/office/drawing/2014/main" id="{986D5B48-D31F-9CE9-744C-721C9A6462BB}"/>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09" name="四角形: 角を丸くする 208">
            <a:extLst>
              <a:ext uri="{FF2B5EF4-FFF2-40B4-BE49-F238E27FC236}">
                <a16:creationId xmlns:a16="http://schemas.microsoft.com/office/drawing/2014/main" id="{9327FB34-E4A5-4F30-60B1-7D2523B6D0F2}"/>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210" name="四角形: 角を丸くする 209">
            <a:extLst>
              <a:ext uri="{FF2B5EF4-FFF2-40B4-BE49-F238E27FC236}">
                <a16:creationId xmlns:a16="http://schemas.microsoft.com/office/drawing/2014/main" id="{813B4669-95B4-156D-6770-28B857157274}"/>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211" name="四角形: 角を丸くする 210">
            <a:extLst>
              <a:ext uri="{FF2B5EF4-FFF2-40B4-BE49-F238E27FC236}">
                <a16:creationId xmlns:a16="http://schemas.microsoft.com/office/drawing/2014/main" id="{8D33C77F-9511-B6FD-A063-482510C465F3}"/>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2" name="四角形: 角を丸くする 211">
            <a:extLst>
              <a:ext uri="{FF2B5EF4-FFF2-40B4-BE49-F238E27FC236}">
                <a16:creationId xmlns:a16="http://schemas.microsoft.com/office/drawing/2014/main" id="{FD40AC10-51E0-56EF-5605-312DDA5DCD1B}"/>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213" name="四角形: 角を丸くする 212">
            <a:extLst>
              <a:ext uri="{FF2B5EF4-FFF2-40B4-BE49-F238E27FC236}">
                <a16:creationId xmlns:a16="http://schemas.microsoft.com/office/drawing/2014/main" id="{81BCB779-D960-D1BE-0F68-AF102312BB7A}"/>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214" name="四角形: 角を丸くする 213">
            <a:extLst>
              <a:ext uri="{FF2B5EF4-FFF2-40B4-BE49-F238E27FC236}">
                <a16:creationId xmlns:a16="http://schemas.microsoft.com/office/drawing/2014/main" id="{DD250C21-9A2D-D3CB-91DC-E85F000F86A7}"/>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5" name="四角形: 角を丸くする 214">
            <a:extLst>
              <a:ext uri="{FF2B5EF4-FFF2-40B4-BE49-F238E27FC236}">
                <a16:creationId xmlns:a16="http://schemas.microsoft.com/office/drawing/2014/main" id="{ED1BDC9B-6780-14F9-FE08-1B1E47F20629}"/>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216" name="四角形: 角を丸くする 215">
            <a:extLst>
              <a:ext uri="{FF2B5EF4-FFF2-40B4-BE49-F238E27FC236}">
                <a16:creationId xmlns:a16="http://schemas.microsoft.com/office/drawing/2014/main" id="{A2963AD3-9558-A0C7-A3BA-401695D13B97}"/>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7" name="四角形: 角を丸くする 216">
            <a:extLst>
              <a:ext uri="{FF2B5EF4-FFF2-40B4-BE49-F238E27FC236}">
                <a16:creationId xmlns:a16="http://schemas.microsoft.com/office/drawing/2014/main" id="{403EC344-FF56-1979-FAE7-904E3E999FDA}"/>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8" name="四角形: 角を丸くする 217">
            <a:extLst>
              <a:ext uri="{FF2B5EF4-FFF2-40B4-BE49-F238E27FC236}">
                <a16:creationId xmlns:a16="http://schemas.microsoft.com/office/drawing/2014/main" id="{D7119575-AB20-4389-358D-20E6E2FDE556}"/>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219" name="四角形: 角を丸くする 218">
            <a:extLst>
              <a:ext uri="{FF2B5EF4-FFF2-40B4-BE49-F238E27FC236}">
                <a16:creationId xmlns:a16="http://schemas.microsoft.com/office/drawing/2014/main" id="{541440BD-57F7-FF06-1C30-E1F67692560B}"/>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0" name="四角形: 角を丸くする 219">
            <a:extLst>
              <a:ext uri="{FF2B5EF4-FFF2-40B4-BE49-F238E27FC236}">
                <a16:creationId xmlns:a16="http://schemas.microsoft.com/office/drawing/2014/main" id="{4A30CEDC-4DAE-2686-4C94-40E05B1284C8}"/>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21" name="四角形: 角を丸くする 220">
            <a:extLst>
              <a:ext uri="{FF2B5EF4-FFF2-40B4-BE49-F238E27FC236}">
                <a16:creationId xmlns:a16="http://schemas.microsoft.com/office/drawing/2014/main" id="{3142E810-3B73-56EB-9792-FC45B053934B}"/>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2" name="四角形: 角を丸くする 221">
            <a:extLst>
              <a:ext uri="{FF2B5EF4-FFF2-40B4-BE49-F238E27FC236}">
                <a16:creationId xmlns:a16="http://schemas.microsoft.com/office/drawing/2014/main" id="{FCBC8B0E-449A-100F-60F2-7582FF3ACA1B}"/>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3" name="四角形: 角を丸くする 222">
            <a:extLst>
              <a:ext uri="{FF2B5EF4-FFF2-40B4-BE49-F238E27FC236}">
                <a16:creationId xmlns:a16="http://schemas.microsoft.com/office/drawing/2014/main" id="{F4FBD074-790C-262B-A188-DB54D66768E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224" name="四角形: 角を丸くする 223">
            <a:extLst>
              <a:ext uri="{FF2B5EF4-FFF2-40B4-BE49-F238E27FC236}">
                <a16:creationId xmlns:a16="http://schemas.microsoft.com/office/drawing/2014/main" id="{AD122C86-2C99-8004-E38A-E85E89E0D269}"/>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5" name="四角形: 角を丸くする 224">
            <a:extLst>
              <a:ext uri="{FF2B5EF4-FFF2-40B4-BE49-F238E27FC236}">
                <a16:creationId xmlns:a16="http://schemas.microsoft.com/office/drawing/2014/main" id="{F6FD6152-00EF-2D0D-559C-96068A5FF409}"/>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6" name="四角形: 角を丸くする 225">
            <a:extLst>
              <a:ext uri="{FF2B5EF4-FFF2-40B4-BE49-F238E27FC236}">
                <a16:creationId xmlns:a16="http://schemas.microsoft.com/office/drawing/2014/main" id="{BB9CA8D1-30E4-1E53-DCBE-D0362C028EFE}"/>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227" name="四角形: 角を丸くする 226">
            <a:extLst>
              <a:ext uri="{FF2B5EF4-FFF2-40B4-BE49-F238E27FC236}">
                <a16:creationId xmlns:a16="http://schemas.microsoft.com/office/drawing/2014/main" id="{E58AE737-071B-35E3-B76F-C7CD8AD822D3}"/>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8" name="四角形: 角を丸くする 227">
            <a:extLst>
              <a:ext uri="{FF2B5EF4-FFF2-40B4-BE49-F238E27FC236}">
                <a16:creationId xmlns:a16="http://schemas.microsoft.com/office/drawing/2014/main" id="{3101F87C-50F4-5447-3226-FCE31986FAC0}"/>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229" name="四角形: 角を丸くする 228">
            <a:extLst>
              <a:ext uri="{FF2B5EF4-FFF2-40B4-BE49-F238E27FC236}">
                <a16:creationId xmlns:a16="http://schemas.microsoft.com/office/drawing/2014/main" id="{A5AB0FCA-2EA8-E358-D027-5F26F61090D8}"/>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230" name="四角形: 角を丸くする 229">
            <a:extLst>
              <a:ext uri="{FF2B5EF4-FFF2-40B4-BE49-F238E27FC236}">
                <a16:creationId xmlns:a16="http://schemas.microsoft.com/office/drawing/2014/main" id="{93CA93D9-EF62-D49F-F8F0-1950BADC0506}"/>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231" name="四角形: 角を丸くする 230">
            <a:extLst>
              <a:ext uri="{FF2B5EF4-FFF2-40B4-BE49-F238E27FC236}">
                <a16:creationId xmlns:a16="http://schemas.microsoft.com/office/drawing/2014/main" id="{42FE0410-5361-CFDF-91EC-A4AF2DD7B984}"/>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232" name="四角形: 角を丸くする 231">
            <a:extLst>
              <a:ext uri="{FF2B5EF4-FFF2-40B4-BE49-F238E27FC236}">
                <a16:creationId xmlns:a16="http://schemas.microsoft.com/office/drawing/2014/main" id="{686EB49D-D917-9543-D206-7EB6A6EEDFDE}"/>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2288AD75-026E-8708-BEC1-3029E6A0DFF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C5CCE374-7B74-9D19-02E6-4F4BA051F66B}"/>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7E9846D2-C75C-78BB-C7E5-274F98F440F7}"/>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95F8F1FC-470A-E6C7-1C13-6A025BC1AEC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7" name="テキスト ボックス 6">
            <a:extLst>
              <a:ext uri="{FF2B5EF4-FFF2-40B4-BE49-F238E27FC236}">
                <a16:creationId xmlns:a16="http://schemas.microsoft.com/office/drawing/2014/main" id="{35E66A78-07D6-3171-06E9-EC23EDA2D675}"/>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C2F8466A-A82F-50B3-84AC-61B0A53850BA}"/>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0059F935-62B4-B191-F701-EA74EE38C831}"/>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ADC9D1BC-DC1D-E886-806F-850BEE52C13B}"/>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2CB04791-27D2-D07D-3524-819E6BDA16FA}"/>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44E201AE-7363-39EB-0CDF-7D7BD1085290}"/>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654EE68C-140A-C242-A3C1-BCBB10D2A4E6}"/>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36CC6DAA-1624-F030-4370-32CFD640800D}"/>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BA0EFB7D-0B49-B320-F9B9-9FF689CA1FA1}"/>
              </a:ext>
            </a:extLst>
          </p:cNvPr>
          <p:cNvSpPr/>
          <p:nvPr/>
        </p:nvSpPr>
        <p:spPr>
          <a:xfrm rot="19449610">
            <a:off x="11647341"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2AE024A3-AC8D-2B50-551C-A4358876EDFF}"/>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233" name="テキスト ボックス 232">
            <a:extLst>
              <a:ext uri="{FF2B5EF4-FFF2-40B4-BE49-F238E27FC236}">
                <a16:creationId xmlns:a16="http://schemas.microsoft.com/office/drawing/2014/main" id="{E15EFC68-F99D-EA40-848F-242FE731141E}"/>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3F6804A4-E72E-EF35-E384-99ADBFDF32D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02980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2F5F-5D15-33FE-9B2C-6293F66C3039}"/>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DBA03CFC-0954-4AEF-E2D1-0B662EA6B2C4}"/>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四角形: 角を丸くする 101">
            <a:extLst>
              <a:ext uri="{FF2B5EF4-FFF2-40B4-BE49-F238E27FC236}">
                <a16:creationId xmlns:a16="http://schemas.microsoft.com/office/drawing/2014/main" id="{B2B606B7-8761-AB33-E75F-73E7569C2E8D}"/>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3" name="四角形: 角を丸くする 102">
            <a:extLst>
              <a:ext uri="{FF2B5EF4-FFF2-40B4-BE49-F238E27FC236}">
                <a16:creationId xmlns:a16="http://schemas.microsoft.com/office/drawing/2014/main" id="{D65A8EA7-CFF1-3A64-080C-57040D32D24A}"/>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4" name="四角形: 角を丸くする 103">
            <a:extLst>
              <a:ext uri="{FF2B5EF4-FFF2-40B4-BE49-F238E27FC236}">
                <a16:creationId xmlns:a16="http://schemas.microsoft.com/office/drawing/2014/main" id="{38F23859-5D8A-BD24-63B6-04D367307E0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5" name="四角形: 角を丸くする 104">
            <a:extLst>
              <a:ext uri="{FF2B5EF4-FFF2-40B4-BE49-F238E27FC236}">
                <a16:creationId xmlns:a16="http://schemas.microsoft.com/office/drawing/2014/main" id="{D9F1782A-EEFB-B589-A174-F7CA038E7CE3}"/>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6" name="四角形: 角を丸くする 105">
            <a:extLst>
              <a:ext uri="{FF2B5EF4-FFF2-40B4-BE49-F238E27FC236}">
                <a16:creationId xmlns:a16="http://schemas.microsoft.com/office/drawing/2014/main" id="{B504DFE2-2FDA-0736-6474-F86FC1EEA3AB}"/>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7" name="四角形: 角を丸くする 106">
            <a:extLst>
              <a:ext uri="{FF2B5EF4-FFF2-40B4-BE49-F238E27FC236}">
                <a16:creationId xmlns:a16="http://schemas.microsoft.com/office/drawing/2014/main" id="{0CCC41C4-AAB3-F96D-C03E-D32F5413C5C7}"/>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08" name="四角形: 角を丸くする 107">
            <a:extLst>
              <a:ext uri="{FF2B5EF4-FFF2-40B4-BE49-F238E27FC236}">
                <a16:creationId xmlns:a16="http://schemas.microsoft.com/office/drawing/2014/main" id="{007A5C6E-0E5F-5E14-638D-8A1A0DB076B1}"/>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09" name="四角形: 角を丸くする 108">
            <a:extLst>
              <a:ext uri="{FF2B5EF4-FFF2-40B4-BE49-F238E27FC236}">
                <a16:creationId xmlns:a16="http://schemas.microsoft.com/office/drawing/2014/main" id="{1C31D558-ACF5-F99B-CEDA-10AF35E91663}"/>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10" name="四角形: 角を丸くする 109">
            <a:extLst>
              <a:ext uri="{FF2B5EF4-FFF2-40B4-BE49-F238E27FC236}">
                <a16:creationId xmlns:a16="http://schemas.microsoft.com/office/drawing/2014/main" id="{23E0AF5E-E565-4D29-D802-833F9AC71998}"/>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1" name="四角形: 角を丸くする 110">
            <a:extLst>
              <a:ext uri="{FF2B5EF4-FFF2-40B4-BE49-F238E27FC236}">
                <a16:creationId xmlns:a16="http://schemas.microsoft.com/office/drawing/2014/main" id="{4C23F61F-3ED5-E113-7331-28E5968269AE}"/>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2" name="四角形: 角を丸くする 111">
            <a:extLst>
              <a:ext uri="{FF2B5EF4-FFF2-40B4-BE49-F238E27FC236}">
                <a16:creationId xmlns:a16="http://schemas.microsoft.com/office/drawing/2014/main" id="{D71C7148-4A3C-932C-E32D-3CD8709BD6A1}"/>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3" name="四角形: 角を丸くする 112">
            <a:extLst>
              <a:ext uri="{FF2B5EF4-FFF2-40B4-BE49-F238E27FC236}">
                <a16:creationId xmlns:a16="http://schemas.microsoft.com/office/drawing/2014/main" id="{B497C8C5-8508-E372-4565-BB23B8C8F4BD}"/>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4" name="四角形: 角を丸くする 113">
            <a:extLst>
              <a:ext uri="{FF2B5EF4-FFF2-40B4-BE49-F238E27FC236}">
                <a16:creationId xmlns:a16="http://schemas.microsoft.com/office/drawing/2014/main" id="{3F420CA2-04F3-087D-4037-F2E7DDB3FC5F}"/>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5" name="四角形: 角を丸くする 114">
            <a:extLst>
              <a:ext uri="{FF2B5EF4-FFF2-40B4-BE49-F238E27FC236}">
                <a16:creationId xmlns:a16="http://schemas.microsoft.com/office/drawing/2014/main" id="{AFDECD94-3D57-C278-2720-AB6727B54B3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6" name="四角形: 角を丸くする 115">
            <a:extLst>
              <a:ext uri="{FF2B5EF4-FFF2-40B4-BE49-F238E27FC236}">
                <a16:creationId xmlns:a16="http://schemas.microsoft.com/office/drawing/2014/main" id="{51D3C1C0-9A85-774F-F8B3-70BE36E6012B}"/>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7" name="四角形: 角を丸くする 116">
            <a:extLst>
              <a:ext uri="{FF2B5EF4-FFF2-40B4-BE49-F238E27FC236}">
                <a16:creationId xmlns:a16="http://schemas.microsoft.com/office/drawing/2014/main" id="{B32EB474-8AE2-A1F4-7BC2-18E4A18915E4}"/>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18" name="四角形: 角を丸くする 117">
            <a:extLst>
              <a:ext uri="{FF2B5EF4-FFF2-40B4-BE49-F238E27FC236}">
                <a16:creationId xmlns:a16="http://schemas.microsoft.com/office/drawing/2014/main" id="{C2FC9BC2-AA9C-777C-9389-1CEE779D1C19}"/>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19" name="四角形: 角を丸くする 118">
            <a:extLst>
              <a:ext uri="{FF2B5EF4-FFF2-40B4-BE49-F238E27FC236}">
                <a16:creationId xmlns:a16="http://schemas.microsoft.com/office/drawing/2014/main" id="{F41BACBB-8FDF-0C7C-4908-633F9EEA6B88}"/>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EC3C257B-A6C3-07F7-5544-D3EB0767382B}"/>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1" name="四角形: 角を丸くする 120">
            <a:extLst>
              <a:ext uri="{FF2B5EF4-FFF2-40B4-BE49-F238E27FC236}">
                <a16:creationId xmlns:a16="http://schemas.microsoft.com/office/drawing/2014/main" id="{AA2B2D8D-350D-DD79-BCA3-3A36928102EF}"/>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2" name="四角形: 角を丸くする 121">
            <a:extLst>
              <a:ext uri="{FF2B5EF4-FFF2-40B4-BE49-F238E27FC236}">
                <a16:creationId xmlns:a16="http://schemas.microsoft.com/office/drawing/2014/main" id="{40BFDB27-1252-6448-FC72-69044150DB38}"/>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3" name="四角形: 角を丸くする 122">
            <a:extLst>
              <a:ext uri="{FF2B5EF4-FFF2-40B4-BE49-F238E27FC236}">
                <a16:creationId xmlns:a16="http://schemas.microsoft.com/office/drawing/2014/main" id="{58270363-88E0-1898-15ED-D60FF48197FD}"/>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4" name="四角形: 角を丸くする 123">
            <a:extLst>
              <a:ext uri="{FF2B5EF4-FFF2-40B4-BE49-F238E27FC236}">
                <a16:creationId xmlns:a16="http://schemas.microsoft.com/office/drawing/2014/main" id="{B95583A7-B494-626F-5984-CBAE2D64995D}"/>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5" name="四角形: 角を丸くする 124">
            <a:extLst>
              <a:ext uri="{FF2B5EF4-FFF2-40B4-BE49-F238E27FC236}">
                <a16:creationId xmlns:a16="http://schemas.microsoft.com/office/drawing/2014/main" id="{8B162800-F256-ECC7-4A4D-D64B8B61D5B7}"/>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6" name="四角形: 角を丸くする 125">
            <a:extLst>
              <a:ext uri="{FF2B5EF4-FFF2-40B4-BE49-F238E27FC236}">
                <a16:creationId xmlns:a16="http://schemas.microsoft.com/office/drawing/2014/main" id="{890F9D8D-B8C1-B763-E826-3DB8150AFCC9}"/>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7" name="四角形: 角を丸くする 126">
            <a:extLst>
              <a:ext uri="{FF2B5EF4-FFF2-40B4-BE49-F238E27FC236}">
                <a16:creationId xmlns:a16="http://schemas.microsoft.com/office/drawing/2014/main" id="{2B932CC9-193B-87C8-8EDA-31A8F3E93BE6}"/>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28" name="四角形: 角を丸くする 127">
            <a:extLst>
              <a:ext uri="{FF2B5EF4-FFF2-40B4-BE49-F238E27FC236}">
                <a16:creationId xmlns:a16="http://schemas.microsoft.com/office/drawing/2014/main" id="{7EE9C530-CAB6-1A71-1543-B062E4C4F45C}"/>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9" name="四角形: 角を丸くする 128">
            <a:extLst>
              <a:ext uri="{FF2B5EF4-FFF2-40B4-BE49-F238E27FC236}">
                <a16:creationId xmlns:a16="http://schemas.microsoft.com/office/drawing/2014/main" id="{B7189293-8366-CC43-953B-B3C4E5854BE6}"/>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0" name="四角形: 角を丸くする 129">
            <a:extLst>
              <a:ext uri="{FF2B5EF4-FFF2-40B4-BE49-F238E27FC236}">
                <a16:creationId xmlns:a16="http://schemas.microsoft.com/office/drawing/2014/main" id="{34DFCC98-165C-8546-D194-78617D142096}"/>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1" name="四角形: 角を丸くする 130">
            <a:extLst>
              <a:ext uri="{FF2B5EF4-FFF2-40B4-BE49-F238E27FC236}">
                <a16:creationId xmlns:a16="http://schemas.microsoft.com/office/drawing/2014/main" id="{308C11DF-B974-96F2-9C99-5267E1CD181A}"/>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2" name="四角形: 角を丸くする 131">
            <a:extLst>
              <a:ext uri="{FF2B5EF4-FFF2-40B4-BE49-F238E27FC236}">
                <a16:creationId xmlns:a16="http://schemas.microsoft.com/office/drawing/2014/main" id="{0F375C24-A80D-995A-58C4-73BC59CE879A}"/>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3" name="四角形: 角を丸くする 132">
            <a:extLst>
              <a:ext uri="{FF2B5EF4-FFF2-40B4-BE49-F238E27FC236}">
                <a16:creationId xmlns:a16="http://schemas.microsoft.com/office/drawing/2014/main" id="{4BDB1DC3-E459-6336-DA64-90DA9F281A27}"/>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4" name="四角形: 角を丸くする 133">
            <a:extLst>
              <a:ext uri="{FF2B5EF4-FFF2-40B4-BE49-F238E27FC236}">
                <a16:creationId xmlns:a16="http://schemas.microsoft.com/office/drawing/2014/main" id="{15A76ADE-73F5-3619-FFB4-F7DA6BE21838}"/>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5" name="四角形: 角を丸くする 134">
            <a:extLst>
              <a:ext uri="{FF2B5EF4-FFF2-40B4-BE49-F238E27FC236}">
                <a16:creationId xmlns:a16="http://schemas.microsoft.com/office/drawing/2014/main" id="{55C4BB6C-2B61-7CA1-AD94-F892C945CD88}"/>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2DD40FAF-29A0-365B-8FC9-642468D7F033}"/>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7" name="四角形: 角を丸くする 136">
            <a:extLst>
              <a:ext uri="{FF2B5EF4-FFF2-40B4-BE49-F238E27FC236}">
                <a16:creationId xmlns:a16="http://schemas.microsoft.com/office/drawing/2014/main" id="{3438B833-6BCE-6F5B-DCE6-75F93EF0C699}"/>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8" name="四角形: 角を丸くする 137">
            <a:extLst>
              <a:ext uri="{FF2B5EF4-FFF2-40B4-BE49-F238E27FC236}">
                <a16:creationId xmlns:a16="http://schemas.microsoft.com/office/drawing/2014/main" id="{D040268D-4AB0-C0E9-8EA9-BF099CEFC792}"/>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39" name="四角形: 角を丸くする 138">
            <a:extLst>
              <a:ext uri="{FF2B5EF4-FFF2-40B4-BE49-F238E27FC236}">
                <a16:creationId xmlns:a16="http://schemas.microsoft.com/office/drawing/2014/main" id="{2FA3C98C-E27A-D569-F01B-C78F2099117E}"/>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0" name="四角形: 角を丸くする 139">
            <a:extLst>
              <a:ext uri="{FF2B5EF4-FFF2-40B4-BE49-F238E27FC236}">
                <a16:creationId xmlns:a16="http://schemas.microsoft.com/office/drawing/2014/main" id="{23EFA8E8-7401-A0A4-50D4-4FBC25FEE56E}"/>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1" name="四角形: 角を丸くする 140">
            <a:extLst>
              <a:ext uri="{FF2B5EF4-FFF2-40B4-BE49-F238E27FC236}">
                <a16:creationId xmlns:a16="http://schemas.microsoft.com/office/drawing/2014/main" id="{A1EB6DAB-33F3-4FF1-0743-FF505F1DAF5D}"/>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2" name="四角形: 角を丸くする 141">
            <a:extLst>
              <a:ext uri="{FF2B5EF4-FFF2-40B4-BE49-F238E27FC236}">
                <a16:creationId xmlns:a16="http://schemas.microsoft.com/office/drawing/2014/main" id="{1398D9E0-DBA0-BF18-83D2-F60DA1F57C59}"/>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3" name="四角形: 角を丸くする 142">
            <a:extLst>
              <a:ext uri="{FF2B5EF4-FFF2-40B4-BE49-F238E27FC236}">
                <a16:creationId xmlns:a16="http://schemas.microsoft.com/office/drawing/2014/main" id="{BA99FB2D-7C08-9E7A-4C84-FB037E0ADA21}"/>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4" name="四角形: 角を丸くする 143">
            <a:extLst>
              <a:ext uri="{FF2B5EF4-FFF2-40B4-BE49-F238E27FC236}">
                <a16:creationId xmlns:a16="http://schemas.microsoft.com/office/drawing/2014/main" id="{D6EC850B-2C72-A2D2-7197-85EF6508CEBD}"/>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A85BDAF9-B795-8DC6-5CE4-A5CD4BF76CC1}"/>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BCEE2497-3E6E-E18E-07EC-249A08F64805}"/>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7AE539EC-BC42-7171-C83F-91D8B903993D}"/>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89A35A60-8C21-4F7E-4EE1-D8880D9D2EE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7" name="テキスト ボックス 6">
            <a:extLst>
              <a:ext uri="{FF2B5EF4-FFF2-40B4-BE49-F238E27FC236}">
                <a16:creationId xmlns:a16="http://schemas.microsoft.com/office/drawing/2014/main" id="{F9E825A6-A38B-C93C-4C5F-E254B8D2CCE6}"/>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6C8B13D7-2103-1866-58F2-580FEB33C522}"/>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61751ED2-19E4-EE0C-F598-BE3FDAED355F}"/>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7471425D-59CB-5F69-61C1-24F83E91261D}"/>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4917C5BB-3593-FCB8-ABDF-2692AD8B1E40}"/>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47B742FA-8627-5599-03EB-ED527895DF2C}"/>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1E92A710-8D57-0820-50A8-3061D4772169}"/>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7103BECE-23C2-A10E-7F87-AAED3BB3FFF9}"/>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4C811086-B093-94F4-F463-6F46F27FC2E1}"/>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61D506CF-AF5B-6CF7-3D65-5D2562576CC2}"/>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145" name="テキスト ボックス 144">
            <a:extLst>
              <a:ext uri="{FF2B5EF4-FFF2-40B4-BE49-F238E27FC236}">
                <a16:creationId xmlns:a16="http://schemas.microsoft.com/office/drawing/2014/main" id="{4B71D5F8-C479-C876-0036-4A7A64E54602}"/>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50A45D7F-9CE5-B2B3-9184-964038CED849}"/>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8812049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E089D-4BE1-84D4-9D0A-92649B053713}"/>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E0AB892-8C65-3926-ECF1-8EADEF5D1411}"/>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四角形: 角を丸くする 57">
            <a:extLst>
              <a:ext uri="{FF2B5EF4-FFF2-40B4-BE49-F238E27FC236}">
                <a16:creationId xmlns:a16="http://schemas.microsoft.com/office/drawing/2014/main" id="{320BECFD-5F3E-D4A3-4251-28E2FFE163A8}"/>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59" name="四角形: 角を丸くする 58">
            <a:extLst>
              <a:ext uri="{FF2B5EF4-FFF2-40B4-BE49-F238E27FC236}">
                <a16:creationId xmlns:a16="http://schemas.microsoft.com/office/drawing/2014/main" id="{A6D7CE80-AC7D-4125-6308-B194E088E19B}"/>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62" name="四角形: 角を丸くする 61">
            <a:extLst>
              <a:ext uri="{FF2B5EF4-FFF2-40B4-BE49-F238E27FC236}">
                <a16:creationId xmlns:a16="http://schemas.microsoft.com/office/drawing/2014/main" id="{2D30CC14-01C3-AE69-4B19-330D8310150A}"/>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63" name="四角形: 角を丸くする 62">
            <a:extLst>
              <a:ext uri="{FF2B5EF4-FFF2-40B4-BE49-F238E27FC236}">
                <a16:creationId xmlns:a16="http://schemas.microsoft.com/office/drawing/2014/main" id="{86613A74-B2E4-D8E2-3F99-DE76119EAB7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64" name="四角形: 角を丸くする 63">
            <a:extLst>
              <a:ext uri="{FF2B5EF4-FFF2-40B4-BE49-F238E27FC236}">
                <a16:creationId xmlns:a16="http://schemas.microsoft.com/office/drawing/2014/main" id="{D5042C53-3A34-D23E-1976-11232046B786}"/>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65" name="四角形: 角を丸くする 64">
            <a:extLst>
              <a:ext uri="{FF2B5EF4-FFF2-40B4-BE49-F238E27FC236}">
                <a16:creationId xmlns:a16="http://schemas.microsoft.com/office/drawing/2014/main" id="{2EB690BB-F75C-32C4-EA4E-207D91323FEF}"/>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66" name="四角形: 角を丸くする 65">
            <a:extLst>
              <a:ext uri="{FF2B5EF4-FFF2-40B4-BE49-F238E27FC236}">
                <a16:creationId xmlns:a16="http://schemas.microsoft.com/office/drawing/2014/main" id="{8A3636AF-8AD4-B331-0357-9EFEA3FD7A8C}"/>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67" name="四角形: 角を丸くする 66">
            <a:extLst>
              <a:ext uri="{FF2B5EF4-FFF2-40B4-BE49-F238E27FC236}">
                <a16:creationId xmlns:a16="http://schemas.microsoft.com/office/drawing/2014/main" id="{468D00C3-5BD4-9023-D631-B9FF9C1522FD}"/>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68" name="四角形: 角を丸くする 67">
            <a:extLst>
              <a:ext uri="{FF2B5EF4-FFF2-40B4-BE49-F238E27FC236}">
                <a16:creationId xmlns:a16="http://schemas.microsoft.com/office/drawing/2014/main" id="{A372034F-F996-4E8E-BC36-0983FBB6EBCD}"/>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69" name="四角形: 角を丸くする 68">
            <a:extLst>
              <a:ext uri="{FF2B5EF4-FFF2-40B4-BE49-F238E27FC236}">
                <a16:creationId xmlns:a16="http://schemas.microsoft.com/office/drawing/2014/main" id="{3ECF27D3-FAA3-C49B-E667-6B78E89D69C5}"/>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70" name="四角形: 角を丸くする 69">
            <a:extLst>
              <a:ext uri="{FF2B5EF4-FFF2-40B4-BE49-F238E27FC236}">
                <a16:creationId xmlns:a16="http://schemas.microsoft.com/office/drawing/2014/main" id="{90ACBC8E-38ED-8685-4014-72372CEE5BC8}"/>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71" name="四角形: 角を丸くする 70">
            <a:extLst>
              <a:ext uri="{FF2B5EF4-FFF2-40B4-BE49-F238E27FC236}">
                <a16:creationId xmlns:a16="http://schemas.microsoft.com/office/drawing/2014/main" id="{74334C2E-F8A0-4287-00A8-A6B4962377EC}"/>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72" name="四角形: 角を丸くする 71">
            <a:extLst>
              <a:ext uri="{FF2B5EF4-FFF2-40B4-BE49-F238E27FC236}">
                <a16:creationId xmlns:a16="http://schemas.microsoft.com/office/drawing/2014/main" id="{B0C45E91-4176-1830-D34E-25B2C5F7ACCA}"/>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73" name="四角形: 角を丸くする 72">
            <a:extLst>
              <a:ext uri="{FF2B5EF4-FFF2-40B4-BE49-F238E27FC236}">
                <a16:creationId xmlns:a16="http://schemas.microsoft.com/office/drawing/2014/main" id="{D54A3D31-F4C7-F7AB-EC16-A4F2B68A5D6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74" name="四角形: 角を丸くする 73">
            <a:extLst>
              <a:ext uri="{FF2B5EF4-FFF2-40B4-BE49-F238E27FC236}">
                <a16:creationId xmlns:a16="http://schemas.microsoft.com/office/drawing/2014/main" id="{86861EFB-0E17-1D79-DEB2-72BBC3B79837}"/>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75" name="四角形: 角を丸くする 74">
            <a:extLst>
              <a:ext uri="{FF2B5EF4-FFF2-40B4-BE49-F238E27FC236}">
                <a16:creationId xmlns:a16="http://schemas.microsoft.com/office/drawing/2014/main" id="{26581FB2-64F8-4C3E-5B7A-7AA59C41C564}"/>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76" name="四角形: 角を丸くする 75">
            <a:extLst>
              <a:ext uri="{FF2B5EF4-FFF2-40B4-BE49-F238E27FC236}">
                <a16:creationId xmlns:a16="http://schemas.microsoft.com/office/drawing/2014/main" id="{794E5A0A-4700-2E4C-0A42-060B2111BC28}"/>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77" name="四角形: 角を丸くする 76">
            <a:extLst>
              <a:ext uri="{FF2B5EF4-FFF2-40B4-BE49-F238E27FC236}">
                <a16:creationId xmlns:a16="http://schemas.microsoft.com/office/drawing/2014/main" id="{C896D3DA-1D0D-D4CD-6A86-2926494AAAD2}"/>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78" name="四角形: 角を丸くする 77">
            <a:extLst>
              <a:ext uri="{FF2B5EF4-FFF2-40B4-BE49-F238E27FC236}">
                <a16:creationId xmlns:a16="http://schemas.microsoft.com/office/drawing/2014/main" id="{D79E1B31-B5F2-BFCB-D483-4545818F2001}"/>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79" name="四角形: 角を丸くする 78">
            <a:extLst>
              <a:ext uri="{FF2B5EF4-FFF2-40B4-BE49-F238E27FC236}">
                <a16:creationId xmlns:a16="http://schemas.microsoft.com/office/drawing/2014/main" id="{1213D0CF-A570-8A0F-9862-41A8E2232676}"/>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80" name="四角形: 角を丸くする 79">
            <a:extLst>
              <a:ext uri="{FF2B5EF4-FFF2-40B4-BE49-F238E27FC236}">
                <a16:creationId xmlns:a16="http://schemas.microsoft.com/office/drawing/2014/main" id="{84B5FE05-8467-C063-2405-D85B02C50C10}"/>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81" name="四角形: 角を丸くする 80">
            <a:extLst>
              <a:ext uri="{FF2B5EF4-FFF2-40B4-BE49-F238E27FC236}">
                <a16:creationId xmlns:a16="http://schemas.microsoft.com/office/drawing/2014/main" id="{09A870F4-6F7B-B692-14AD-3A0D87F98D8D}"/>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82" name="四角形: 角を丸くする 81">
            <a:extLst>
              <a:ext uri="{FF2B5EF4-FFF2-40B4-BE49-F238E27FC236}">
                <a16:creationId xmlns:a16="http://schemas.microsoft.com/office/drawing/2014/main" id="{76E019BA-2CE5-8679-2E9C-4DD93E896885}"/>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83" name="四角形: 角を丸くする 82">
            <a:extLst>
              <a:ext uri="{FF2B5EF4-FFF2-40B4-BE49-F238E27FC236}">
                <a16:creationId xmlns:a16="http://schemas.microsoft.com/office/drawing/2014/main" id="{316AC965-BFDF-2B9B-D28C-53F69FC5D2BF}"/>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84" name="四角形: 角を丸くする 83">
            <a:extLst>
              <a:ext uri="{FF2B5EF4-FFF2-40B4-BE49-F238E27FC236}">
                <a16:creationId xmlns:a16="http://schemas.microsoft.com/office/drawing/2014/main" id="{2BD902F3-57E4-B840-36F3-67DC05A1BBE6}"/>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85" name="四角形: 角を丸くする 84">
            <a:extLst>
              <a:ext uri="{FF2B5EF4-FFF2-40B4-BE49-F238E27FC236}">
                <a16:creationId xmlns:a16="http://schemas.microsoft.com/office/drawing/2014/main" id="{9A456A75-8297-0FD8-2E29-E761A46D348D}"/>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86" name="四角形: 角を丸くする 85">
            <a:extLst>
              <a:ext uri="{FF2B5EF4-FFF2-40B4-BE49-F238E27FC236}">
                <a16:creationId xmlns:a16="http://schemas.microsoft.com/office/drawing/2014/main" id="{379A7A18-33E4-5482-9BF2-41707B8E32A8}"/>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87" name="四角形: 角を丸くする 86">
            <a:extLst>
              <a:ext uri="{FF2B5EF4-FFF2-40B4-BE49-F238E27FC236}">
                <a16:creationId xmlns:a16="http://schemas.microsoft.com/office/drawing/2014/main" id="{7D14E04B-A029-29BE-FCB4-170E1108D4F8}"/>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8" name="四角形: 角を丸くする 87">
            <a:extLst>
              <a:ext uri="{FF2B5EF4-FFF2-40B4-BE49-F238E27FC236}">
                <a16:creationId xmlns:a16="http://schemas.microsoft.com/office/drawing/2014/main" id="{538A31F8-EA2E-E200-11B3-B2DA2926DE75}"/>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89" name="四角形: 角を丸くする 88">
            <a:extLst>
              <a:ext uri="{FF2B5EF4-FFF2-40B4-BE49-F238E27FC236}">
                <a16:creationId xmlns:a16="http://schemas.microsoft.com/office/drawing/2014/main" id="{0BBCD797-9442-CFC9-8C06-4C5E3C4C180A}"/>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90" name="四角形: 角を丸くする 89">
            <a:extLst>
              <a:ext uri="{FF2B5EF4-FFF2-40B4-BE49-F238E27FC236}">
                <a16:creationId xmlns:a16="http://schemas.microsoft.com/office/drawing/2014/main" id="{CB39101B-64AA-B627-47F1-19876FB49537}"/>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91" name="四角形: 角を丸くする 90">
            <a:extLst>
              <a:ext uri="{FF2B5EF4-FFF2-40B4-BE49-F238E27FC236}">
                <a16:creationId xmlns:a16="http://schemas.microsoft.com/office/drawing/2014/main" id="{C567BF93-C5C8-7767-70AC-4BE70B5F4433}"/>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92" name="四角形: 角を丸くする 91">
            <a:extLst>
              <a:ext uri="{FF2B5EF4-FFF2-40B4-BE49-F238E27FC236}">
                <a16:creationId xmlns:a16="http://schemas.microsoft.com/office/drawing/2014/main" id="{29AD5431-B0E0-15C4-3422-9747EE3EF67B}"/>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93" name="四角形: 角を丸くする 92">
            <a:extLst>
              <a:ext uri="{FF2B5EF4-FFF2-40B4-BE49-F238E27FC236}">
                <a16:creationId xmlns:a16="http://schemas.microsoft.com/office/drawing/2014/main" id="{1FD03F3D-80F7-8213-61D6-C6E1167D980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94" name="四角形: 角を丸くする 93">
            <a:extLst>
              <a:ext uri="{FF2B5EF4-FFF2-40B4-BE49-F238E27FC236}">
                <a16:creationId xmlns:a16="http://schemas.microsoft.com/office/drawing/2014/main" id="{CB50FD49-CFDB-1CB9-D9BE-6A8C184C6CAE}"/>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95" name="四角形: 角を丸くする 94">
            <a:extLst>
              <a:ext uri="{FF2B5EF4-FFF2-40B4-BE49-F238E27FC236}">
                <a16:creationId xmlns:a16="http://schemas.microsoft.com/office/drawing/2014/main" id="{0EC84A26-934B-BAD8-97A5-E60DA413298A}"/>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6" name="四角形: 角を丸くする 95">
            <a:extLst>
              <a:ext uri="{FF2B5EF4-FFF2-40B4-BE49-F238E27FC236}">
                <a16:creationId xmlns:a16="http://schemas.microsoft.com/office/drawing/2014/main" id="{5B65F0A8-1561-C547-209C-9151F9A14C69}"/>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97" name="四角形: 角を丸くする 96">
            <a:extLst>
              <a:ext uri="{FF2B5EF4-FFF2-40B4-BE49-F238E27FC236}">
                <a16:creationId xmlns:a16="http://schemas.microsoft.com/office/drawing/2014/main" id="{CA6F7883-417D-BE5C-91B6-05B65B6B33D6}"/>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8" name="四角形: 角を丸くする 97">
            <a:extLst>
              <a:ext uri="{FF2B5EF4-FFF2-40B4-BE49-F238E27FC236}">
                <a16:creationId xmlns:a16="http://schemas.microsoft.com/office/drawing/2014/main" id="{35BAF9DC-4514-5BC5-BB93-DA5F05DB19DF}"/>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99" name="四角形: 角を丸くする 98">
            <a:extLst>
              <a:ext uri="{FF2B5EF4-FFF2-40B4-BE49-F238E27FC236}">
                <a16:creationId xmlns:a16="http://schemas.microsoft.com/office/drawing/2014/main" id="{B3088AC1-A245-05F6-BE5C-73B7E4ABA960}"/>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00" name="四角形: 角を丸くする 99">
            <a:extLst>
              <a:ext uri="{FF2B5EF4-FFF2-40B4-BE49-F238E27FC236}">
                <a16:creationId xmlns:a16="http://schemas.microsoft.com/office/drawing/2014/main" id="{3EACFB55-445B-8266-1B30-E1D65CF193A7}"/>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01" name="四角形: 角を丸くする 100">
            <a:extLst>
              <a:ext uri="{FF2B5EF4-FFF2-40B4-BE49-F238E27FC236}">
                <a16:creationId xmlns:a16="http://schemas.microsoft.com/office/drawing/2014/main" id="{376F370A-3E42-94F2-6CF3-2F880B587781}"/>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02" name="四角形: 角を丸くする 101">
            <a:extLst>
              <a:ext uri="{FF2B5EF4-FFF2-40B4-BE49-F238E27FC236}">
                <a16:creationId xmlns:a16="http://schemas.microsoft.com/office/drawing/2014/main" id="{B45074C9-448F-2118-2C3A-6FE754A63C2E}"/>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D1C427DA-F1A2-C520-5874-562C7F5D1563}"/>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56BD7DF-695B-FBB5-D0C8-692CE022DB7A}"/>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4CA114DF-5CDC-DB48-D961-CDC605BC4179}"/>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341E89B5-24A1-DD6C-3C97-998E5FA3C419}"/>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4" name="テキスト ボックス 3">
            <a:extLst>
              <a:ext uri="{FF2B5EF4-FFF2-40B4-BE49-F238E27FC236}">
                <a16:creationId xmlns:a16="http://schemas.microsoft.com/office/drawing/2014/main" id="{2C9346B0-17E9-C81A-39A2-C63AEF7A7E33}"/>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067FBD3C-CF3D-6F58-16C2-AE73B2738A2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6569063C-E5A3-4C61-B043-8F550DFC561E}"/>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45C10BB5-6F11-8402-D5B1-4A38A1F379EA}"/>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5311F24C-10C5-2650-E0A2-231B42E8DBCB}"/>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E004BF65-609B-6895-1EF4-1E0525BB93AF}"/>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7109A6DD-6A90-6C66-897B-7F64E46B1773}"/>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E84CB497-FBF7-8BBC-3CF0-934CD13742C0}"/>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20" name="テキスト ボックス 19">
            <a:extLst>
              <a:ext uri="{FF2B5EF4-FFF2-40B4-BE49-F238E27FC236}">
                <a16:creationId xmlns:a16="http://schemas.microsoft.com/office/drawing/2014/main" id="{8616BF1C-383B-8EE8-1EB8-1940CCECF28D}"/>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29" name="矢印: 上 28">
            <a:extLst>
              <a:ext uri="{FF2B5EF4-FFF2-40B4-BE49-F238E27FC236}">
                <a16:creationId xmlns:a16="http://schemas.microsoft.com/office/drawing/2014/main" id="{BFB9A47E-4155-653E-6396-7147485FCD0F}"/>
              </a:ext>
            </a:extLst>
          </p:cNvPr>
          <p:cNvSpPr/>
          <p:nvPr/>
        </p:nvSpPr>
        <p:spPr>
          <a:xfrm rot="19449610">
            <a:off x="11332407" y="1774094"/>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テキスト ボックス 102">
            <a:extLst>
              <a:ext uri="{FF2B5EF4-FFF2-40B4-BE49-F238E27FC236}">
                <a16:creationId xmlns:a16="http://schemas.microsoft.com/office/drawing/2014/main" id="{7F9811D7-C97E-9E91-B4F0-2E01AA99FD71}"/>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7" name="テキスト ボックス 6">
            <a:extLst>
              <a:ext uri="{FF2B5EF4-FFF2-40B4-BE49-F238E27FC236}">
                <a16:creationId xmlns:a16="http://schemas.microsoft.com/office/drawing/2014/main" id="{B0FE14EE-AD97-1E90-EA4A-8C17383B9B13}"/>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723691895"/>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401ED-AEC5-CDBA-BE59-9428EF9EE4A0}"/>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1DD64B4-EB79-CD0F-78AB-3D56ED28C1F1}"/>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四角形: 角を丸くする 101">
            <a:extLst>
              <a:ext uri="{FF2B5EF4-FFF2-40B4-BE49-F238E27FC236}">
                <a16:creationId xmlns:a16="http://schemas.microsoft.com/office/drawing/2014/main" id="{10823913-C6AE-260E-133B-39BBDCE33A4A}"/>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3" name="四角形: 角を丸くする 102">
            <a:extLst>
              <a:ext uri="{FF2B5EF4-FFF2-40B4-BE49-F238E27FC236}">
                <a16:creationId xmlns:a16="http://schemas.microsoft.com/office/drawing/2014/main" id="{C5BD141B-87FA-F6AA-103D-4817C2E690D5}"/>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4" name="四角形: 角を丸くする 103">
            <a:extLst>
              <a:ext uri="{FF2B5EF4-FFF2-40B4-BE49-F238E27FC236}">
                <a16:creationId xmlns:a16="http://schemas.microsoft.com/office/drawing/2014/main" id="{73F14C58-C703-854D-962C-629C8C1FC801}"/>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5" name="四角形: 角を丸くする 104">
            <a:extLst>
              <a:ext uri="{FF2B5EF4-FFF2-40B4-BE49-F238E27FC236}">
                <a16:creationId xmlns:a16="http://schemas.microsoft.com/office/drawing/2014/main" id="{5B5D652C-91F9-BF8C-9A11-EAE890D2FC32}"/>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6" name="四角形: 角を丸くする 105">
            <a:extLst>
              <a:ext uri="{FF2B5EF4-FFF2-40B4-BE49-F238E27FC236}">
                <a16:creationId xmlns:a16="http://schemas.microsoft.com/office/drawing/2014/main" id="{8201EE2B-3941-7413-BF8E-5E158B1FD9BB}"/>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7" name="四角形: 角を丸くする 106">
            <a:extLst>
              <a:ext uri="{FF2B5EF4-FFF2-40B4-BE49-F238E27FC236}">
                <a16:creationId xmlns:a16="http://schemas.microsoft.com/office/drawing/2014/main" id="{3FA5DB01-2689-1CBC-D32C-7E8E3B4DBE05}"/>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08" name="四角形: 角を丸くする 107">
            <a:extLst>
              <a:ext uri="{FF2B5EF4-FFF2-40B4-BE49-F238E27FC236}">
                <a16:creationId xmlns:a16="http://schemas.microsoft.com/office/drawing/2014/main" id="{F61652D0-99B3-B097-8BAF-C76D3ED9E49F}"/>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09" name="四角形: 角を丸くする 108">
            <a:extLst>
              <a:ext uri="{FF2B5EF4-FFF2-40B4-BE49-F238E27FC236}">
                <a16:creationId xmlns:a16="http://schemas.microsoft.com/office/drawing/2014/main" id="{72289BE2-D8B8-C142-7C48-53AFFEC285D2}"/>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10" name="四角形: 角を丸くする 109">
            <a:extLst>
              <a:ext uri="{FF2B5EF4-FFF2-40B4-BE49-F238E27FC236}">
                <a16:creationId xmlns:a16="http://schemas.microsoft.com/office/drawing/2014/main" id="{EF66C770-1B45-FB79-138A-DD896D9DD8C7}"/>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1" name="四角形: 角を丸くする 110">
            <a:extLst>
              <a:ext uri="{FF2B5EF4-FFF2-40B4-BE49-F238E27FC236}">
                <a16:creationId xmlns:a16="http://schemas.microsoft.com/office/drawing/2014/main" id="{EB609E9F-876E-C487-5030-5365653B874E}"/>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2" name="四角形: 角を丸くする 111">
            <a:extLst>
              <a:ext uri="{FF2B5EF4-FFF2-40B4-BE49-F238E27FC236}">
                <a16:creationId xmlns:a16="http://schemas.microsoft.com/office/drawing/2014/main" id="{23FA1621-F43F-D0EF-3491-E76EB03E03C7}"/>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3" name="四角形: 角を丸くする 112">
            <a:extLst>
              <a:ext uri="{FF2B5EF4-FFF2-40B4-BE49-F238E27FC236}">
                <a16:creationId xmlns:a16="http://schemas.microsoft.com/office/drawing/2014/main" id="{367DE0EE-947D-86D1-8251-E3AA13DC84B1}"/>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4" name="四角形: 角を丸くする 113">
            <a:extLst>
              <a:ext uri="{FF2B5EF4-FFF2-40B4-BE49-F238E27FC236}">
                <a16:creationId xmlns:a16="http://schemas.microsoft.com/office/drawing/2014/main" id="{DA988426-742B-3A0B-3F17-A5C3DC542AA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5" name="四角形: 角を丸くする 114">
            <a:extLst>
              <a:ext uri="{FF2B5EF4-FFF2-40B4-BE49-F238E27FC236}">
                <a16:creationId xmlns:a16="http://schemas.microsoft.com/office/drawing/2014/main" id="{39C561A6-F2DB-C313-64A8-0AEDFB80D9B9}"/>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6" name="四角形: 角を丸くする 115">
            <a:extLst>
              <a:ext uri="{FF2B5EF4-FFF2-40B4-BE49-F238E27FC236}">
                <a16:creationId xmlns:a16="http://schemas.microsoft.com/office/drawing/2014/main" id="{93BE2907-9AC0-84CB-B6D5-101DB572F085}"/>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7" name="四角形: 角を丸くする 116">
            <a:extLst>
              <a:ext uri="{FF2B5EF4-FFF2-40B4-BE49-F238E27FC236}">
                <a16:creationId xmlns:a16="http://schemas.microsoft.com/office/drawing/2014/main" id="{C6294511-7EB1-4862-67F2-CC710774635D}"/>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18" name="四角形: 角を丸くする 117">
            <a:extLst>
              <a:ext uri="{FF2B5EF4-FFF2-40B4-BE49-F238E27FC236}">
                <a16:creationId xmlns:a16="http://schemas.microsoft.com/office/drawing/2014/main" id="{4A5816DC-3E69-4CE1-3D48-6C5879704BFA}"/>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19" name="四角形: 角を丸くする 118">
            <a:extLst>
              <a:ext uri="{FF2B5EF4-FFF2-40B4-BE49-F238E27FC236}">
                <a16:creationId xmlns:a16="http://schemas.microsoft.com/office/drawing/2014/main" id="{4B2F1100-4A4D-E15E-8743-221A767CF819}"/>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CAA07A3E-E9B1-EBDA-AE68-292EFA38917D}"/>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1" name="四角形: 角を丸くする 120">
            <a:extLst>
              <a:ext uri="{FF2B5EF4-FFF2-40B4-BE49-F238E27FC236}">
                <a16:creationId xmlns:a16="http://schemas.microsoft.com/office/drawing/2014/main" id="{D902170E-CE35-9E67-319C-F90E6CD40669}"/>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2" name="四角形: 角を丸くする 121">
            <a:extLst>
              <a:ext uri="{FF2B5EF4-FFF2-40B4-BE49-F238E27FC236}">
                <a16:creationId xmlns:a16="http://schemas.microsoft.com/office/drawing/2014/main" id="{DDFEC31B-B1E9-CA59-B614-35CC03BDC061}"/>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3" name="四角形: 角を丸くする 122">
            <a:extLst>
              <a:ext uri="{FF2B5EF4-FFF2-40B4-BE49-F238E27FC236}">
                <a16:creationId xmlns:a16="http://schemas.microsoft.com/office/drawing/2014/main" id="{B071FA6D-9319-1C08-344B-C32F959773BB}"/>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4" name="四角形: 角を丸くする 123">
            <a:extLst>
              <a:ext uri="{FF2B5EF4-FFF2-40B4-BE49-F238E27FC236}">
                <a16:creationId xmlns:a16="http://schemas.microsoft.com/office/drawing/2014/main" id="{5803DA90-4CD1-C824-BEAF-2FE37B95AEA4}"/>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5" name="四角形: 角を丸くする 124">
            <a:extLst>
              <a:ext uri="{FF2B5EF4-FFF2-40B4-BE49-F238E27FC236}">
                <a16:creationId xmlns:a16="http://schemas.microsoft.com/office/drawing/2014/main" id="{CE575883-16FD-81BD-342A-AA9EF3209605}"/>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6" name="四角形: 角を丸くする 125">
            <a:extLst>
              <a:ext uri="{FF2B5EF4-FFF2-40B4-BE49-F238E27FC236}">
                <a16:creationId xmlns:a16="http://schemas.microsoft.com/office/drawing/2014/main" id="{C0AACFE6-730A-505C-5922-96F36E05F321}"/>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7" name="四角形: 角を丸くする 126">
            <a:extLst>
              <a:ext uri="{FF2B5EF4-FFF2-40B4-BE49-F238E27FC236}">
                <a16:creationId xmlns:a16="http://schemas.microsoft.com/office/drawing/2014/main" id="{F3268029-3EE8-E328-53FD-53D17C6C52A0}"/>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28" name="四角形: 角を丸くする 127">
            <a:extLst>
              <a:ext uri="{FF2B5EF4-FFF2-40B4-BE49-F238E27FC236}">
                <a16:creationId xmlns:a16="http://schemas.microsoft.com/office/drawing/2014/main" id="{86497C11-FE78-8F1B-87DE-8DFE890D4F21}"/>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9" name="四角形: 角を丸くする 128">
            <a:extLst>
              <a:ext uri="{FF2B5EF4-FFF2-40B4-BE49-F238E27FC236}">
                <a16:creationId xmlns:a16="http://schemas.microsoft.com/office/drawing/2014/main" id="{58FB2F6A-6ABD-194B-1DC2-DB82D8C730CD}"/>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0" name="四角形: 角を丸くする 129">
            <a:extLst>
              <a:ext uri="{FF2B5EF4-FFF2-40B4-BE49-F238E27FC236}">
                <a16:creationId xmlns:a16="http://schemas.microsoft.com/office/drawing/2014/main" id="{8EE3631D-F70A-4545-99E7-74E8CB5E62CB}"/>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1" name="四角形: 角を丸くする 130">
            <a:extLst>
              <a:ext uri="{FF2B5EF4-FFF2-40B4-BE49-F238E27FC236}">
                <a16:creationId xmlns:a16="http://schemas.microsoft.com/office/drawing/2014/main" id="{0890E3BA-3D76-4FBC-F7ED-4D93F3764CB8}"/>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2" name="四角形: 角を丸くする 131">
            <a:extLst>
              <a:ext uri="{FF2B5EF4-FFF2-40B4-BE49-F238E27FC236}">
                <a16:creationId xmlns:a16="http://schemas.microsoft.com/office/drawing/2014/main" id="{6AD3EB96-2D7D-8F51-FC19-7453CE0E26BC}"/>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3" name="四角形: 角を丸くする 132">
            <a:extLst>
              <a:ext uri="{FF2B5EF4-FFF2-40B4-BE49-F238E27FC236}">
                <a16:creationId xmlns:a16="http://schemas.microsoft.com/office/drawing/2014/main" id="{8CEB50D4-60A6-0B6D-D752-343ECC0569FB}"/>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4" name="四角形: 角を丸くする 133">
            <a:extLst>
              <a:ext uri="{FF2B5EF4-FFF2-40B4-BE49-F238E27FC236}">
                <a16:creationId xmlns:a16="http://schemas.microsoft.com/office/drawing/2014/main" id="{4E402991-6F2A-CD70-F31C-5EB51733B04D}"/>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5" name="四角形: 角を丸くする 134">
            <a:extLst>
              <a:ext uri="{FF2B5EF4-FFF2-40B4-BE49-F238E27FC236}">
                <a16:creationId xmlns:a16="http://schemas.microsoft.com/office/drawing/2014/main" id="{1E593379-680A-9D82-C4C3-DAAFB30CA02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73212A89-DF52-C2CC-C7E6-1AC80FD0C7B8}"/>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7" name="四角形: 角を丸くする 136">
            <a:extLst>
              <a:ext uri="{FF2B5EF4-FFF2-40B4-BE49-F238E27FC236}">
                <a16:creationId xmlns:a16="http://schemas.microsoft.com/office/drawing/2014/main" id="{D6458208-F264-F19A-D91F-4246AADD6690}"/>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8" name="四角形: 角を丸くする 137">
            <a:extLst>
              <a:ext uri="{FF2B5EF4-FFF2-40B4-BE49-F238E27FC236}">
                <a16:creationId xmlns:a16="http://schemas.microsoft.com/office/drawing/2014/main" id="{95191985-0865-5BCB-F5E1-707310B157A0}"/>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39" name="四角形: 角を丸くする 138">
            <a:extLst>
              <a:ext uri="{FF2B5EF4-FFF2-40B4-BE49-F238E27FC236}">
                <a16:creationId xmlns:a16="http://schemas.microsoft.com/office/drawing/2014/main" id="{27AF32EF-4FC2-EFBC-2841-68A2B45F5808}"/>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0" name="四角形: 角を丸くする 139">
            <a:extLst>
              <a:ext uri="{FF2B5EF4-FFF2-40B4-BE49-F238E27FC236}">
                <a16:creationId xmlns:a16="http://schemas.microsoft.com/office/drawing/2014/main" id="{CF9BE550-53A8-3DB0-59C8-61EC91D305B0}"/>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1" name="四角形: 角を丸くする 140">
            <a:extLst>
              <a:ext uri="{FF2B5EF4-FFF2-40B4-BE49-F238E27FC236}">
                <a16:creationId xmlns:a16="http://schemas.microsoft.com/office/drawing/2014/main" id="{DED5DF17-03DD-BF04-98FD-5CB9A89BC45B}"/>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2" name="四角形: 角を丸くする 141">
            <a:extLst>
              <a:ext uri="{FF2B5EF4-FFF2-40B4-BE49-F238E27FC236}">
                <a16:creationId xmlns:a16="http://schemas.microsoft.com/office/drawing/2014/main" id="{8164F810-04D0-489C-BA23-6230F086057F}"/>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3" name="四角形: 角を丸くする 142">
            <a:extLst>
              <a:ext uri="{FF2B5EF4-FFF2-40B4-BE49-F238E27FC236}">
                <a16:creationId xmlns:a16="http://schemas.microsoft.com/office/drawing/2014/main" id="{0880B018-D0A8-83E7-8FC5-CA7943DA5CC0}"/>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4" name="四角形: 角を丸くする 143">
            <a:extLst>
              <a:ext uri="{FF2B5EF4-FFF2-40B4-BE49-F238E27FC236}">
                <a16:creationId xmlns:a16="http://schemas.microsoft.com/office/drawing/2014/main" id="{D0AC83B5-4703-44F3-9A62-01D488DA9B45}"/>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33D12307-0B2A-4942-47A6-F6CF6EB99385}"/>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BC8F6E15-660D-0090-BC5B-29A7A4EF1978}"/>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D3EEEA56-0D87-9564-F112-984B2A8E2097}"/>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1FE51228-6E63-FCB3-284E-70442D151A10}"/>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9" name="テキスト ボックス 8">
            <a:extLst>
              <a:ext uri="{FF2B5EF4-FFF2-40B4-BE49-F238E27FC236}">
                <a16:creationId xmlns:a16="http://schemas.microsoft.com/office/drawing/2014/main" id="{A88F9678-EE18-770A-2477-58CEEE4B45CC}"/>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8F365357-DE12-9876-B225-E92619BE4990}"/>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2C1FEF50-5290-33DB-B0B9-00ED33A9177C}"/>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9B9A92C6-3240-95B0-3F19-D2313F0D267A}"/>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7626DD5C-4FD3-AF3B-BE0C-A694B94AF6F2}"/>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A0825678-016B-E3C4-3B22-592D641CDD1F}"/>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CAA604DD-F3D8-3A4D-CA05-56C61B0C7DD7}"/>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B28FF695-B5A5-846F-D7A6-525CC023206E}"/>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8C05B532-0E6F-AD9B-48E8-F5EDAA24F365}"/>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7EBD181A-3E49-41C0-DE5A-1A5BD24C5625}"/>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7" name="テキスト ボックス 6">
            <a:extLst>
              <a:ext uri="{FF2B5EF4-FFF2-40B4-BE49-F238E27FC236}">
                <a16:creationId xmlns:a16="http://schemas.microsoft.com/office/drawing/2014/main" id="{E87B7086-55E9-DED5-D9C3-442815B65F6E}"/>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10" name="テキスト ボックス 9">
            <a:extLst>
              <a:ext uri="{FF2B5EF4-FFF2-40B4-BE49-F238E27FC236}">
                <a16:creationId xmlns:a16="http://schemas.microsoft.com/office/drawing/2014/main" id="{055774D0-7E21-92B9-8C35-050932E470C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45087505"/>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371D64-4EEC-6CFE-BF19-59E344D11F68}"/>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45E6E0E6-0201-85E4-8A34-635BE917384F}"/>
              </a:ext>
            </a:extLst>
          </p:cNvPr>
          <p:cNvSpPr>
            <a:spLocks noGrp="1" noRot="1" noMove="1" noResize="1" noEditPoints="1" noAdjustHandles="1" noChangeArrowheads="1" noChangeShapeType="1"/>
          </p:cNvSpPr>
          <p:nvPr/>
        </p:nvSpPr>
        <p:spPr>
          <a:xfrm>
            <a:off x="281763" y="761202"/>
            <a:ext cx="11637335" cy="5931994"/>
          </a:xfrm>
          <a:prstGeom prst="rect">
            <a:avLst/>
          </a:prstGeom>
          <a:solidFill>
            <a:srgbClr val="1212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F4C368B-D7C3-1A4C-B7F5-916B4F2F3DCF}"/>
              </a:ext>
            </a:extLst>
          </p:cNvPr>
          <p:cNvSpPr/>
          <p:nvPr/>
        </p:nvSpPr>
        <p:spPr>
          <a:xfrm>
            <a:off x="289737" y="777433"/>
            <a:ext cx="11637335" cy="1105897"/>
          </a:xfrm>
          <a:prstGeom prst="rect">
            <a:avLst/>
          </a:prstGeom>
          <a:solidFill>
            <a:srgbClr val="3D3D3D"/>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56875B0F-C0E6-96BF-20B1-2CAAEFAE7765}"/>
              </a:ext>
            </a:extLst>
          </p:cNvPr>
          <p:cNvSpPr/>
          <p:nvPr/>
        </p:nvSpPr>
        <p:spPr>
          <a:xfrm>
            <a:off x="281763" y="761201"/>
            <a:ext cx="11637335" cy="1105897"/>
          </a:xfrm>
          <a:prstGeom prst="rect">
            <a:avLst/>
          </a:prstGeom>
          <a:solidFill>
            <a:srgbClr val="1E1E1E"/>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3" name="四角形: 角を丸くする 2">
            <a:extLst>
              <a:ext uri="{FF2B5EF4-FFF2-40B4-BE49-F238E27FC236}">
                <a16:creationId xmlns:a16="http://schemas.microsoft.com/office/drawing/2014/main" id="{D3F903EA-82AF-B47A-9FD4-75FE7E2D5B46}"/>
              </a:ext>
            </a:extLst>
          </p:cNvPr>
          <p:cNvSpPr/>
          <p:nvPr/>
        </p:nvSpPr>
        <p:spPr>
          <a:xfrm>
            <a:off x="435935" y="880888"/>
            <a:ext cx="1102284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24EE0568-7F63-980D-E039-FC95C1E48109}"/>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solidFill>
                  <a:schemeClr val="bg1"/>
                </a:solidFill>
              </a:rPr>
              <a:t>▢</a:t>
            </a:r>
            <a:r>
              <a:rPr kumimoji="1" lang="en-US" altLang="ja-JP" sz="1200" dirty="0">
                <a:solidFill>
                  <a:schemeClr val="bg1"/>
                </a:solidFill>
              </a:rPr>
              <a:t>15</a:t>
            </a:r>
            <a:r>
              <a:rPr kumimoji="1" lang="ja-JP" altLang="en-US" sz="1200" dirty="0">
                <a:solidFill>
                  <a:schemeClr val="bg1"/>
                </a:solidFill>
              </a:rPr>
              <a:t>期 ▢</a:t>
            </a:r>
            <a:r>
              <a:rPr kumimoji="1" lang="en-US" altLang="ja-JP" sz="1200" dirty="0">
                <a:solidFill>
                  <a:schemeClr val="bg1"/>
                </a:solidFill>
              </a:rPr>
              <a:t>16</a:t>
            </a:r>
            <a:r>
              <a:rPr kumimoji="1" lang="ja-JP" altLang="en-US" sz="1200" dirty="0">
                <a:solidFill>
                  <a:schemeClr val="bg1"/>
                </a:solidFill>
              </a:rPr>
              <a:t>期 ▢</a:t>
            </a:r>
            <a:r>
              <a:rPr kumimoji="1" lang="en-US" altLang="ja-JP" sz="1200" dirty="0">
                <a:solidFill>
                  <a:schemeClr val="bg1"/>
                </a:solidFill>
              </a:rPr>
              <a:t>17</a:t>
            </a:r>
            <a:r>
              <a:rPr kumimoji="1" lang="ja-JP" altLang="en-US" sz="1200" dirty="0">
                <a:solidFill>
                  <a:schemeClr val="bg1"/>
                </a:solidFill>
              </a:rPr>
              <a:t>期 ▢</a:t>
            </a:r>
            <a:r>
              <a:rPr kumimoji="1" lang="en-US" altLang="ja-JP" sz="1200" dirty="0">
                <a:solidFill>
                  <a:schemeClr val="bg1"/>
                </a:solidFill>
              </a:rPr>
              <a:t>18</a:t>
            </a:r>
            <a:r>
              <a:rPr kumimoji="1" lang="ja-JP" altLang="en-US" sz="1200" dirty="0">
                <a:solidFill>
                  <a:schemeClr val="bg1"/>
                </a:solidFill>
              </a:rPr>
              <a:t>期 ▢</a:t>
            </a:r>
            <a:r>
              <a:rPr kumimoji="1" lang="en-US" altLang="ja-JP" sz="1200" dirty="0">
                <a:solidFill>
                  <a:schemeClr val="bg1"/>
                </a:solidFill>
              </a:rPr>
              <a:t>19</a:t>
            </a:r>
            <a:r>
              <a:rPr kumimoji="1" lang="ja-JP" altLang="en-US" sz="1200" dirty="0">
                <a:solidFill>
                  <a:schemeClr val="bg1"/>
                </a:solidFill>
              </a:rPr>
              <a:t>期 ▢</a:t>
            </a:r>
            <a:r>
              <a:rPr kumimoji="1" lang="en-US" altLang="ja-JP" sz="1200" dirty="0">
                <a:solidFill>
                  <a:schemeClr val="bg1"/>
                </a:solidFill>
              </a:rPr>
              <a:t>20</a:t>
            </a:r>
            <a:r>
              <a:rPr kumimoji="1" lang="ja-JP" altLang="en-US" sz="1200" dirty="0">
                <a:solidFill>
                  <a:schemeClr val="bg1"/>
                </a:solidFill>
              </a:rPr>
              <a:t>期 ▢</a:t>
            </a:r>
            <a:r>
              <a:rPr kumimoji="1" lang="en-US" altLang="ja-JP" sz="1200" dirty="0">
                <a:solidFill>
                  <a:schemeClr val="bg1"/>
                </a:solidFill>
              </a:rPr>
              <a:t>21</a:t>
            </a:r>
            <a:r>
              <a:rPr kumimoji="1" lang="ja-JP" altLang="en-US" sz="1200" dirty="0">
                <a:solidFill>
                  <a:schemeClr val="bg1"/>
                </a:solidFill>
              </a:rPr>
              <a:t>期 ▢</a:t>
            </a:r>
            <a:r>
              <a:rPr kumimoji="1" lang="en-US" altLang="ja-JP" sz="1200" dirty="0">
                <a:solidFill>
                  <a:schemeClr val="bg1"/>
                </a:solidFill>
              </a:rPr>
              <a:t>22</a:t>
            </a:r>
            <a:r>
              <a:rPr kumimoji="1" lang="ja-JP" altLang="en-US" sz="1200" dirty="0">
                <a:solidFill>
                  <a:schemeClr val="bg1"/>
                </a:solidFill>
              </a:rPr>
              <a:t>期</a:t>
            </a:r>
            <a:endParaRPr kumimoji="1" lang="en-US" altLang="ja-JP" sz="1200" dirty="0">
              <a:solidFill>
                <a:schemeClr val="bg1"/>
              </a:solidFill>
            </a:endParaRPr>
          </a:p>
          <a:p>
            <a:r>
              <a:rPr lang="ja-JP" altLang="en-US" sz="1200" dirty="0">
                <a:solidFill>
                  <a:schemeClr val="bg1"/>
                </a:solidFill>
              </a:rPr>
              <a:t>▢化学 ▢環境 ▢教育 ▢経営 ▢経済 ▢芸術 ▢言語 ▢健康 ▢工学 ▢国際 ▢情報 ▢人権 ▢数学 ▢スポーツ ▢生物 ▢福祉 ▢物理 ▢文化 ▢歴史 ▢その他</a:t>
            </a:r>
            <a:endParaRPr lang="en-US" altLang="ja-JP" sz="1200" dirty="0">
              <a:solidFill>
                <a:schemeClr val="bg1"/>
              </a:solidFill>
            </a:endParaRPr>
          </a:p>
        </p:txBody>
      </p:sp>
      <p:sp>
        <p:nvSpPr>
          <p:cNvPr id="4" name="テキスト ボックス 3">
            <a:extLst>
              <a:ext uri="{FF2B5EF4-FFF2-40B4-BE49-F238E27FC236}">
                <a16:creationId xmlns:a16="http://schemas.microsoft.com/office/drawing/2014/main" id="{4F85EE75-16E5-2FC7-22B3-9FB64DD2D8A8}"/>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solidFill>
                  <a:schemeClr val="bg1"/>
                </a:solidFill>
              </a:rPr>
              <a:t>該当件数</a:t>
            </a:r>
            <a:r>
              <a:rPr lang="en-US" altLang="ja-JP" sz="800" dirty="0">
                <a:solidFill>
                  <a:schemeClr val="bg1"/>
                </a:solidFill>
              </a:rPr>
              <a:t>: </a:t>
            </a:r>
            <a:r>
              <a:rPr kumimoji="1" lang="en-US" altLang="ja-JP" sz="800" dirty="0">
                <a:solidFill>
                  <a:schemeClr val="bg1"/>
                </a:solidFill>
              </a:rPr>
              <a:t>119/</a:t>
            </a:r>
            <a:r>
              <a:rPr kumimoji="1" lang="ja-JP" altLang="en-US" sz="800" dirty="0">
                <a:solidFill>
                  <a:schemeClr val="bg1"/>
                </a:solidFill>
              </a:rPr>
              <a:t>全</a:t>
            </a:r>
            <a:r>
              <a:rPr kumimoji="1" lang="en-US" altLang="ja-JP" sz="800" dirty="0">
                <a:solidFill>
                  <a:schemeClr val="bg1"/>
                </a:solidFill>
              </a:rPr>
              <a:t>119</a:t>
            </a:r>
            <a:r>
              <a:rPr kumimoji="1" lang="ja-JP" altLang="en-US" sz="800" dirty="0">
                <a:solidFill>
                  <a:schemeClr val="bg1"/>
                </a:solidFill>
              </a:rPr>
              <a:t>件</a:t>
            </a:r>
          </a:p>
        </p:txBody>
      </p:sp>
      <p:sp>
        <p:nvSpPr>
          <p:cNvPr id="7" name="四角形: 角を丸くする 6">
            <a:extLst>
              <a:ext uri="{FF2B5EF4-FFF2-40B4-BE49-F238E27FC236}">
                <a16:creationId xmlns:a16="http://schemas.microsoft.com/office/drawing/2014/main" id="{D0B890F6-2723-02F8-3B7B-6708CEB8D6CD}"/>
              </a:ext>
            </a:extLst>
          </p:cNvPr>
          <p:cNvSpPr/>
          <p:nvPr/>
        </p:nvSpPr>
        <p:spPr>
          <a:xfrm>
            <a:off x="440948"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bg1"/>
                </a:solidFill>
              </a:rPr>
              <a:t>Shoun Poster Finder</a:t>
            </a: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13" name="四角形: 角を丸くする 12">
            <a:extLst>
              <a:ext uri="{FF2B5EF4-FFF2-40B4-BE49-F238E27FC236}">
                <a16:creationId xmlns:a16="http://schemas.microsoft.com/office/drawing/2014/main" id="{68D7FC7B-B042-A46B-95F6-7FC2C6B66E50}"/>
              </a:ext>
            </a:extLst>
          </p:cNvPr>
          <p:cNvSpPr/>
          <p:nvPr/>
        </p:nvSpPr>
        <p:spPr>
          <a:xfrm>
            <a:off x="52443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14" name="四角形: 角を丸くする 13">
            <a:extLst>
              <a:ext uri="{FF2B5EF4-FFF2-40B4-BE49-F238E27FC236}">
                <a16:creationId xmlns:a16="http://schemas.microsoft.com/office/drawing/2014/main" id="{C3590482-946B-FAB6-D242-396CCB61DE3F}"/>
              </a:ext>
            </a:extLst>
          </p:cNvPr>
          <p:cNvSpPr/>
          <p:nvPr/>
        </p:nvSpPr>
        <p:spPr>
          <a:xfrm>
            <a:off x="1167310"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15" name="四角形: 角を丸くする 14">
            <a:extLst>
              <a:ext uri="{FF2B5EF4-FFF2-40B4-BE49-F238E27FC236}">
                <a16:creationId xmlns:a16="http://schemas.microsoft.com/office/drawing/2014/main" id="{48E3CCCB-B61E-6513-57CE-4D3CA3A4857F}"/>
              </a:ext>
            </a:extLst>
          </p:cNvPr>
          <p:cNvSpPr/>
          <p:nvPr/>
        </p:nvSpPr>
        <p:spPr>
          <a:xfrm>
            <a:off x="2735060" y="2115878"/>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紫外線による肌へのダメージ ～漢三人で挑む～</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田中太郎 鈴木次郎 斎藤三郎</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日焼け ガン </a:t>
            </a:r>
            <a:endParaRPr kumimoji="1" lang="en-US" altLang="ja-JP" sz="800" dirty="0">
              <a:solidFill>
                <a:schemeClr val="bg1"/>
              </a:solidFill>
            </a:endParaRPr>
          </a:p>
        </p:txBody>
      </p:sp>
      <p:sp>
        <p:nvSpPr>
          <p:cNvPr id="16" name="四角形: 角を丸くする 15">
            <a:extLst>
              <a:ext uri="{FF2B5EF4-FFF2-40B4-BE49-F238E27FC236}">
                <a16:creationId xmlns:a16="http://schemas.microsoft.com/office/drawing/2014/main" id="{8C607F15-0D14-679B-B165-F8C2D5668870}"/>
              </a:ext>
            </a:extLst>
          </p:cNvPr>
          <p:cNvSpPr/>
          <p:nvPr/>
        </p:nvSpPr>
        <p:spPr>
          <a:xfrm>
            <a:off x="281508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17" name="四角形: 角を丸くする 16">
            <a:extLst>
              <a:ext uri="{FF2B5EF4-FFF2-40B4-BE49-F238E27FC236}">
                <a16:creationId xmlns:a16="http://schemas.microsoft.com/office/drawing/2014/main" id="{9D26BAA0-B468-19D1-5C43-459D5CF6AD12}"/>
              </a:ext>
            </a:extLst>
          </p:cNvPr>
          <p:cNvSpPr/>
          <p:nvPr/>
        </p:nvSpPr>
        <p:spPr>
          <a:xfrm>
            <a:off x="345583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健康</a:t>
            </a:r>
          </a:p>
        </p:txBody>
      </p:sp>
      <p:sp>
        <p:nvSpPr>
          <p:cNvPr id="18" name="四角形: 角を丸くする 17">
            <a:extLst>
              <a:ext uri="{FF2B5EF4-FFF2-40B4-BE49-F238E27FC236}">
                <a16:creationId xmlns:a16="http://schemas.microsoft.com/office/drawing/2014/main" id="{C3E54082-747A-C312-4FC5-86C4AEDA6F8C}"/>
              </a:ext>
            </a:extLst>
          </p:cNvPr>
          <p:cNvSpPr/>
          <p:nvPr/>
        </p:nvSpPr>
        <p:spPr>
          <a:xfrm>
            <a:off x="5029171" y="2115878"/>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絵本と呼べるのはどこから？ーマンガも絵本</a:t>
            </a:r>
            <a:r>
              <a:rPr lang="en-US" altLang="ja-JP" sz="1200" b="1" dirty="0">
                <a:solidFill>
                  <a:schemeClr val="bg1"/>
                </a:solidFill>
              </a:rPr>
              <a:t>!?</a:t>
            </a:r>
            <a:r>
              <a:rPr lang="ja-JP" altLang="en-US" sz="1200" b="1" dirty="0">
                <a:solidFill>
                  <a:schemeClr val="bg1"/>
                </a:solidFill>
              </a:rPr>
              <a:t>ー</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榊原眞己 駒井久美子</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統計 デザイン</a:t>
            </a:r>
            <a:endParaRPr kumimoji="1" lang="en-US" altLang="ja-JP" sz="800" dirty="0">
              <a:solidFill>
                <a:schemeClr val="bg1"/>
              </a:solidFill>
            </a:endParaRPr>
          </a:p>
        </p:txBody>
      </p:sp>
      <p:sp>
        <p:nvSpPr>
          <p:cNvPr id="19" name="四角形: 角を丸くする 18">
            <a:extLst>
              <a:ext uri="{FF2B5EF4-FFF2-40B4-BE49-F238E27FC236}">
                <a16:creationId xmlns:a16="http://schemas.microsoft.com/office/drawing/2014/main" id="{644143BA-EF3C-D538-026F-A660BDAF5314}"/>
              </a:ext>
            </a:extLst>
          </p:cNvPr>
          <p:cNvSpPr/>
          <p:nvPr/>
        </p:nvSpPr>
        <p:spPr>
          <a:xfrm>
            <a:off x="5105791"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21" name="四角形: 角を丸くする 20">
            <a:extLst>
              <a:ext uri="{FF2B5EF4-FFF2-40B4-BE49-F238E27FC236}">
                <a16:creationId xmlns:a16="http://schemas.microsoft.com/office/drawing/2014/main" id="{D3972D5C-4B18-69C2-CF0D-30257FB87DAB}"/>
              </a:ext>
            </a:extLst>
          </p:cNvPr>
          <p:cNvSpPr/>
          <p:nvPr/>
        </p:nvSpPr>
        <p:spPr>
          <a:xfrm>
            <a:off x="7382805"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世界共通の言葉を作ろう</a:t>
            </a:r>
            <a:r>
              <a:rPr lang="en-US" altLang="ja-JP" sz="1200" b="1" dirty="0">
                <a:solidFill>
                  <a:schemeClr val="bg1"/>
                </a:solidFill>
              </a:rPr>
              <a:t>!</a:t>
            </a:r>
          </a:p>
          <a:p>
            <a:endParaRPr lang="en-US" altLang="ja-JP" sz="800" dirty="0">
              <a:solidFill>
                <a:schemeClr val="bg1"/>
              </a:solidFill>
            </a:endParaRPr>
          </a:p>
          <a:p>
            <a:r>
              <a:rPr kumimoji="1" lang="ja-JP" altLang="en-US" sz="800" dirty="0">
                <a:solidFill>
                  <a:schemeClr val="bg1"/>
                </a:solidFill>
              </a:rPr>
              <a:t>占市悠太 九岡雄介 山木優</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英語 ユニバーサルデザイン </a:t>
            </a:r>
            <a:r>
              <a:rPr lang="en-US" altLang="ja-JP" sz="800" dirty="0">
                <a:solidFill>
                  <a:schemeClr val="bg1"/>
                </a:solidFill>
              </a:rPr>
              <a:t>SNS</a:t>
            </a:r>
            <a:r>
              <a:rPr lang="ja-JP" altLang="en-US" sz="800" dirty="0">
                <a:solidFill>
                  <a:schemeClr val="bg1"/>
                </a:solidFill>
              </a:rPr>
              <a:t> </a:t>
            </a:r>
            <a:r>
              <a:rPr lang="en-US" altLang="ja-JP" sz="800" dirty="0">
                <a:solidFill>
                  <a:schemeClr val="bg1"/>
                </a:solidFill>
              </a:rPr>
              <a:t>AI</a:t>
            </a:r>
            <a:r>
              <a:rPr lang="ja-JP" altLang="en-US" sz="800" dirty="0">
                <a:solidFill>
                  <a:schemeClr val="bg1"/>
                </a:solidFill>
              </a:rPr>
              <a:t> 言語ベクトル</a:t>
            </a:r>
            <a:endParaRPr kumimoji="1" lang="en-US" altLang="ja-JP" sz="1050" dirty="0">
              <a:solidFill>
                <a:schemeClr val="bg1"/>
              </a:solidFill>
            </a:endParaRPr>
          </a:p>
        </p:txBody>
      </p:sp>
      <p:sp>
        <p:nvSpPr>
          <p:cNvPr id="22" name="四角形: 角を丸くする 21">
            <a:extLst>
              <a:ext uri="{FF2B5EF4-FFF2-40B4-BE49-F238E27FC236}">
                <a16:creationId xmlns:a16="http://schemas.microsoft.com/office/drawing/2014/main" id="{BE789FB9-22B7-75CB-83CC-647AA9352946}"/>
              </a:ext>
            </a:extLst>
          </p:cNvPr>
          <p:cNvSpPr/>
          <p:nvPr/>
        </p:nvSpPr>
        <p:spPr>
          <a:xfrm>
            <a:off x="7467879"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言語</a:t>
            </a:r>
            <a:endParaRPr kumimoji="1" lang="ja-JP" altLang="en-US" sz="1200" dirty="0">
              <a:solidFill>
                <a:schemeClr val="bg1"/>
              </a:solidFill>
            </a:endParaRPr>
          </a:p>
        </p:txBody>
      </p:sp>
      <p:sp>
        <p:nvSpPr>
          <p:cNvPr id="23" name="四角形: 角を丸くする 22">
            <a:extLst>
              <a:ext uri="{FF2B5EF4-FFF2-40B4-BE49-F238E27FC236}">
                <a16:creationId xmlns:a16="http://schemas.microsoft.com/office/drawing/2014/main" id="{6518A3F5-21FA-4D5C-2061-B0941FB695B3}"/>
              </a:ext>
            </a:extLst>
          </p:cNvPr>
          <p:cNvSpPr/>
          <p:nvPr/>
        </p:nvSpPr>
        <p:spPr>
          <a:xfrm>
            <a:off x="811089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国際</a:t>
            </a:r>
          </a:p>
        </p:txBody>
      </p:sp>
      <p:sp>
        <p:nvSpPr>
          <p:cNvPr id="24" name="四角形: 角を丸くする 23">
            <a:extLst>
              <a:ext uri="{FF2B5EF4-FFF2-40B4-BE49-F238E27FC236}">
                <a16:creationId xmlns:a16="http://schemas.microsoft.com/office/drawing/2014/main" id="{777B3876-5666-A10C-97A3-921BB69E3F14}"/>
              </a:ext>
            </a:extLst>
          </p:cNvPr>
          <p:cNvSpPr/>
          <p:nvPr/>
        </p:nvSpPr>
        <p:spPr>
          <a:xfrm>
            <a:off x="9719333"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最も買ってくれるお店の配置は。</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翔佩売子 何出藻買男</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オンラインショッピング </a:t>
            </a:r>
            <a:r>
              <a:rPr lang="en-US" altLang="ja-JP" sz="800" dirty="0">
                <a:solidFill>
                  <a:schemeClr val="bg1"/>
                </a:solidFill>
              </a:rPr>
              <a:t>100</a:t>
            </a:r>
            <a:r>
              <a:rPr lang="ja-JP" altLang="en-US" sz="800" dirty="0">
                <a:solidFill>
                  <a:schemeClr val="bg1"/>
                </a:solidFill>
              </a:rPr>
              <a:t>円均一 </a:t>
            </a:r>
            <a:endParaRPr kumimoji="1" lang="en-US" altLang="ja-JP" sz="1050" dirty="0">
              <a:solidFill>
                <a:schemeClr val="bg1"/>
              </a:solidFill>
            </a:endParaRPr>
          </a:p>
        </p:txBody>
      </p:sp>
      <p:sp>
        <p:nvSpPr>
          <p:cNvPr id="25" name="四角形: 角を丸くする 24">
            <a:extLst>
              <a:ext uri="{FF2B5EF4-FFF2-40B4-BE49-F238E27FC236}">
                <a16:creationId xmlns:a16="http://schemas.microsoft.com/office/drawing/2014/main" id="{D9EE3A7A-F178-2802-10F4-25570168CBBC}"/>
              </a:ext>
            </a:extLst>
          </p:cNvPr>
          <p:cNvSpPr/>
          <p:nvPr/>
        </p:nvSpPr>
        <p:spPr>
          <a:xfrm>
            <a:off x="979964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経営</a:t>
            </a:r>
            <a:endParaRPr kumimoji="1" lang="ja-JP" altLang="en-US" sz="1200" dirty="0">
              <a:solidFill>
                <a:schemeClr val="bg1"/>
              </a:solidFill>
            </a:endParaRPr>
          </a:p>
        </p:txBody>
      </p:sp>
      <p:sp>
        <p:nvSpPr>
          <p:cNvPr id="26" name="四角形: 角を丸くする 25">
            <a:extLst>
              <a:ext uri="{FF2B5EF4-FFF2-40B4-BE49-F238E27FC236}">
                <a16:creationId xmlns:a16="http://schemas.microsoft.com/office/drawing/2014/main" id="{FCFAAF67-CA33-574B-A0DE-809DD1BF310D}"/>
              </a:ext>
            </a:extLst>
          </p:cNvPr>
          <p:cNvSpPr/>
          <p:nvPr/>
        </p:nvSpPr>
        <p:spPr>
          <a:xfrm>
            <a:off x="10442671"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経済</a:t>
            </a:r>
          </a:p>
        </p:txBody>
      </p:sp>
      <p:sp>
        <p:nvSpPr>
          <p:cNvPr id="27" name="四角形: 角を丸くする 26">
            <a:extLst>
              <a:ext uri="{FF2B5EF4-FFF2-40B4-BE49-F238E27FC236}">
                <a16:creationId xmlns:a16="http://schemas.microsoft.com/office/drawing/2014/main" id="{6E066462-3A14-BD49-0065-7ECB464C3E1C}"/>
              </a:ext>
            </a:extLst>
          </p:cNvPr>
          <p:cNvSpPr/>
          <p:nvPr/>
        </p:nvSpPr>
        <p:spPr>
          <a:xfrm>
            <a:off x="435935"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ロボットだって何でもできるもん！</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根田侭田 思井撞勘</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プログラミング エンジニアリング メカ</a:t>
            </a:r>
            <a:endParaRPr kumimoji="1" lang="en-US" altLang="ja-JP" sz="800" dirty="0">
              <a:solidFill>
                <a:schemeClr val="bg1"/>
              </a:solidFill>
            </a:endParaRPr>
          </a:p>
        </p:txBody>
      </p:sp>
      <p:sp>
        <p:nvSpPr>
          <p:cNvPr id="28" name="四角形: 角を丸くする 27">
            <a:extLst>
              <a:ext uri="{FF2B5EF4-FFF2-40B4-BE49-F238E27FC236}">
                <a16:creationId xmlns:a16="http://schemas.microsoft.com/office/drawing/2014/main" id="{1259481D-D6F1-628F-6322-E50183A9609E}"/>
              </a:ext>
            </a:extLst>
          </p:cNvPr>
          <p:cNvSpPr/>
          <p:nvPr/>
        </p:nvSpPr>
        <p:spPr>
          <a:xfrm>
            <a:off x="51942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工学</a:t>
            </a:r>
            <a:endParaRPr kumimoji="1" lang="ja-JP" altLang="en-US" sz="1200" dirty="0">
              <a:solidFill>
                <a:schemeClr val="bg1"/>
              </a:solidFill>
            </a:endParaRPr>
          </a:p>
        </p:txBody>
      </p:sp>
      <p:sp>
        <p:nvSpPr>
          <p:cNvPr id="30" name="四角形: 角を丸くする 29">
            <a:extLst>
              <a:ext uri="{FF2B5EF4-FFF2-40B4-BE49-F238E27FC236}">
                <a16:creationId xmlns:a16="http://schemas.microsoft.com/office/drawing/2014/main" id="{079DD520-3221-4412-EA71-9B5B78D8B493}"/>
              </a:ext>
            </a:extLst>
          </p:cNvPr>
          <p:cNvSpPr/>
          <p:nvPr/>
        </p:nvSpPr>
        <p:spPr>
          <a:xfrm>
            <a:off x="2730047" y="4017285"/>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楽で正確なヘルストラッキング</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荒井健太 小米林檎</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データ スマートウォッチ スマートリング</a:t>
            </a:r>
            <a:endParaRPr kumimoji="1" lang="en-US" altLang="ja-JP" sz="800" dirty="0">
              <a:solidFill>
                <a:schemeClr val="bg1"/>
              </a:solidFill>
            </a:endParaRPr>
          </a:p>
        </p:txBody>
      </p:sp>
      <p:sp>
        <p:nvSpPr>
          <p:cNvPr id="31" name="四角形: 角を丸くする 30">
            <a:extLst>
              <a:ext uri="{FF2B5EF4-FFF2-40B4-BE49-F238E27FC236}">
                <a16:creationId xmlns:a16="http://schemas.microsoft.com/office/drawing/2014/main" id="{7C568E97-63A8-AEB5-60BB-95972AC384EE}"/>
              </a:ext>
            </a:extLst>
          </p:cNvPr>
          <p:cNvSpPr/>
          <p:nvPr/>
        </p:nvSpPr>
        <p:spPr>
          <a:xfrm>
            <a:off x="2810073"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健康</a:t>
            </a:r>
            <a:endParaRPr kumimoji="1" lang="ja-JP" altLang="en-US" sz="1200" dirty="0">
              <a:solidFill>
                <a:schemeClr val="bg1"/>
              </a:solidFill>
            </a:endParaRPr>
          </a:p>
        </p:txBody>
      </p:sp>
      <p:sp>
        <p:nvSpPr>
          <p:cNvPr id="32" name="四角形: 角を丸くする 31">
            <a:extLst>
              <a:ext uri="{FF2B5EF4-FFF2-40B4-BE49-F238E27FC236}">
                <a16:creationId xmlns:a16="http://schemas.microsoft.com/office/drawing/2014/main" id="{B987426D-2624-6905-C4D8-90748B06D9D6}"/>
              </a:ext>
            </a:extLst>
          </p:cNvPr>
          <p:cNvSpPr/>
          <p:nvPr/>
        </p:nvSpPr>
        <p:spPr>
          <a:xfrm>
            <a:off x="345082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33" name="四角形: 角を丸くする 32">
            <a:extLst>
              <a:ext uri="{FF2B5EF4-FFF2-40B4-BE49-F238E27FC236}">
                <a16:creationId xmlns:a16="http://schemas.microsoft.com/office/drawing/2014/main" id="{DCA896D2-7708-B62D-BB84-0815215223B8}"/>
              </a:ext>
            </a:extLst>
          </p:cNvPr>
          <p:cNvSpPr/>
          <p:nvPr/>
        </p:nvSpPr>
        <p:spPr>
          <a:xfrm>
            <a:off x="5024158" y="4017285"/>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過去の偉人の実験精度を検証してみよう～実は高精度～</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船川豊作 新田真実</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架空 どんでん返し 本人 </a:t>
            </a:r>
            <a:endParaRPr kumimoji="1" lang="en-US" altLang="ja-JP" sz="800" dirty="0">
              <a:solidFill>
                <a:schemeClr val="bg1"/>
              </a:solidFill>
            </a:endParaRPr>
          </a:p>
        </p:txBody>
      </p:sp>
      <p:sp>
        <p:nvSpPr>
          <p:cNvPr id="34" name="四角形: 角を丸くする 33">
            <a:extLst>
              <a:ext uri="{FF2B5EF4-FFF2-40B4-BE49-F238E27FC236}">
                <a16:creationId xmlns:a16="http://schemas.microsoft.com/office/drawing/2014/main" id="{3067D8FD-B13C-3359-04AC-E3C53D7ACFA5}"/>
              </a:ext>
            </a:extLst>
          </p:cNvPr>
          <p:cNvSpPr/>
          <p:nvPr/>
        </p:nvSpPr>
        <p:spPr>
          <a:xfrm>
            <a:off x="5100778"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物理</a:t>
            </a:r>
            <a:endParaRPr kumimoji="1" lang="ja-JP" altLang="en-US" sz="1200" dirty="0">
              <a:solidFill>
                <a:schemeClr val="bg1"/>
              </a:solidFill>
            </a:endParaRPr>
          </a:p>
        </p:txBody>
      </p:sp>
      <p:sp>
        <p:nvSpPr>
          <p:cNvPr id="35" name="四角形: 角を丸くする 34">
            <a:extLst>
              <a:ext uri="{FF2B5EF4-FFF2-40B4-BE49-F238E27FC236}">
                <a16:creationId xmlns:a16="http://schemas.microsoft.com/office/drawing/2014/main" id="{1F07128A-F83D-D6F4-FD84-A342F087BBA9}"/>
              </a:ext>
            </a:extLst>
          </p:cNvPr>
          <p:cNvSpPr/>
          <p:nvPr/>
        </p:nvSpPr>
        <p:spPr>
          <a:xfrm>
            <a:off x="574010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36" name="四角形: 角を丸くする 35">
            <a:extLst>
              <a:ext uri="{FF2B5EF4-FFF2-40B4-BE49-F238E27FC236}">
                <a16:creationId xmlns:a16="http://schemas.microsoft.com/office/drawing/2014/main" id="{354B7A7C-DE77-03BB-3988-479331A88256}"/>
              </a:ext>
            </a:extLst>
          </p:cNvPr>
          <p:cNvSpPr/>
          <p:nvPr/>
        </p:nvSpPr>
        <p:spPr>
          <a:xfrm>
            <a:off x="7377792"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問題行動に対する対応の在り方</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本材湊</a:t>
            </a:r>
            <a:r>
              <a:rPr kumimoji="1" lang="ja-JP" altLang="en-US" sz="800" dirty="0">
                <a:solidFill>
                  <a:schemeClr val="bg1"/>
                </a:solidFill>
              </a:rPr>
              <a:t> </a:t>
            </a:r>
            <a:r>
              <a:rPr lang="ja-JP" altLang="en-US" sz="800" dirty="0">
                <a:solidFill>
                  <a:schemeClr val="bg1"/>
                </a:solidFill>
              </a:rPr>
              <a:t>谷回祐真 吉埼涼</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実話 通信制 転校</a:t>
            </a:r>
            <a:endParaRPr kumimoji="1" lang="en-US" altLang="ja-JP" sz="1050" dirty="0">
              <a:solidFill>
                <a:schemeClr val="bg1"/>
              </a:solidFill>
            </a:endParaRPr>
          </a:p>
        </p:txBody>
      </p:sp>
      <p:sp>
        <p:nvSpPr>
          <p:cNvPr id="37" name="四角形: 角を丸くする 36">
            <a:extLst>
              <a:ext uri="{FF2B5EF4-FFF2-40B4-BE49-F238E27FC236}">
                <a16:creationId xmlns:a16="http://schemas.microsoft.com/office/drawing/2014/main" id="{3A102E81-F939-FFE9-336F-5213A38979FA}"/>
              </a:ext>
            </a:extLst>
          </p:cNvPr>
          <p:cNvSpPr/>
          <p:nvPr/>
        </p:nvSpPr>
        <p:spPr>
          <a:xfrm>
            <a:off x="746286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人権</a:t>
            </a:r>
          </a:p>
        </p:txBody>
      </p:sp>
      <p:sp>
        <p:nvSpPr>
          <p:cNvPr id="38" name="四角形: 角を丸くする 37">
            <a:extLst>
              <a:ext uri="{FF2B5EF4-FFF2-40B4-BE49-F238E27FC236}">
                <a16:creationId xmlns:a16="http://schemas.microsoft.com/office/drawing/2014/main" id="{8325C93E-E387-3F51-BB1B-B643A286BEA1}"/>
              </a:ext>
            </a:extLst>
          </p:cNvPr>
          <p:cNvSpPr/>
          <p:nvPr/>
        </p:nvSpPr>
        <p:spPr>
          <a:xfrm>
            <a:off x="810588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39" name="四角形: 角を丸くする 38">
            <a:extLst>
              <a:ext uri="{FF2B5EF4-FFF2-40B4-BE49-F238E27FC236}">
                <a16:creationId xmlns:a16="http://schemas.microsoft.com/office/drawing/2014/main" id="{589CFC33-AF2C-44CC-8D23-576E8E00A80F}"/>
              </a:ext>
            </a:extLst>
          </p:cNvPr>
          <p:cNvSpPr/>
          <p:nvPr/>
        </p:nvSpPr>
        <p:spPr>
          <a:xfrm>
            <a:off x="9714320"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三田の歴史をみんなに～あの人も三田出身～</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聖徳太子 徳川家康 石破茂</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偉人 研究</a:t>
            </a:r>
            <a:endParaRPr kumimoji="1" lang="en-US" altLang="ja-JP" sz="1050" dirty="0">
              <a:solidFill>
                <a:schemeClr val="bg1"/>
              </a:solidFill>
            </a:endParaRPr>
          </a:p>
        </p:txBody>
      </p:sp>
      <p:sp>
        <p:nvSpPr>
          <p:cNvPr id="40" name="四角形: 角を丸くする 39">
            <a:extLst>
              <a:ext uri="{FF2B5EF4-FFF2-40B4-BE49-F238E27FC236}">
                <a16:creationId xmlns:a16="http://schemas.microsoft.com/office/drawing/2014/main" id="{B83ACE47-B48C-0292-F63C-46B0CAEE6B9D}"/>
              </a:ext>
            </a:extLst>
          </p:cNvPr>
          <p:cNvSpPr/>
          <p:nvPr/>
        </p:nvSpPr>
        <p:spPr>
          <a:xfrm>
            <a:off x="979463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42" name="四角形: 角を丸くする 41">
            <a:extLst>
              <a:ext uri="{FF2B5EF4-FFF2-40B4-BE49-F238E27FC236}">
                <a16:creationId xmlns:a16="http://schemas.microsoft.com/office/drawing/2014/main" id="{04A20561-F78E-8819-9E22-961682BA22CB}"/>
              </a:ext>
            </a:extLst>
          </p:cNvPr>
          <p:cNvSpPr/>
          <p:nvPr/>
        </p:nvSpPr>
        <p:spPr>
          <a:xfrm>
            <a:off x="435935"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間違った作法で実験するとこうなる～よい子はマネしないでね～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3" name="四角形: 角を丸くする 42">
            <a:extLst>
              <a:ext uri="{FF2B5EF4-FFF2-40B4-BE49-F238E27FC236}">
                <a16:creationId xmlns:a16="http://schemas.microsoft.com/office/drawing/2014/main" id="{A705931F-6FC7-94AA-E612-910A9BBD5074}"/>
              </a:ext>
            </a:extLst>
          </p:cNvPr>
          <p:cNvSpPr/>
          <p:nvPr/>
        </p:nvSpPr>
        <p:spPr>
          <a:xfrm>
            <a:off x="519422"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45" name="四角形: 角を丸くする 44">
            <a:extLst>
              <a:ext uri="{FF2B5EF4-FFF2-40B4-BE49-F238E27FC236}">
                <a16:creationId xmlns:a16="http://schemas.microsoft.com/office/drawing/2014/main" id="{B17B0A67-221D-47A7-FD59-2C82A370062B}"/>
              </a:ext>
            </a:extLst>
          </p:cNvPr>
          <p:cNvSpPr/>
          <p:nvPr/>
        </p:nvSpPr>
        <p:spPr>
          <a:xfrm>
            <a:off x="2730047" y="5908832"/>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学校教育における</a:t>
            </a:r>
            <a:r>
              <a:rPr lang="en-US" altLang="ja-JP" sz="1200" b="1" dirty="0">
                <a:solidFill>
                  <a:schemeClr val="bg1"/>
                </a:solidFill>
              </a:rPr>
              <a:t>IT</a:t>
            </a:r>
            <a:r>
              <a:rPr lang="ja-JP" altLang="en-US" sz="1200" b="1" dirty="0">
                <a:solidFill>
                  <a:schemeClr val="bg1"/>
                </a:solidFill>
              </a:rPr>
              <a:t>活用の意義</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6" name="四角形: 角を丸くする 45">
            <a:extLst>
              <a:ext uri="{FF2B5EF4-FFF2-40B4-BE49-F238E27FC236}">
                <a16:creationId xmlns:a16="http://schemas.microsoft.com/office/drawing/2014/main" id="{518ECDC7-4BB6-2D6A-DD69-B153CA3052D3}"/>
              </a:ext>
            </a:extLst>
          </p:cNvPr>
          <p:cNvSpPr/>
          <p:nvPr/>
        </p:nvSpPr>
        <p:spPr>
          <a:xfrm>
            <a:off x="2810073"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47" name="四角形: 角を丸くする 46">
            <a:extLst>
              <a:ext uri="{FF2B5EF4-FFF2-40B4-BE49-F238E27FC236}">
                <a16:creationId xmlns:a16="http://schemas.microsoft.com/office/drawing/2014/main" id="{D24CE80E-CEBF-DC73-44B5-E2BCA3CC638F}"/>
              </a:ext>
            </a:extLst>
          </p:cNvPr>
          <p:cNvSpPr/>
          <p:nvPr/>
        </p:nvSpPr>
        <p:spPr>
          <a:xfrm>
            <a:off x="345082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48" name="四角形: 角を丸くする 47">
            <a:extLst>
              <a:ext uri="{FF2B5EF4-FFF2-40B4-BE49-F238E27FC236}">
                <a16:creationId xmlns:a16="http://schemas.microsoft.com/office/drawing/2014/main" id="{FB61B494-DE7B-AEE2-1952-57C41BF210DB}"/>
              </a:ext>
            </a:extLst>
          </p:cNvPr>
          <p:cNvSpPr/>
          <p:nvPr/>
        </p:nvSpPr>
        <p:spPr>
          <a:xfrm>
            <a:off x="5024158" y="5908832"/>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スパコン使えば証明なんて余裕でしょ（笑）</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9" name="四角形: 角を丸くする 48">
            <a:extLst>
              <a:ext uri="{FF2B5EF4-FFF2-40B4-BE49-F238E27FC236}">
                <a16:creationId xmlns:a16="http://schemas.microsoft.com/office/drawing/2014/main" id="{41F9535D-9A93-E342-980A-6D4FA41CE8BC}"/>
              </a:ext>
            </a:extLst>
          </p:cNvPr>
          <p:cNvSpPr/>
          <p:nvPr/>
        </p:nvSpPr>
        <p:spPr>
          <a:xfrm>
            <a:off x="5100778"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数学</a:t>
            </a:r>
            <a:endParaRPr kumimoji="1" lang="ja-JP" altLang="en-US" sz="1200" dirty="0">
              <a:solidFill>
                <a:schemeClr val="bg1"/>
              </a:solidFill>
            </a:endParaRPr>
          </a:p>
        </p:txBody>
      </p:sp>
      <p:sp>
        <p:nvSpPr>
          <p:cNvPr id="50" name="四角形: 角を丸くする 49">
            <a:extLst>
              <a:ext uri="{FF2B5EF4-FFF2-40B4-BE49-F238E27FC236}">
                <a16:creationId xmlns:a16="http://schemas.microsoft.com/office/drawing/2014/main" id="{32A77A66-94F2-D4C8-8161-785D74104C94}"/>
              </a:ext>
            </a:extLst>
          </p:cNvPr>
          <p:cNvSpPr/>
          <p:nvPr/>
        </p:nvSpPr>
        <p:spPr>
          <a:xfrm>
            <a:off x="574010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51" name="四角形: 角を丸くする 50">
            <a:extLst>
              <a:ext uri="{FF2B5EF4-FFF2-40B4-BE49-F238E27FC236}">
                <a16:creationId xmlns:a16="http://schemas.microsoft.com/office/drawing/2014/main" id="{EDE257D6-644E-4BAC-3539-65019EE2779E}"/>
              </a:ext>
            </a:extLst>
          </p:cNvPr>
          <p:cNvSpPr/>
          <p:nvPr/>
        </p:nvSpPr>
        <p:spPr>
          <a:xfrm>
            <a:off x="7377792"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どこまでは守って、どこからは変えていくべき？</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2" name="四角形: 角を丸くする 51">
            <a:extLst>
              <a:ext uri="{FF2B5EF4-FFF2-40B4-BE49-F238E27FC236}">
                <a16:creationId xmlns:a16="http://schemas.microsoft.com/office/drawing/2014/main" id="{F970FFFB-1CFB-31ED-30A9-8F162735B590}"/>
              </a:ext>
            </a:extLst>
          </p:cNvPr>
          <p:cNvSpPr/>
          <p:nvPr/>
        </p:nvSpPr>
        <p:spPr>
          <a:xfrm>
            <a:off x="746286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文化</a:t>
            </a:r>
          </a:p>
        </p:txBody>
      </p:sp>
      <p:sp>
        <p:nvSpPr>
          <p:cNvPr id="54" name="四角形: 角を丸くする 53">
            <a:extLst>
              <a:ext uri="{FF2B5EF4-FFF2-40B4-BE49-F238E27FC236}">
                <a16:creationId xmlns:a16="http://schemas.microsoft.com/office/drawing/2014/main" id="{F85D6EF7-B411-2912-AC0E-F143EF0A1072}"/>
              </a:ext>
            </a:extLst>
          </p:cNvPr>
          <p:cNvSpPr/>
          <p:nvPr/>
        </p:nvSpPr>
        <p:spPr>
          <a:xfrm>
            <a:off x="9714320"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bg1"/>
                </a:solidFill>
              </a:rPr>
              <a:t>AirTag</a:t>
            </a:r>
            <a:r>
              <a:rPr lang="ja-JP" altLang="en-US" sz="1200" b="1" dirty="0">
                <a:solidFill>
                  <a:schemeClr val="bg1"/>
                </a:solidFill>
              </a:rPr>
              <a:t>使えば</a:t>
            </a:r>
            <a:r>
              <a:rPr lang="en-US" altLang="ja-JP" sz="1200" b="1" dirty="0">
                <a:solidFill>
                  <a:schemeClr val="bg1"/>
                </a:solidFill>
              </a:rPr>
              <a:t>｢</a:t>
            </a:r>
            <a:r>
              <a:rPr lang="ja-JP" altLang="en-US" sz="1200" b="1" dirty="0">
                <a:solidFill>
                  <a:schemeClr val="bg1"/>
                </a:solidFill>
              </a:rPr>
              <a:t>迷子を捜しています</a:t>
            </a:r>
            <a:r>
              <a:rPr lang="en-US" altLang="ja-JP" sz="1200" b="1" dirty="0">
                <a:solidFill>
                  <a:schemeClr val="bg1"/>
                </a:solidFill>
              </a:rPr>
              <a:t>｣</a:t>
            </a:r>
            <a:r>
              <a:rPr lang="ja-JP" altLang="en-US" sz="1200" b="1" dirty="0">
                <a:solidFill>
                  <a:schemeClr val="bg1"/>
                </a:solidFill>
              </a:rPr>
              <a:t>が無くせるんじゃね？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5" name="四角形: 角を丸くする 54">
            <a:extLst>
              <a:ext uri="{FF2B5EF4-FFF2-40B4-BE49-F238E27FC236}">
                <a16:creationId xmlns:a16="http://schemas.microsoft.com/office/drawing/2014/main" id="{D2693740-FE00-CF1C-A49C-019740E48968}"/>
              </a:ext>
            </a:extLst>
          </p:cNvPr>
          <p:cNvSpPr/>
          <p:nvPr/>
        </p:nvSpPr>
        <p:spPr>
          <a:xfrm>
            <a:off x="979463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生物</a:t>
            </a:r>
          </a:p>
        </p:txBody>
      </p:sp>
      <p:sp>
        <p:nvSpPr>
          <p:cNvPr id="56" name="四角形: 角を丸くする 55">
            <a:extLst>
              <a:ext uri="{FF2B5EF4-FFF2-40B4-BE49-F238E27FC236}">
                <a16:creationId xmlns:a16="http://schemas.microsoft.com/office/drawing/2014/main" id="{306E3960-7413-550D-5307-A64CC44671E5}"/>
              </a:ext>
            </a:extLst>
          </p:cNvPr>
          <p:cNvSpPr/>
          <p:nvPr/>
        </p:nvSpPr>
        <p:spPr>
          <a:xfrm>
            <a:off x="10437658"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情報</a:t>
            </a:r>
          </a:p>
        </p:txBody>
      </p:sp>
      <p:sp>
        <p:nvSpPr>
          <p:cNvPr id="57" name="正方形/長方形 56">
            <a:extLst>
              <a:ext uri="{FF2B5EF4-FFF2-40B4-BE49-F238E27FC236}">
                <a16:creationId xmlns:a16="http://schemas.microsoft.com/office/drawing/2014/main" id="{302428C7-2FDF-4D3F-02FD-439C36588E2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CEB44DA2-8F41-7910-E3E3-39861FF0CDB9}"/>
              </a:ext>
            </a:extLst>
          </p:cNvPr>
          <p:cNvSpPr/>
          <p:nvPr/>
        </p:nvSpPr>
        <p:spPr>
          <a:xfrm>
            <a:off x="574010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芸術</a:t>
            </a:r>
            <a:endParaRPr kumimoji="1" lang="ja-JP" altLang="en-US" sz="1200" dirty="0">
              <a:solidFill>
                <a:schemeClr val="bg1"/>
              </a:solidFill>
            </a:endParaRPr>
          </a:p>
        </p:txBody>
      </p:sp>
      <p:sp>
        <p:nvSpPr>
          <p:cNvPr id="10" name="四角形: 角を丸くする 9">
            <a:extLst>
              <a:ext uri="{FF2B5EF4-FFF2-40B4-BE49-F238E27FC236}">
                <a16:creationId xmlns:a16="http://schemas.microsoft.com/office/drawing/2014/main" id="{3ECEA788-11E4-8801-E968-E07689370ED3}"/>
              </a:ext>
            </a:extLst>
          </p:cNvPr>
          <p:cNvSpPr/>
          <p:nvPr/>
        </p:nvSpPr>
        <p:spPr>
          <a:xfrm>
            <a:off x="8740554"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福祉</a:t>
            </a:r>
          </a:p>
        </p:txBody>
      </p:sp>
      <p:sp>
        <p:nvSpPr>
          <p:cNvPr id="60" name="四角形: 角を丸くする 59">
            <a:extLst>
              <a:ext uri="{FF2B5EF4-FFF2-40B4-BE49-F238E27FC236}">
                <a16:creationId xmlns:a16="http://schemas.microsoft.com/office/drawing/2014/main" id="{7A5DF01D-E95F-5D90-EBBB-39E240F0585E}"/>
              </a:ext>
            </a:extLst>
          </p:cNvPr>
          <p:cNvSpPr/>
          <p:nvPr/>
        </p:nvSpPr>
        <p:spPr>
          <a:xfrm>
            <a:off x="8740554" y="4147390"/>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福祉</a:t>
            </a:r>
            <a:endParaRPr kumimoji="1" lang="ja-JP" altLang="en-US" sz="1200" dirty="0">
              <a:solidFill>
                <a:schemeClr val="bg1"/>
              </a:solidFill>
            </a:endParaRPr>
          </a:p>
        </p:txBody>
      </p:sp>
      <p:sp>
        <p:nvSpPr>
          <p:cNvPr id="61" name="四角形: 角を丸くする 60">
            <a:extLst>
              <a:ext uri="{FF2B5EF4-FFF2-40B4-BE49-F238E27FC236}">
                <a16:creationId xmlns:a16="http://schemas.microsoft.com/office/drawing/2014/main" id="{16FDDCB3-D64A-1D8A-D394-7299E0116A8A}"/>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5D655855-841E-0A14-4D13-E91A13202ECF}"/>
              </a:ext>
            </a:extLst>
          </p:cNvPr>
          <p:cNvSpPr/>
          <p:nvPr/>
        </p:nvSpPr>
        <p:spPr>
          <a:xfrm>
            <a:off x="11530519" y="880888"/>
            <a:ext cx="31135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a:t>
            </a:r>
            <a:endParaRPr kumimoji="1" lang="en-US" altLang="ja-JP" b="1" dirty="0">
              <a:solidFill>
                <a:schemeClr val="bg1"/>
              </a:solidFill>
            </a:endParaRPr>
          </a:p>
        </p:txBody>
      </p:sp>
      <p:sp>
        <p:nvSpPr>
          <p:cNvPr id="5" name="四角形: 角を丸くする 4">
            <a:extLst>
              <a:ext uri="{FF2B5EF4-FFF2-40B4-BE49-F238E27FC236}">
                <a16:creationId xmlns:a16="http://schemas.microsoft.com/office/drawing/2014/main" id="{20E2FCCA-BAD0-9AFD-C036-FD5A06547A5E}"/>
              </a:ext>
            </a:extLst>
          </p:cNvPr>
          <p:cNvSpPr/>
          <p:nvPr/>
        </p:nvSpPr>
        <p:spPr>
          <a:xfrm>
            <a:off x="9827812" y="1228521"/>
            <a:ext cx="1950294" cy="845837"/>
          </a:xfrm>
          <a:prstGeom prst="roundRect">
            <a:avLst>
              <a:gd name="adj" fmla="val 3435"/>
            </a:avLst>
          </a:prstGeom>
          <a:solidFill>
            <a:srgbClr val="1E1E1E"/>
          </a:solidFill>
          <a:ln w="12700">
            <a:solidFill>
              <a:srgbClr val="3D3D3D"/>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bg1"/>
                </a:solidFill>
              </a:rPr>
              <a:t>並び替え</a:t>
            </a:r>
            <a:r>
              <a:rPr lang="en-US" altLang="ja-JP" sz="1100" dirty="0">
                <a:solidFill>
                  <a:schemeClr val="bg1"/>
                </a:solidFill>
              </a:rPr>
              <a:t>:</a:t>
            </a:r>
          </a:p>
          <a:p>
            <a:endParaRPr kumimoji="1" lang="en-US" altLang="ja-JP" sz="1100" dirty="0">
              <a:solidFill>
                <a:schemeClr val="bg1"/>
              </a:solidFill>
            </a:endParaRPr>
          </a:p>
          <a:p>
            <a:r>
              <a:rPr lang="ja-JP" altLang="en-US" sz="1100" dirty="0">
                <a:solidFill>
                  <a:schemeClr val="bg1"/>
                </a:solidFill>
              </a:rPr>
              <a:t>ダークモード</a:t>
            </a:r>
            <a:endParaRPr kumimoji="1" lang="en-US" altLang="ja-JP" sz="1100" dirty="0">
              <a:solidFill>
                <a:schemeClr val="bg1"/>
              </a:solidFill>
            </a:endParaRPr>
          </a:p>
        </p:txBody>
      </p:sp>
      <p:sp>
        <p:nvSpPr>
          <p:cNvPr id="41" name="四角形: 角を丸くする 40">
            <a:extLst>
              <a:ext uri="{FF2B5EF4-FFF2-40B4-BE49-F238E27FC236}">
                <a16:creationId xmlns:a16="http://schemas.microsoft.com/office/drawing/2014/main" id="{5D2C3BED-9EAC-2B0F-1CCD-86A86B7F5E28}"/>
              </a:ext>
            </a:extLst>
          </p:cNvPr>
          <p:cNvSpPr/>
          <p:nvPr/>
        </p:nvSpPr>
        <p:spPr>
          <a:xfrm>
            <a:off x="11116690" y="1697929"/>
            <a:ext cx="518146" cy="270654"/>
          </a:xfrm>
          <a:prstGeom prst="roundRect">
            <a:avLst>
              <a:gd name="adj" fmla="val 50000"/>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F1C8DAB9-2788-487C-8680-74D60D78ABAD}"/>
              </a:ext>
            </a:extLst>
          </p:cNvPr>
          <p:cNvSpPr/>
          <p:nvPr/>
        </p:nvSpPr>
        <p:spPr>
          <a:xfrm>
            <a:off x="11370521"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63700C91-71FF-0FB0-670A-308FD76D5409}"/>
              </a:ext>
            </a:extLst>
          </p:cNvPr>
          <p:cNvSpPr/>
          <p:nvPr/>
        </p:nvSpPr>
        <p:spPr>
          <a:xfrm>
            <a:off x="10570368" y="1374675"/>
            <a:ext cx="1171575" cy="204948"/>
          </a:xfrm>
          <a:prstGeom prst="roundRect">
            <a:avLst>
              <a:gd name="adj" fmla="val 6775"/>
            </a:avLst>
          </a:prstGeom>
          <a:solidFill>
            <a:srgbClr val="333333"/>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rPr>
              <a:t>新しい順</a:t>
            </a:r>
            <a:endParaRPr kumimoji="1" lang="ja-JP" altLang="en-US" sz="1000" dirty="0">
              <a:solidFill>
                <a:schemeClr val="bg1"/>
              </a:solidFill>
            </a:endParaRPr>
          </a:p>
        </p:txBody>
      </p:sp>
      <p:sp>
        <p:nvSpPr>
          <p:cNvPr id="59" name="テキスト ボックス 58">
            <a:extLst>
              <a:ext uri="{FF2B5EF4-FFF2-40B4-BE49-F238E27FC236}">
                <a16:creationId xmlns:a16="http://schemas.microsoft.com/office/drawing/2014/main" id="{A21F1FFF-B2C2-BC2E-C2BD-97FD547D3BDE}"/>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solidFill>
                  <a:schemeClr val="bg1"/>
                </a:solidFill>
              </a:rPr>
              <a:t>┘</a:t>
            </a:r>
          </a:p>
        </p:txBody>
      </p:sp>
      <p:sp>
        <p:nvSpPr>
          <p:cNvPr id="62" name="矢印: 上 61">
            <a:extLst>
              <a:ext uri="{FF2B5EF4-FFF2-40B4-BE49-F238E27FC236}">
                <a16:creationId xmlns:a16="http://schemas.microsoft.com/office/drawing/2014/main" id="{98276E26-9164-D602-FC5C-87A818F496BA}"/>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8728A6AE-A700-5F0D-A931-820BBE6F8EDB}"/>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20" name="テキスト ボックス 19">
            <a:extLst>
              <a:ext uri="{FF2B5EF4-FFF2-40B4-BE49-F238E27FC236}">
                <a16:creationId xmlns:a16="http://schemas.microsoft.com/office/drawing/2014/main" id="{609476ED-165D-5657-D486-187A6B6FC63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957826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DFDEE7-4E53-795D-2195-44AEDEA67E7C}"/>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4EB0207-0215-255A-C458-B187E02C8B78}"/>
              </a:ext>
            </a:extLst>
          </p:cNvPr>
          <p:cNvSpPr>
            <a:spLocks noGrp="1" noRot="1" noMove="1" noResize="1" noEditPoints="1" noAdjustHandles="1" noChangeArrowheads="1" noChangeShapeType="1"/>
          </p:cNvSpPr>
          <p:nvPr/>
        </p:nvSpPr>
        <p:spPr>
          <a:xfrm>
            <a:off x="281763" y="761202"/>
            <a:ext cx="11637335" cy="5931994"/>
          </a:xfrm>
          <a:prstGeom prst="rect">
            <a:avLst/>
          </a:prstGeom>
          <a:solidFill>
            <a:srgbClr val="1212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C0819E56-E247-5172-1974-6D6A9E5FDC17}"/>
              </a:ext>
            </a:extLst>
          </p:cNvPr>
          <p:cNvSpPr/>
          <p:nvPr/>
        </p:nvSpPr>
        <p:spPr>
          <a:xfrm>
            <a:off x="440948"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bg1"/>
                </a:solidFill>
              </a:rPr>
              <a:t>Shoun Poster Finder</a:t>
            </a: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29" name="四角形: 角を丸くする 28">
            <a:extLst>
              <a:ext uri="{FF2B5EF4-FFF2-40B4-BE49-F238E27FC236}">
                <a16:creationId xmlns:a16="http://schemas.microsoft.com/office/drawing/2014/main" id="{D696C3D6-7BF8-21C4-69B0-34D9F35540BE}"/>
              </a:ext>
            </a:extLst>
          </p:cNvPr>
          <p:cNvSpPr/>
          <p:nvPr/>
        </p:nvSpPr>
        <p:spPr>
          <a:xfrm>
            <a:off x="52443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58" name="四角形: 角を丸くする 57">
            <a:extLst>
              <a:ext uri="{FF2B5EF4-FFF2-40B4-BE49-F238E27FC236}">
                <a16:creationId xmlns:a16="http://schemas.microsoft.com/office/drawing/2014/main" id="{69FE0ABF-9946-D1E4-15EA-5C5EE77BDEBD}"/>
              </a:ext>
            </a:extLst>
          </p:cNvPr>
          <p:cNvSpPr/>
          <p:nvPr/>
        </p:nvSpPr>
        <p:spPr>
          <a:xfrm>
            <a:off x="1167310"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63" name="四角形: 角を丸くする 62">
            <a:extLst>
              <a:ext uri="{FF2B5EF4-FFF2-40B4-BE49-F238E27FC236}">
                <a16:creationId xmlns:a16="http://schemas.microsoft.com/office/drawing/2014/main" id="{BC760DC8-112B-E870-1496-10D8C1CFEDD2}"/>
              </a:ext>
            </a:extLst>
          </p:cNvPr>
          <p:cNvSpPr/>
          <p:nvPr/>
        </p:nvSpPr>
        <p:spPr>
          <a:xfrm>
            <a:off x="2735060" y="2115878"/>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紫外線による肌へのダメージ ～漢三人で挑む～</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田中太郎 鈴木次郎 斎藤三郎</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日焼け ガン </a:t>
            </a:r>
            <a:endParaRPr kumimoji="1" lang="en-US" altLang="ja-JP" sz="800" dirty="0">
              <a:solidFill>
                <a:schemeClr val="bg1"/>
              </a:solidFill>
            </a:endParaRPr>
          </a:p>
        </p:txBody>
      </p:sp>
      <p:sp>
        <p:nvSpPr>
          <p:cNvPr id="64" name="四角形: 角を丸くする 63">
            <a:extLst>
              <a:ext uri="{FF2B5EF4-FFF2-40B4-BE49-F238E27FC236}">
                <a16:creationId xmlns:a16="http://schemas.microsoft.com/office/drawing/2014/main" id="{5160624F-8253-A69D-63D3-8FCC8CFDF832}"/>
              </a:ext>
            </a:extLst>
          </p:cNvPr>
          <p:cNvSpPr/>
          <p:nvPr/>
        </p:nvSpPr>
        <p:spPr>
          <a:xfrm>
            <a:off x="281508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65" name="四角形: 角を丸くする 64">
            <a:extLst>
              <a:ext uri="{FF2B5EF4-FFF2-40B4-BE49-F238E27FC236}">
                <a16:creationId xmlns:a16="http://schemas.microsoft.com/office/drawing/2014/main" id="{2C58A25D-51A3-D54A-7A5D-3F1588A5FED6}"/>
              </a:ext>
            </a:extLst>
          </p:cNvPr>
          <p:cNvSpPr/>
          <p:nvPr/>
        </p:nvSpPr>
        <p:spPr>
          <a:xfrm>
            <a:off x="345583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健康</a:t>
            </a:r>
          </a:p>
        </p:txBody>
      </p:sp>
      <p:sp>
        <p:nvSpPr>
          <p:cNvPr id="66" name="四角形: 角を丸くする 65">
            <a:extLst>
              <a:ext uri="{FF2B5EF4-FFF2-40B4-BE49-F238E27FC236}">
                <a16:creationId xmlns:a16="http://schemas.microsoft.com/office/drawing/2014/main" id="{2DA17823-2FA0-60B9-7017-EA3D34393E54}"/>
              </a:ext>
            </a:extLst>
          </p:cNvPr>
          <p:cNvSpPr/>
          <p:nvPr/>
        </p:nvSpPr>
        <p:spPr>
          <a:xfrm>
            <a:off x="5029171" y="2115878"/>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絵本と呼べるのはどこから？ーマンガも絵本</a:t>
            </a:r>
            <a:r>
              <a:rPr lang="en-US" altLang="ja-JP" sz="1200" b="1" dirty="0">
                <a:solidFill>
                  <a:schemeClr val="bg1"/>
                </a:solidFill>
              </a:rPr>
              <a:t>!?</a:t>
            </a:r>
            <a:r>
              <a:rPr lang="ja-JP" altLang="en-US" sz="1200" b="1" dirty="0">
                <a:solidFill>
                  <a:schemeClr val="bg1"/>
                </a:solidFill>
              </a:rPr>
              <a:t>ー</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榊原眞己 駒井久美子</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統計 デザイン</a:t>
            </a:r>
            <a:endParaRPr kumimoji="1" lang="en-US" altLang="ja-JP" sz="800" dirty="0">
              <a:solidFill>
                <a:schemeClr val="bg1"/>
              </a:solidFill>
            </a:endParaRPr>
          </a:p>
        </p:txBody>
      </p:sp>
      <p:sp>
        <p:nvSpPr>
          <p:cNvPr id="67" name="四角形: 角を丸くする 66">
            <a:extLst>
              <a:ext uri="{FF2B5EF4-FFF2-40B4-BE49-F238E27FC236}">
                <a16:creationId xmlns:a16="http://schemas.microsoft.com/office/drawing/2014/main" id="{0871CB2E-BF93-AC9C-02D6-89A992C85AF9}"/>
              </a:ext>
            </a:extLst>
          </p:cNvPr>
          <p:cNvSpPr/>
          <p:nvPr/>
        </p:nvSpPr>
        <p:spPr>
          <a:xfrm>
            <a:off x="5105791"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68" name="四角形: 角を丸くする 67">
            <a:extLst>
              <a:ext uri="{FF2B5EF4-FFF2-40B4-BE49-F238E27FC236}">
                <a16:creationId xmlns:a16="http://schemas.microsoft.com/office/drawing/2014/main" id="{5C434DA3-B165-28DE-6A37-A76D73895BFD}"/>
              </a:ext>
            </a:extLst>
          </p:cNvPr>
          <p:cNvSpPr/>
          <p:nvPr/>
        </p:nvSpPr>
        <p:spPr>
          <a:xfrm>
            <a:off x="7382805"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世界共通の言葉を作ろう</a:t>
            </a:r>
            <a:r>
              <a:rPr lang="en-US" altLang="ja-JP" sz="1200" b="1" dirty="0">
                <a:solidFill>
                  <a:schemeClr val="bg1"/>
                </a:solidFill>
              </a:rPr>
              <a:t>!</a:t>
            </a:r>
          </a:p>
          <a:p>
            <a:endParaRPr lang="en-US" altLang="ja-JP" sz="800" dirty="0">
              <a:solidFill>
                <a:schemeClr val="bg1"/>
              </a:solidFill>
            </a:endParaRPr>
          </a:p>
          <a:p>
            <a:r>
              <a:rPr kumimoji="1" lang="ja-JP" altLang="en-US" sz="800" dirty="0">
                <a:solidFill>
                  <a:schemeClr val="bg1"/>
                </a:solidFill>
              </a:rPr>
              <a:t>占市悠太 九岡雄介 山木優</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英語 ユニバーサルデザイン </a:t>
            </a:r>
            <a:r>
              <a:rPr lang="en-US" altLang="ja-JP" sz="800" dirty="0">
                <a:solidFill>
                  <a:schemeClr val="bg1"/>
                </a:solidFill>
              </a:rPr>
              <a:t>SNS</a:t>
            </a:r>
            <a:r>
              <a:rPr lang="ja-JP" altLang="en-US" sz="800" dirty="0">
                <a:solidFill>
                  <a:schemeClr val="bg1"/>
                </a:solidFill>
              </a:rPr>
              <a:t> </a:t>
            </a:r>
            <a:r>
              <a:rPr lang="en-US" altLang="ja-JP" sz="800" dirty="0">
                <a:solidFill>
                  <a:schemeClr val="bg1"/>
                </a:solidFill>
              </a:rPr>
              <a:t>AI</a:t>
            </a:r>
            <a:r>
              <a:rPr lang="ja-JP" altLang="en-US" sz="800" dirty="0">
                <a:solidFill>
                  <a:schemeClr val="bg1"/>
                </a:solidFill>
              </a:rPr>
              <a:t> 言語ベクトル</a:t>
            </a:r>
            <a:endParaRPr kumimoji="1" lang="en-US" altLang="ja-JP" sz="1050" dirty="0">
              <a:solidFill>
                <a:schemeClr val="bg1"/>
              </a:solidFill>
            </a:endParaRPr>
          </a:p>
        </p:txBody>
      </p:sp>
      <p:sp>
        <p:nvSpPr>
          <p:cNvPr id="69" name="四角形: 角を丸くする 68">
            <a:extLst>
              <a:ext uri="{FF2B5EF4-FFF2-40B4-BE49-F238E27FC236}">
                <a16:creationId xmlns:a16="http://schemas.microsoft.com/office/drawing/2014/main" id="{32D7D16F-CC4A-7078-DFC3-51C4774344CA}"/>
              </a:ext>
            </a:extLst>
          </p:cNvPr>
          <p:cNvSpPr/>
          <p:nvPr/>
        </p:nvSpPr>
        <p:spPr>
          <a:xfrm>
            <a:off x="7467879"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言語</a:t>
            </a:r>
            <a:endParaRPr kumimoji="1" lang="ja-JP" altLang="en-US" sz="1200" dirty="0">
              <a:solidFill>
                <a:schemeClr val="bg1"/>
              </a:solidFill>
            </a:endParaRPr>
          </a:p>
        </p:txBody>
      </p:sp>
      <p:sp>
        <p:nvSpPr>
          <p:cNvPr id="70" name="四角形: 角を丸くする 69">
            <a:extLst>
              <a:ext uri="{FF2B5EF4-FFF2-40B4-BE49-F238E27FC236}">
                <a16:creationId xmlns:a16="http://schemas.microsoft.com/office/drawing/2014/main" id="{C5E314B1-534F-14B1-E291-4CE5F70064C2}"/>
              </a:ext>
            </a:extLst>
          </p:cNvPr>
          <p:cNvSpPr/>
          <p:nvPr/>
        </p:nvSpPr>
        <p:spPr>
          <a:xfrm>
            <a:off x="811089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国際</a:t>
            </a:r>
          </a:p>
        </p:txBody>
      </p:sp>
      <p:sp>
        <p:nvSpPr>
          <p:cNvPr id="71" name="四角形: 角を丸くする 70">
            <a:extLst>
              <a:ext uri="{FF2B5EF4-FFF2-40B4-BE49-F238E27FC236}">
                <a16:creationId xmlns:a16="http://schemas.microsoft.com/office/drawing/2014/main" id="{150C080E-EE5B-626D-3BED-B908E6425F66}"/>
              </a:ext>
            </a:extLst>
          </p:cNvPr>
          <p:cNvSpPr/>
          <p:nvPr/>
        </p:nvSpPr>
        <p:spPr>
          <a:xfrm>
            <a:off x="9719333"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最も買ってくれるお店の配置は。</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翔佩売子 何出藻買男</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オンラインショッピング </a:t>
            </a:r>
            <a:r>
              <a:rPr lang="en-US" altLang="ja-JP" sz="800" dirty="0">
                <a:solidFill>
                  <a:schemeClr val="bg1"/>
                </a:solidFill>
              </a:rPr>
              <a:t>100</a:t>
            </a:r>
            <a:r>
              <a:rPr lang="ja-JP" altLang="en-US" sz="800" dirty="0">
                <a:solidFill>
                  <a:schemeClr val="bg1"/>
                </a:solidFill>
              </a:rPr>
              <a:t>円均一 </a:t>
            </a:r>
            <a:endParaRPr kumimoji="1" lang="en-US" altLang="ja-JP" sz="1050" dirty="0">
              <a:solidFill>
                <a:schemeClr val="bg1"/>
              </a:solidFill>
            </a:endParaRPr>
          </a:p>
        </p:txBody>
      </p:sp>
      <p:sp>
        <p:nvSpPr>
          <p:cNvPr id="72" name="四角形: 角を丸くする 71">
            <a:extLst>
              <a:ext uri="{FF2B5EF4-FFF2-40B4-BE49-F238E27FC236}">
                <a16:creationId xmlns:a16="http://schemas.microsoft.com/office/drawing/2014/main" id="{E9CDA2D1-99E4-60D5-35DA-75239F9A8918}"/>
              </a:ext>
            </a:extLst>
          </p:cNvPr>
          <p:cNvSpPr/>
          <p:nvPr/>
        </p:nvSpPr>
        <p:spPr>
          <a:xfrm>
            <a:off x="979964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経営</a:t>
            </a:r>
            <a:endParaRPr kumimoji="1" lang="ja-JP" altLang="en-US" sz="1200" dirty="0">
              <a:solidFill>
                <a:schemeClr val="bg1"/>
              </a:solidFill>
            </a:endParaRPr>
          </a:p>
        </p:txBody>
      </p:sp>
      <p:sp>
        <p:nvSpPr>
          <p:cNvPr id="73" name="四角形: 角を丸くする 72">
            <a:extLst>
              <a:ext uri="{FF2B5EF4-FFF2-40B4-BE49-F238E27FC236}">
                <a16:creationId xmlns:a16="http://schemas.microsoft.com/office/drawing/2014/main" id="{32C19E1C-761E-F967-A621-CBCB3A52F43C}"/>
              </a:ext>
            </a:extLst>
          </p:cNvPr>
          <p:cNvSpPr/>
          <p:nvPr/>
        </p:nvSpPr>
        <p:spPr>
          <a:xfrm>
            <a:off x="10442671"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経済</a:t>
            </a:r>
          </a:p>
        </p:txBody>
      </p:sp>
      <p:sp>
        <p:nvSpPr>
          <p:cNvPr id="74" name="四角形: 角を丸くする 73">
            <a:extLst>
              <a:ext uri="{FF2B5EF4-FFF2-40B4-BE49-F238E27FC236}">
                <a16:creationId xmlns:a16="http://schemas.microsoft.com/office/drawing/2014/main" id="{EBEA21ED-BEAD-5B11-A669-F519421AC37A}"/>
              </a:ext>
            </a:extLst>
          </p:cNvPr>
          <p:cNvSpPr/>
          <p:nvPr/>
        </p:nvSpPr>
        <p:spPr>
          <a:xfrm>
            <a:off x="435935"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ロボットだって何でもできるもん！</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根田侭田 思井撞勘</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プログラミング エンジニアリング メカ</a:t>
            </a:r>
            <a:endParaRPr kumimoji="1" lang="en-US" altLang="ja-JP" sz="800" dirty="0">
              <a:solidFill>
                <a:schemeClr val="bg1"/>
              </a:solidFill>
            </a:endParaRPr>
          </a:p>
        </p:txBody>
      </p:sp>
      <p:sp>
        <p:nvSpPr>
          <p:cNvPr id="75" name="四角形: 角を丸くする 74">
            <a:extLst>
              <a:ext uri="{FF2B5EF4-FFF2-40B4-BE49-F238E27FC236}">
                <a16:creationId xmlns:a16="http://schemas.microsoft.com/office/drawing/2014/main" id="{12E87A91-6701-2E89-D12E-6FD1684C06C0}"/>
              </a:ext>
            </a:extLst>
          </p:cNvPr>
          <p:cNvSpPr/>
          <p:nvPr/>
        </p:nvSpPr>
        <p:spPr>
          <a:xfrm>
            <a:off x="51942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工学</a:t>
            </a:r>
            <a:endParaRPr kumimoji="1" lang="ja-JP" altLang="en-US" sz="1200" dirty="0">
              <a:solidFill>
                <a:schemeClr val="bg1"/>
              </a:solidFill>
            </a:endParaRPr>
          </a:p>
        </p:txBody>
      </p:sp>
      <p:sp>
        <p:nvSpPr>
          <p:cNvPr id="76" name="四角形: 角を丸くする 75">
            <a:extLst>
              <a:ext uri="{FF2B5EF4-FFF2-40B4-BE49-F238E27FC236}">
                <a16:creationId xmlns:a16="http://schemas.microsoft.com/office/drawing/2014/main" id="{98EC5978-E18F-9701-EB8B-213F3A72CBE8}"/>
              </a:ext>
            </a:extLst>
          </p:cNvPr>
          <p:cNvSpPr/>
          <p:nvPr/>
        </p:nvSpPr>
        <p:spPr>
          <a:xfrm>
            <a:off x="2730047" y="4017285"/>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楽で正確なヘルストラッキング</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荒井健太 小米林檎</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データ スマートウォッチ スマートリング</a:t>
            </a:r>
            <a:endParaRPr kumimoji="1" lang="en-US" altLang="ja-JP" sz="800" dirty="0">
              <a:solidFill>
                <a:schemeClr val="bg1"/>
              </a:solidFill>
            </a:endParaRPr>
          </a:p>
        </p:txBody>
      </p:sp>
      <p:sp>
        <p:nvSpPr>
          <p:cNvPr id="77" name="四角形: 角を丸くする 76">
            <a:extLst>
              <a:ext uri="{FF2B5EF4-FFF2-40B4-BE49-F238E27FC236}">
                <a16:creationId xmlns:a16="http://schemas.microsoft.com/office/drawing/2014/main" id="{B0A847B2-4B52-3830-DBF1-13BBD523FD5F}"/>
              </a:ext>
            </a:extLst>
          </p:cNvPr>
          <p:cNvSpPr/>
          <p:nvPr/>
        </p:nvSpPr>
        <p:spPr>
          <a:xfrm>
            <a:off x="2810073"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健康</a:t>
            </a:r>
            <a:endParaRPr kumimoji="1" lang="ja-JP" altLang="en-US" sz="1200" dirty="0">
              <a:solidFill>
                <a:schemeClr val="bg1"/>
              </a:solidFill>
            </a:endParaRPr>
          </a:p>
        </p:txBody>
      </p:sp>
      <p:sp>
        <p:nvSpPr>
          <p:cNvPr id="78" name="四角形: 角を丸くする 77">
            <a:extLst>
              <a:ext uri="{FF2B5EF4-FFF2-40B4-BE49-F238E27FC236}">
                <a16:creationId xmlns:a16="http://schemas.microsoft.com/office/drawing/2014/main" id="{27A4EE3A-CB5D-0852-BEA0-CD5463763100}"/>
              </a:ext>
            </a:extLst>
          </p:cNvPr>
          <p:cNvSpPr/>
          <p:nvPr/>
        </p:nvSpPr>
        <p:spPr>
          <a:xfrm>
            <a:off x="345082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79" name="四角形: 角を丸くする 78">
            <a:extLst>
              <a:ext uri="{FF2B5EF4-FFF2-40B4-BE49-F238E27FC236}">
                <a16:creationId xmlns:a16="http://schemas.microsoft.com/office/drawing/2014/main" id="{4A865D46-A4D6-6510-9507-CE9CA6DBC682}"/>
              </a:ext>
            </a:extLst>
          </p:cNvPr>
          <p:cNvSpPr/>
          <p:nvPr/>
        </p:nvSpPr>
        <p:spPr>
          <a:xfrm>
            <a:off x="5024158" y="4017285"/>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過去の偉人の実験精度を検証してみよう～実は高精度～</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船川豊作 新田真実</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架空 どんでん返し 本人 </a:t>
            </a:r>
            <a:endParaRPr kumimoji="1" lang="en-US" altLang="ja-JP" sz="800" dirty="0">
              <a:solidFill>
                <a:schemeClr val="bg1"/>
              </a:solidFill>
            </a:endParaRPr>
          </a:p>
        </p:txBody>
      </p:sp>
      <p:sp>
        <p:nvSpPr>
          <p:cNvPr id="80" name="四角形: 角を丸くする 79">
            <a:extLst>
              <a:ext uri="{FF2B5EF4-FFF2-40B4-BE49-F238E27FC236}">
                <a16:creationId xmlns:a16="http://schemas.microsoft.com/office/drawing/2014/main" id="{143F54D5-EBEC-F515-CDE2-616479EA7CEF}"/>
              </a:ext>
            </a:extLst>
          </p:cNvPr>
          <p:cNvSpPr/>
          <p:nvPr/>
        </p:nvSpPr>
        <p:spPr>
          <a:xfrm>
            <a:off x="5100778"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物理</a:t>
            </a:r>
            <a:endParaRPr kumimoji="1" lang="ja-JP" altLang="en-US" sz="1200" dirty="0">
              <a:solidFill>
                <a:schemeClr val="bg1"/>
              </a:solidFill>
            </a:endParaRPr>
          </a:p>
        </p:txBody>
      </p:sp>
      <p:sp>
        <p:nvSpPr>
          <p:cNvPr id="81" name="四角形: 角を丸くする 80">
            <a:extLst>
              <a:ext uri="{FF2B5EF4-FFF2-40B4-BE49-F238E27FC236}">
                <a16:creationId xmlns:a16="http://schemas.microsoft.com/office/drawing/2014/main" id="{65822E33-51BF-BE40-C0F6-DED0E7F20D10}"/>
              </a:ext>
            </a:extLst>
          </p:cNvPr>
          <p:cNvSpPr/>
          <p:nvPr/>
        </p:nvSpPr>
        <p:spPr>
          <a:xfrm>
            <a:off x="574010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82" name="四角形: 角を丸くする 81">
            <a:extLst>
              <a:ext uri="{FF2B5EF4-FFF2-40B4-BE49-F238E27FC236}">
                <a16:creationId xmlns:a16="http://schemas.microsoft.com/office/drawing/2014/main" id="{2F3D1588-747A-24FA-92FA-22319229F0EB}"/>
              </a:ext>
            </a:extLst>
          </p:cNvPr>
          <p:cNvSpPr/>
          <p:nvPr/>
        </p:nvSpPr>
        <p:spPr>
          <a:xfrm>
            <a:off x="7377792"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問題行動に対する対応の在り方</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本材湊</a:t>
            </a:r>
            <a:r>
              <a:rPr kumimoji="1" lang="ja-JP" altLang="en-US" sz="800" dirty="0">
                <a:solidFill>
                  <a:schemeClr val="bg1"/>
                </a:solidFill>
              </a:rPr>
              <a:t> </a:t>
            </a:r>
            <a:r>
              <a:rPr lang="ja-JP" altLang="en-US" sz="800" dirty="0">
                <a:solidFill>
                  <a:schemeClr val="bg1"/>
                </a:solidFill>
              </a:rPr>
              <a:t>谷回祐真 吉埼涼</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実話 通信制 転校</a:t>
            </a:r>
            <a:endParaRPr kumimoji="1" lang="en-US" altLang="ja-JP" sz="1050" dirty="0">
              <a:solidFill>
                <a:schemeClr val="bg1"/>
              </a:solidFill>
            </a:endParaRPr>
          </a:p>
        </p:txBody>
      </p:sp>
      <p:sp>
        <p:nvSpPr>
          <p:cNvPr id="83" name="四角形: 角を丸くする 82">
            <a:extLst>
              <a:ext uri="{FF2B5EF4-FFF2-40B4-BE49-F238E27FC236}">
                <a16:creationId xmlns:a16="http://schemas.microsoft.com/office/drawing/2014/main" id="{D0AA9B97-F872-716B-9310-6C3C60C5D74D}"/>
              </a:ext>
            </a:extLst>
          </p:cNvPr>
          <p:cNvSpPr/>
          <p:nvPr/>
        </p:nvSpPr>
        <p:spPr>
          <a:xfrm>
            <a:off x="746286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人権</a:t>
            </a:r>
          </a:p>
        </p:txBody>
      </p:sp>
      <p:sp>
        <p:nvSpPr>
          <p:cNvPr id="84" name="四角形: 角を丸くする 83">
            <a:extLst>
              <a:ext uri="{FF2B5EF4-FFF2-40B4-BE49-F238E27FC236}">
                <a16:creationId xmlns:a16="http://schemas.microsoft.com/office/drawing/2014/main" id="{BE14551C-D2D0-EA7C-FA00-369D2BAB2708}"/>
              </a:ext>
            </a:extLst>
          </p:cNvPr>
          <p:cNvSpPr/>
          <p:nvPr/>
        </p:nvSpPr>
        <p:spPr>
          <a:xfrm>
            <a:off x="810588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85" name="四角形: 角を丸くする 84">
            <a:extLst>
              <a:ext uri="{FF2B5EF4-FFF2-40B4-BE49-F238E27FC236}">
                <a16:creationId xmlns:a16="http://schemas.microsoft.com/office/drawing/2014/main" id="{25AD7275-0858-B02B-9374-4882F121682D}"/>
              </a:ext>
            </a:extLst>
          </p:cNvPr>
          <p:cNvSpPr/>
          <p:nvPr/>
        </p:nvSpPr>
        <p:spPr>
          <a:xfrm>
            <a:off x="9714320"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三田の歴史をみんなに～あの人も三田出身～</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聖徳太子 徳川家康 石破茂</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偉人 研究</a:t>
            </a:r>
            <a:endParaRPr kumimoji="1" lang="en-US" altLang="ja-JP" sz="1050" dirty="0">
              <a:solidFill>
                <a:schemeClr val="bg1"/>
              </a:solidFill>
            </a:endParaRPr>
          </a:p>
        </p:txBody>
      </p:sp>
      <p:sp>
        <p:nvSpPr>
          <p:cNvPr id="86" name="四角形: 角を丸くする 85">
            <a:extLst>
              <a:ext uri="{FF2B5EF4-FFF2-40B4-BE49-F238E27FC236}">
                <a16:creationId xmlns:a16="http://schemas.microsoft.com/office/drawing/2014/main" id="{92777259-AA4F-BF8C-0B3F-06FF3F7C303E}"/>
              </a:ext>
            </a:extLst>
          </p:cNvPr>
          <p:cNvSpPr/>
          <p:nvPr/>
        </p:nvSpPr>
        <p:spPr>
          <a:xfrm>
            <a:off x="979463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87" name="四角形: 角を丸くする 86">
            <a:extLst>
              <a:ext uri="{FF2B5EF4-FFF2-40B4-BE49-F238E27FC236}">
                <a16:creationId xmlns:a16="http://schemas.microsoft.com/office/drawing/2014/main" id="{AB0B08F0-03BF-29D5-D479-46F4779736D8}"/>
              </a:ext>
            </a:extLst>
          </p:cNvPr>
          <p:cNvSpPr/>
          <p:nvPr/>
        </p:nvSpPr>
        <p:spPr>
          <a:xfrm>
            <a:off x="435935"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間違った作法で実験するとこうなる～よい子はマネしないでね～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88" name="四角形: 角を丸くする 87">
            <a:extLst>
              <a:ext uri="{FF2B5EF4-FFF2-40B4-BE49-F238E27FC236}">
                <a16:creationId xmlns:a16="http://schemas.microsoft.com/office/drawing/2014/main" id="{60ED6C3E-3B30-3FA1-5E6E-A3928CF1839E}"/>
              </a:ext>
            </a:extLst>
          </p:cNvPr>
          <p:cNvSpPr/>
          <p:nvPr/>
        </p:nvSpPr>
        <p:spPr>
          <a:xfrm>
            <a:off x="519422"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89" name="四角形: 角を丸くする 88">
            <a:extLst>
              <a:ext uri="{FF2B5EF4-FFF2-40B4-BE49-F238E27FC236}">
                <a16:creationId xmlns:a16="http://schemas.microsoft.com/office/drawing/2014/main" id="{B0F6CF06-B3AE-7FD7-B3EF-6E95D998FDE5}"/>
              </a:ext>
            </a:extLst>
          </p:cNvPr>
          <p:cNvSpPr/>
          <p:nvPr/>
        </p:nvSpPr>
        <p:spPr>
          <a:xfrm>
            <a:off x="2730047" y="5908832"/>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学校教育における</a:t>
            </a:r>
            <a:r>
              <a:rPr lang="en-US" altLang="ja-JP" sz="1200" b="1" dirty="0">
                <a:solidFill>
                  <a:schemeClr val="bg1"/>
                </a:solidFill>
              </a:rPr>
              <a:t>IT</a:t>
            </a:r>
            <a:r>
              <a:rPr lang="ja-JP" altLang="en-US" sz="1200" b="1" dirty="0">
                <a:solidFill>
                  <a:schemeClr val="bg1"/>
                </a:solidFill>
              </a:rPr>
              <a:t>活用の意義</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90" name="四角形: 角を丸くする 89">
            <a:extLst>
              <a:ext uri="{FF2B5EF4-FFF2-40B4-BE49-F238E27FC236}">
                <a16:creationId xmlns:a16="http://schemas.microsoft.com/office/drawing/2014/main" id="{77B0EA5C-4C71-E76C-EA4C-357E2444A00E}"/>
              </a:ext>
            </a:extLst>
          </p:cNvPr>
          <p:cNvSpPr/>
          <p:nvPr/>
        </p:nvSpPr>
        <p:spPr>
          <a:xfrm>
            <a:off x="2810073"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91" name="四角形: 角を丸くする 90">
            <a:extLst>
              <a:ext uri="{FF2B5EF4-FFF2-40B4-BE49-F238E27FC236}">
                <a16:creationId xmlns:a16="http://schemas.microsoft.com/office/drawing/2014/main" id="{6745CD06-793B-50F8-B5D9-504EBF47987C}"/>
              </a:ext>
            </a:extLst>
          </p:cNvPr>
          <p:cNvSpPr/>
          <p:nvPr/>
        </p:nvSpPr>
        <p:spPr>
          <a:xfrm>
            <a:off x="345082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92" name="四角形: 角を丸くする 91">
            <a:extLst>
              <a:ext uri="{FF2B5EF4-FFF2-40B4-BE49-F238E27FC236}">
                <a16:creationId xmlns:a16="http://schemas.microsoft.com/office/drawing/2014/main" id="{557E9C6F-0D5E-947C-27B8-925A93EACD94}"/>
              </a:ext>
            </a:extLst>
          </p:cNvPr>
          <p:cNvSpPr/>
          <p:nvPr/>
        </p:nvSpPr>
        <p:spPr>
          <a:xfrm>
            <a:off x="5024158" y="5908832"/>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スパコン使えば証明なんて余裕でしょ（笑）</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93" name="四角形: 角を丸くする 92">
            <a:extLst>
              <a:ext uri="{FF2B5EF4-FFF2-40B4-BE49-F238E27FC236}">
                <a16:creationId xmlns:a16="http://schemas.microsoft.com/office/drawing/2014/main" id="{841DF334-8649-321E-62B1-E37054A7F86C}"/>
              </a:ext>
            </a:extLst>
          </p:cNvPr>
          <p:cNvSpPr/>
          <p:nvPr/>
        </p:nvSpPr>
        <p:spPr>
          <a:xfrm>
            <a:off x="5100778"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数学</a:t>
            </a:r>
            <a:endParaRPr kumimoji="1" lang="ja-JP" altLang="en-US" sz="1200" dirty="0">
              <a:solidFill>
                <a:schemeClr val="bg1"/>
              </a:solidFill>
            </a:endParaRPr>
          </a:p>
        </p:txBody>
      </p:sp>
      <p:sp>
        <p:nvSpPr>
          <p:cNvPr id="94" name="四角形: 角を丸くする 93">
            <a:extLst>
              <a:ext uri="{FF2B5EF4-FFF2-40B4-BE49-F238E27FC236}">
                <a16:creationId xmlns:a16="http://schemas.microsoft.com/office/drawing/2014/main" id="{05C73776-C3A9-B848-DEC9-A914E31AAC8A}"/>
              </a:ext>
            </a:extLst>
          </p:cNvPr>
          <p:cNvSpPr/>
          <p:nvPr/>
        </p:nvSpPr>
        <p:spPr>
          <a:xfrm>
            <a:off x="574010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95" name="四角形: 角を丸くする 94">
            <a:extLst>
              <a:ext uri="{FF2B5EF4-FFF2-40B4-BE49-F238E27FC236}">
                <a16:creationId xmlns:a16="http://schemas.microsoft.com/office/drawing/2014/main" id="{7B4443EE-46E7-3690-852B-533DE318C92D}"/>
              </a:ext>
            </a:extLst>
          </p:cNvPr>
          <p:cNvSpPr/>
          <p:nvPr/>
        </p:nvSpPr>
        <p:spPr>
          <a:xfrm>
            <a:off x="7377792"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どこまでは守って、どこからは変えていくべき？</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96" name="四角形: 角を丸くする 95">
            <a:extLst>
              <a:ext uri="{FF2B5EF4-FFF2-40B4-BE49-F238E27FC236}">
                <a16:creationId xmlns:a16="http://schemas.microsoft.com/office/drawing/2014/main" id="{ED7D52C8-93EE-25D2-8A5C-EAEAF1123D2A}"/>
              </a:ext>
            </a:extLst>
          </p:cNvPr>
          <p:cNvSpPr/>
          <p:nvPr/>
        </p:nvSpPr>
        <p:spPr>
          <a:xfrm>
            <a:off x="746286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文化</a:t>
            </a:r>
          </a:p>
        </p:txBody>
      </p:sp>
      <p:sp>
        <p:nvSpPr>
          <p:cNvPr id="97" name="四角形: 角を丸くする 96">
            <a:extLst>
              <a:ext uri="{FF2B5EF4-FFF2-40B4-BE49-F238E27FC236}">
                <a16:creationId xmlns:a16="http://schemas.microsoft.com/office/drawing/2014/main" id="{7C9DBC4C-8EC6-A138-0C15-03AC561DF910}"/>
              </a:ext>
            </a:extLst>
          </p:cNvPr>
          <p:cNvSpPr/>
          <p:nvPr/>
        </p:nvSpPr>
        <p:spPr>
          <a:xfrm>
            <a:off x="9714320"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bg1"/>
                </a:solidFill>
              </a:rPr>
              <a:t>AirTag</a:t>
            </a:r>
            <a:r>
              <a:rPr lang="ja-JP" altLang="en-US" sz="1200" b="1" dirty="0">
                <a:solidFill>
                  <a:schemeClr val="bg1"/>
                </a:solidFill>
              </a:rPr>
              <a:t>使えば</a:t>
            </a:r>
            <a:r>
              <a:rPr lang="en-US" altLang="ja-JP" sz="1200" b="1" dirty="0">
                <a:solidFill>
                  <a:schemeClr val="bg1"/>
                </a:solidFill>
              </a:rPr>
              <a:t>｢</a:t>
            </a:r>
            <a:r>
              <a:rPr lang="ja-JP" altLang="en-US" sz="1200" b="1" dirty="0">
                <a:solidFill>
                  <a:schemeClr val="bg1"/>
                </a:solidFill>
              </a:rPr>
              <a:t>迷子を捜しています</a:t>
            </a:r>
            <a:r>
              <a:rPr lang="en-US" altLang="ja-JP" sz="1200" b="1" dirty="0">
                <a:solidFill>
                  <a:schemeClr val="bg1"/>
                </a:solidFill>
              </a:rPr>
              <a:t>｣</a:t>
            </a:r>
            <a:r>
              <a:rPr lang="ja-JP" altLang="en-US" sz="1200" b="1" dirty="0">
                <a:solidFill>
                  <a:schemeClr val="bg1"/>
                </a:solidFill>
              </a:rPr>
              <a:t>が無くせるんじゃね？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98" name="四角形: 角を丸くする 97">
            <a:extLst>
              <a:ext uri="{FF2B5EF4-FFF2-40B4-BE49-F238E27FC236}">
                <a16:creationId xmlns:a16="http://schemas.microsoft.com/office/drawing/2014/main" id="{E141DFFE-66C7-DB93-7EFB-18C34566F833}"/>
              </a:ext>
            </a:extLst>
          </p:cNvPr>
          <p:cNvSpPr/>
          <p:nvPr/>
        </p:nvSpPr>
        <p:spPr>
          <a:xfrm>
            <a:off x="979463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生物</a:t>
            </a:r>
          </a:p>
        </p:txBody>
      </p:sp>
      <p:sp>
        <p:nvSpPr>
          <p:cNvPr id="99" name="四角形: 角を丸くする 98">
            <a:extLst>
              <a:ext uri="{FF2B5EF4-FFF2-40B4-BE49-F238E27FC236}">
                <a16:creationId xmlns:a16="http://schemas.microsoft.com/office/drawing/2014/main" id="{E9E43208-9707-E26C-CB71-8CC62A7926E0}"/>
              </a:ext>
            </a:extLst>
          </p:cNvPr>
          <p:cNvSpPr/>
          <p:nvPr/>
        </p:nvSpPr>
        <p:spPr>
          <a:xfrm>
            <a:off x="10437658"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情報</a:t>
            </a:r>
          </a:p>
        </p:txBody>
      </p:sp>
      <p:sp>
        <p:nvSpPr>
          <p:cNvPr id="100" name="四角形: 角を丸くする 99">
            <a:extLst>
              <a:ext uri="{FF2B5EF4-FFF2-40B4-BE49-F238E27FC236}">
                <a16:creationId xmlns:a16="http://schemas.microsoft.com/office/drawing/2014/main" id="{9E78ECB4-FBF3-CE7B-FEA1-7B47A794FD60}"/>
              </a:ext>
            </a:extLst>
          </p:cNvPr>
          <p:cNvSpPr/>
          <p:nvPr/>
        </p:nvSpPr>
        <p:spPr>
          <a:xfrm>
            <a:off x="574010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芸術</a:t>
            </a:r>
            <a:endParaRPr kumimoji="1" lang="ja-JP" altLang="en-US" sz="1200" dirty="0">
              <a:solidFill>
                <a:schemeClr val="bg1"/>
              </a:solidFill>
            </a:endParaRPr>
          </a:p>
        </p:txBody>
      </p:sp>
      <p:sp>
        <p:nvSpPr>
          <p:cNvPr id="101" name="四角形: 角を丸くする 100">
            <a:extLst>
              <a:ext uri="{FF2B5EF4-FFF2-40B4-BE49-F238E27FC236}">
                <a16:creationId xmlns:a16="http://schemas.microsoft.com/office/drawing/2014/main" id="{B5A5870F-7490-022F-2A89-87AB4E53A186}"/>
              </a:ext>
            </a:extLst>
          </p:cNvPr>
          <p:cNvSpPr/>
          <p:nvPr/>
        </p:nvSpPr>
        <p:spPr>
          <a:xfrm>
            <a:off x="8740554"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福祉</a:t>
            </a:r>
          </a:p>
        </p:txBody>
      </p:sp>
      <p:sp>
        <p:nvSpPr>
          <p:cNvPr id="102" name="四角形: 角を丸くする 101">
            <a:extLst>
              <a:ext uri="{FF2B5EF4-FFF2-40B4-BE49-F238E27FC236}">
                <a16:creationId xmlns:a16="http://schemas.microsoft.com/office/drawing/2014/main" id="{D2A6FC4B-7602-EAD7-7844-A7213761BD48}"/>
              </a:ext>
            </a:extLst>
          </p:cNvPr>
          <p:cNvSpPr/>
          <p:nvPr/>
        </p:nvSpPr>
        <p:spPr>
          <a:xfrm>
            <a:off x="8740554" y="4147390"/>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福祉</a:t>
            </a:r>
            <a:endParaRPr kumimoji="1" lang="ja-JP" altLang="en-US" sz="1200" dirty="0">
              <a:solidFill>
                <a:schemeClr val="bg1"/>
              </a:solidFill>
            </a:endParaRPr>
          </a:p>
        </p:txBody>
      </p:sp>
      <p:sp>
        <p:nvSpPr>
          <p:cNvPr id="12" name="正方形/長方形 11">
            <a:extLst>
              <a:ext uri="{FF2B5EF4-FFF2-40B4-BE49-F238E27FC236}">
                <a16:creationId xmlns:a16="http://schemas.microsoft.com/office/drawing/2014/main" id="{55730BD5-B988-48EA-3CD7-9DF74BC8D9A3}"/>
              </a:ext>
            </a:extLst>
          </p:cNvPr>
          <p:cNvSpPr/>
          <p:nvPr/>
        </p:nvSpPr>
        <p:spPr>
          <a:xfrm>
            <a:off x="289737" y="777433"/>
            <a:ext cx="11637335" cy="1105897"/>
          </a:xfrm>
          <a:prstGeom prst="rect">
            <a:avLst/>
          </a:prstGeom>
          <a:solidFill>
            <a:srgbClr val="3D3D3D"/>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54A861B-845E-53DD-F925-DD9F2A469B2F}"/>
              </a:ext>
            </a:extLst>
          </p:cNvPr>
          <p:cNvSpPr/>
          <p:nvPr/>
        </p:nvSpPr>
        <p:spPr>
          <a:xfrm>
            <a:off x="281763" y="761201"/>
            <a:ext cx="11637335" cy="1105897"/>
          </a:xfrm>
          <a:prstGeom prst="rect">
            <a:avLst/>
          </a:prstGeom>
          <a:solidFill>
            <a:srgbClr val="1E1E1E"/>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3" name="四角形: 角を丸くする 2">
            <a:extLst>
              <a:ext uri="{FF2B5EF4-FFF2-40B4-BE49-F238E27FC236}">
                <a16:creationId xmlns:a16="http://schemas.microsoft.com/office/drawing/2014/main" id="{9E020149-96D1-4E18-64B3-128E66EA1568}"/>
              </a:ext>
            </a:extLst>
          </p:cNvPr>
          <p:cNvSpPr/>
          <p:nvPr/>
        </p:nvSpPr>
        <p:spPr>
          <a:xfrm>
            <a:off x="435935" y="880888"/>
            <a:ext cx="1102284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7ADF9256-4799-63F7-0391-A98E7E6BFB8F}"/>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solidFill>
                  <a:schemeClr val="bg1"/>
                </a:solidFill>
              </a:rPr>
              <a:t>▢</a:t>
            </a:r>
            <a:r>
              <a:rPr kumimoji="1" lang="en-US" altLang="ja-JP" sz="1200" dirty="0">
                <a:solidFill>
                  <a:schemeClr val="bg1"/>
                </a:solidFill>
              </a:rPr>
              <a:t>15</a:t>
            </a:r>
            <a:r>
              <a:rPr kumimoji="1" lang="ja-JP" altLang="en-US" sz="1200" dirty="0">
                <a:solidFill>
                  <a:schemeClr val="bg1"/>
                </a:solidFill>
              </a:rPr>
              <a:t>期 ▢</a:t>
            </a:r>
            <a:r>
              <a:rPr kumimoji="1" lang="en-US" altLang="ja-JP" sz="1200" dirty="0">
                <a:solidFill>
                  <a:schemeClr val="bg1"/>
                </a:solidFill>
              </a:rPr>
              <a:t>16</a:t>
            </a:r>
            <a:r>
              <a:rPr kumimoji="1" lang="ja-JP" altLang="en-US" sz="1200" dirty="0">
                <a:solidFill>
                  <a:schemeClr val="bg1"/>
                </a:solidFill>
              </a:rPr>
              <a:t>期 ▢</a:t>
            </a:r>
            <a:r>
              <a:rPr kumimoji="1" lang="en-US" altLang="ja-JP" sz="1200" dirty="0">
                <a:solidFill>
                  <a:schemeClr val="bg1"/>
                </a:solidFill>
              </a:rPr>
              <a:t>17</a:t>
            </a:r>
            <a:r>
              <a:rPr kumimoji="1" lang="ja-JP" altLang="en-US" sz="1200" dirty="0">
                <a:solidFill>
                  <a:schemeClr val="bg1"/>
                </a:solidFill>
              </a:rPr>
              <a:t>期 ▢</a:t>
            </a:r>
            <a:r>
              <a:rPr kumimoji="1" lang="en-US" altLang="ja-JP" sz="1200" dirty="0">
                <a:solidFill>
                  <a:schemeClr val="bg1"/>
                </a:solidFill>
              </a:rPr>
              <a:t>18</a:t>
            </a:r>
            <a:r>
              <a:rPr kumimoji="1" lang="ja-JP" altLang="en-US" sz="1200" dirty="0">
                <a:solidFill>
                  <a:schemeClr val="bg1"/>
                </a:solidFill>
              </a:rPr>
              <a:t>期 ▢</a:t>
            </a:r>
            <a:r>
              <a:rPr kumimoji="1" lang="en-US" altLang="ja-JP" sz="1200" dirty="0">
                <a:solidFill>
                  <a:schemeClr val="bg1"/>
                </a:solidFill>
              </a:rPr>
              <a:t>19</a:t>
            </a:r>
            <a:r>
              <a:rPr kumimoji="1" lang="ja-JP" altLang="en-US" sz="1200" dirty="0">
                <a:solidFill>
                  <a:schemeClr val="bg1"/>
                </a:solidFill>
              </a:rPr>
              <a:t>期 ▢</a:t>
            </a:r>
            <a:r>
              <a:rPr kumimoji="1" lang="en-US" altLang="ja-JP" sz="1200" dirty="0">
                <a:solidFill>
                  <a:schemeClr val="bg1"/>
                </a:solidFill>
              </a:rPr>
              <a:t>20</a:t>
            </a:r>
            <a:r>
              <a:rPr kumimoji="1" lang="ja-JP" altLang="en-US" sz="1200" dirty="0">
                <a:solidFill>
                  <a:schemeClr val="bg1"/>
                </a:solidFill>
              </a:rPr>
              <a:t>期 ▢</a:t>
            </a:r>
            <a:r>
              <a:rPr kumimoji="1" lang="en-US" altLang="ja-JP" sz="1200" dirty="0">
                <a:solidFill>
                  <a:schemeClr val="bg1"/>
                </a:solidFill>
              </a:rPr>
              <a:t>21</a:t>
            </a:r>
            <a:r>
              <a:rPr kumimoji="1" lang="ja-JP" altLang="en-US" sz="1200" dirty="0">
                <a:solidFill>
                  <a:schemeClr val="bg1"/>
                </a:solidFill>
              </a:rPr>
              <a:t>期 ▢</a:t>
            </a:r>
            <a:r>
              <a:rPr kumimoji="1" lang="en-US" altLang="ja-JP" sz="1200" dirty="0">
                <a:solidFill>
                  <a:schemeClr val="bg1"/>
                </a:solidFill>
              </a:rPr>
              <a:t>22</a:t>
            </a:r>
            <a:r>
              <a:rPr kumimoji="1" lang="ja-JP" altLang="en-US" sz="1200" dirty="0">
                <a:solidFill>
                  <a:schemeClr val="bg1"/>
                </a:solidFill>
              </a:rPr>
              <a:t>期</a:t>
            </a:r>
            <a:endParaRPr kumimoji="1" lang="en-US" altLang="ja-JP" sz="1200" dirty="0">
              <a:solidFill>
                <a:schemeClr val="bg1"/>
              </a:solidFill>
            </a:endParaRPr>
          </a:p>
          <a:p>
            <a:r>
              <a:rPr lang="ja-JP" altLang="en-US" sz="1200" dirty="0">
                <a:solidFill>
                  <a:schemeClr val="bg1"/>
                </a:solidFill>
              </a:rPr>
              <a:t>▢化学 ▢環境 ▢教育 ▢経営 ▢経済 ▢芸術 ▢言語 ▢健康 ▢工学 ▢国際 ▢情報 ▢人権 ▢数学 ▢スポーツ ▢生物 ▢福祉 ▢物理 ▢文化 ▢歴史 ▢その他</a:t>
            </a:r>
            <a:endParaRPr lang="en-US" altLang="ja-JP" sz="1200" dirty="0">
              <a:solidFill>
                <a:schemeClr val="bg1"/>
              </a:solidFill>
            </a:endParaRPr>
          </a:p>
        </p:txBody>
      </p:sp>
      <p:sp>
        <p:nvSpPr>
          <p:cNvPr id="7" name="テキスト ボックス 6">
            <a:extLst>
              <a:ext uri="{FF2B5EF4-FFF2-40B4-BE49-F238E27FC236}">
                <a16:creationId xmlns:a16="http://schemas.microsoft.com/office/drawing/2014/main" id="{D28080BB-38A4-4ABE-3214-E265BFA53591}"/>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solidFill>
                  <a:schemeClr val="bg1"/>
                </a:solidFill>
              </a:rPr>
              <a:t>該当件数</a:t>
            </a:r>
            <a:r>
              <a:rPr lang="en-US" altLang="ja-JP" sz="800" dirty="0">
                <a:solidFill>
                  <a:schemeClr val="bg1"/>
                </a:solidFill>
              </a:rPr>
              <a:t>: </a:t>
            </a:r>
            <a:r>
              <a:rPr kumimoji="1" lang="en-US" altLang="ja-JP" sz="800" dirty="0">
                <a:solidFill>
                  <a:schemeClr val="bg1"/>
                </a:solidFill>
              </a:rPr>
              <a:t>119/</a:t>
            </a:r>
            <a:r>
              <a:rPr kumimoji="1" lang="ja-JP" altLang="en-US" sz="800" dirty="0">
                <a:solidFill>
                  <a:schemeClr val="bg1"/>
                </a:solidFill>
              </a:rPr>
              <a:t>全</a:t>
            </a:r>
            <a:r>
              <a:rPr kumimoji="1" lang="en-US" altLang="ja-JP" sz="800" dirty="0">
                <a:solidFill>
                  <a:schemeClr val="bg1"/>
                </a:solidFill>
              </a:rPr>
              <a:t>119</a:t>
            </a:r>
            <a:r>
              <a:rPr kumimoji="1" lang="ja-JP" altLang="en-US" sz="800" dirty="0">
                <a:solidFill>
                  <a:schemeClr val="bg1"/>
                </a:solidFill>
              </a:rPr>
              <a:t>件</a:t>
            </a:r>
          </a:p>
        </p:txBody>
      </p:sp>
      <p:sp>
        <p:nvSpPr>
          <p:cNvPr id="57" name="正方形/長方形 56">
            <a:extLst>
              <a:ext uri="{FF2B5EF4-FFF2-40B4-BE49-F238E27FC236}">
                <a16:creationId xmlns:a16="http://schemas.microsoft.com/office/drawing/2014/main" id="{E11F2070-D893-EA30-4774-47FE549DB409}"/>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2EC99B42-74DB-3BDE-46FC-4403F488071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1647B485-006D-64D3-A4B2-0736E2D5C457}"/>
              </a:ext>
            </a:extLst>
          </p:cNvPr>
          <p:cNvSpPr/>
          <p:nvPr/>
        </p:nvSpPr>
        <p:spPr>
          <a:xfrm>
            <a:off x="11530519" y="880888"/>
            <a:ext cx="31135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a:t>
            </a:r>
            <a:endParaRPr kumimoji="1" lang="en-US" altLang="ja-JP" b="1" dirty="0">
              <a:solidFill>
                <a:schemeClr val="bg1"/>
              </a:solidFill>
            </a:endParaRPr>
          </a:p>
        </p:txBody>
      </p:sp>
      <p:sp>
        <p:nvSpPr>
          <p:cNvPr id="5" name="四角形: 角を丸くする 4">
            <a:extLst>
              <a:ext uri="{FF2B5EF4-FFF2-40B4-BE49-F238E27FC236}">
                <a16:creationId xmlns:a16="http://schemas.microsoft.com/office/drawing/2014/main" id="{B57DBDDD-7491-784A-4998-6739DC06476E}"/>
              </a:ext>
            </a:extLst>
          </p:cNvPr>
          <p:cNvSpPr/>
          <p:nvPr/>
        </p:nvSpPr>
        <p:spPr>
          <a:xfrm>
            <a:off x="9827812" y="1228521"/>
            <a:ext cx="1950294" cy="845837"/>
          </a:xfrm>
          <a:prstGeom prst="roundRect">
            <a:avLst>
              <a:gd name="adj" fmla="val 3435"/>
            </a:avLst>
          </a:prstGeom>
          <a:solidFill>
            <a:srgbClr val="1E1E1E"/>
          </a:solidFill>
          <a:ln w="12700">
            <a:solidFill>
              <a:srgbClr val="3D3D3D"/>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bg1"/>
                </a:solidFill>
              </a:rPr>
              <a:t>並び替え</a:t>
            </a:r>
            <a:r>
              <a:rPr lang="en-US" altLang="ja-JP" sz="1100" dirty="0">
                <a:solidFill>
                  <a:schemeClr val="bg1"/>
                </a:solidFill>
              </a:rPr>
              <a:t>:</a:t>
            </a:r>
          </a:p>
          <a:p>
            <a:endParaRPr kumimoji="1" lang="en-US" altLang="ja-JP" sz="1100" dirty="0">
              <a:solidFill>
                <a:schemeClr val="bg1"/>
              </a:solidFill>
            </a:endParaRPr>
          </a:p>
          <a:p>
            <a:r>
              <a:rPr lang="ja-JP" altLang="en-US" sz="1100" dirty="0">
                <a:solidFill>
                  <a:schemeClr val="bg1"/>
                </a:solidFill>
              </a:rPr>
              <a:t>ダークモード</a:t>
            </a:r>
            <a:endParaRPr kumimoji="1" lang="en-US" altLang="ja-JP" sz="1100" dirty="0">
              <a:solidFill>
                <a:schemeClr val="bg1"/>
              </a:solidFill>
            </a:endParaRPr>
          </a:p>
        </p:txBody>
      </p:sp>
      <p:sp>
        <p:nvSpPr>
          <p:cNvPr id="41" name="四角形: 角を丸くする 40">
            <a:extLst>
              <a:ext uri="{FF2B5EF4-FFF2-40B4-BE49-F238E27FC236}">
                <a16:creationId xmlns:a16="http://schemas.microsoft.com/office/drawing/2014/main" id="{7C786F6A-B455-DD6B-E987-38CB6E27C28A}"/>
              </a:ext>
            </a:extLst>
          </p:cNvPr>
          <p:cNvSpPr/>
          <p:nvPr/>
        </p:nvSpPr>
        <p:spPr>
          <a:xfrm>
            <a:off x="11116690" y="1697929"/>
            <a:ext cx="518146" cy="270654"/>
          </a:xfrm>
          <a:prstGeom prst="roundRect">
            <a:avLst>
              <a:gd name="adj" fmla="val 50000"/>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8C793673-EFD9-AA53-52BB-8386316DE559}"/>
              </a:ext>
            </a:extLst>
          </p:cNvPr>
          <p:cNvSpPr/>
          <p:nvPr/>
        </p:nvSpPr>
        <p:spPr>
          <a:xfrm>
            <a:off x="11370521"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A88C9B2B-C374-EDD8-C3AA-6D173C54C765}"/>
              </a:ext>
            </a:extLst>
          </p:cNvPr>
          <p:cNvSpPr/>
          <p:nvPr/>
        </p:nvSpPr>
        <p:spPr>
          <a:xfrm>
            <a:off x="10570368" y="1374675"/>
            <a:ext cx="1171575" cy="204948"/>
          </a:xfrm>
          <a:prstGeom prst="roundRect">
            <a:avLst>
              <a:gd name="adj" fmla="val 6775"/>
            </a:avLst>
          </a:prstGeom>
          <a:solidFill>
            <a:srgbClr val="333333"/>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rPr>
              <a:t>新しい順</a:t>
            </a:r>
            <a:endParaRPr kumimoji="1" lang="ja-JP" altLang="en-US" sz="1000" dirty="0">
              <a:solidFill>
                <a:schemeClr val="bg1"/>
              </a:solidFill>
            </a:endParaRPr>
          </a:p>
        </p:txBody>
      </p:sp>
      <p:sp>
        <p:nvSpPr>
          <p:cNvPr id="59" name="テキスト ボックス 58">
            <a:extLst>
              <a:ext uri="{FF2B5EF4-FFF2-40B4-BE49-F238E27FC236}">
                <a16:creationId xmlns:a16="http://schemas.microsoft.com/office/drawing/2014/main" id="{29A37DDC-4A67-E108-6600-853DF7555DA8}"/>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solidFill>
                  <a:schemeClr val="bg1"/>
                </a:solidFill>
              </a:rPr>
              <a:t>┘</a:t>
            </a:r>
          </a:p>
        </p:txBody>
      </p:sp>
      <p:sp>
        <p:nvSpPr>
          <p:cNvPr id="4" name="矢印: 上 3">
            <a:extLst>
              <a:ext uri="{FF2B5EF4-FFF2-40B4-BE49-F238E27FC236}">
                <a16:creationId xmlns:a16="http://schemas.microsoft.com/office/drawing/2014/main" id="{DE42147C-0BCF-51A0-FEF6-ADA92E71C9A5}"/>
              </a:ext>
            </a:extLst>
          </p:cNvPr>
          <p:cNvSpPr/>
          <p:nvPr/>
        </p:nvSpPr>
        <p:spPr>
          <a:xfrm rot="19449610">
            <a:off x="11332407" y="1774094"/>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C120EA82-FA5B-64D4-36AB-6B1059FBD5AE}"/>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165C9196-53E0-CEB1-D3C2-553966CCDD3D}"/>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746275629"/>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BFB75CF-6BDE-E806-8E94-7B912F20CBDA}"/>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1C3BB169-7107-2126-A0C1-72B9573120F5}"/>
              </a:ext>
            </a:extLst>
          </p:cNvPr>
          <p:cNvSpPr>
            <a:spLocks noGrp="1" noRot="1" noMove="1" noResize="1" noEditPoints="1" noAdjustHandles="1" noChangeArrowheads="1" noChangeShapeType="1"/>
          </p:cNvSpPr>
          <p:nvPr/>
        </p:nvSpPr>
        <p:spPr>
          <a:xfrm>
            <a:off x="281763" y="761202"/>
            <a:ext cx="11637335" cy="5931994"/>
          </a:xfrm>
          <a:prstGeom prst="rect">
            <a:avLst/>
          </a:prstGeom>
          <a:solidFill>
            <a:srgbClr val="1212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1DDBCFE-CF4A-B041-58AE-ECD714A5D3D6}"/>
              </a:ext>
            </a:extLst>
          </p:cNvPr>
          <p:cNvSpPr/>
          <p:nvPr/>
        </p:nvSpPr>
        <p:spPr>
          <a:xfrm>
            <a:off x="289737" y="777433"/>
            <a:ext cx="11637335" cy="1105897"/>
          </a:xfrm>
          <a:prstGeom prst="rect">
            <a:avLst/>
          </a:prstGeom>
          <a:solidFill>
            <a:srgbClr val="3D3D3D"/>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DF272DE5-AAC4-0D1B-1E5C-D471530FAE34}"/>
              </a:ext>
            </a:extLst>
          </p:cNvPr>
          <p:cNvSpPr/>
          <p:nvPr/>
        </p:nvSpPr>
        <p:spPr>
          <a:xfrm>
            <a:off x="281763" y="761201"/>
            <a:ext cx="11637335" cy="1105897"/>
          </a:xfrm>
          <a:prstGeom prst="rect">
            <a:avLst/>
          </a:prstGeom>
          <a:solidFill>
            <a:srgbClr val="1E1E1E"/>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3" name="四角形: 角を丸くする 2">
            <a:extLst>
              <a:ext uri="{FF2B5EF4-FFF2-40B4-BE49-F238E27FC236}">
                <a16:creationId xmlns:a16="http://schemas.microsoft.com/office/drawing/2014/main" id="{4F47CA97-0E81-8C3D-955B-EC7C5792E0AF}"/>
              </a:ext>
            </a:extLst>
          </p:cNvPr>
          <p:cNvSpPr/>
          <p:nvPr/>
        </p:nvSpPr>
        <p:spPr>
          <a:xfrm>
            <a:off x="435935" y="880888"/>
            <a:ext cx="1102284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67011631-E4DC-3534-11C6-BB428BB22CAC}"/>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solidFill>
                  <a:schemeClr val="bg1"/>
                </a:solidFill>
              </a:rPr>
              <a:t>▢</a:t>
            </a:r>
            <a:r>
              <a:rPr kumimoji="1" lang="en-US" altLang="ja-JP" sz="1200" dirty="0">
                <a:solidFill>
                  <a:schemeClr val="bg1"/>
                </a:solidFill>
              </a:rPr>
              <a:t>15</a:t>
            </a:r>
            <a:r>
              <a:rPr kumimoji="1" lang="ja-JP" altLang="en-US" sz="1200" dirty="0">
                <a:solidFill>
                  <a:schemeClr val="bg1"/>
                </a:solidFill>
              </a:rPr>
              <a:t>期 ▢</a:t>
            </a:r>
            <a:r>
              <a:rPr kumimoji="1" lang="en-US" altLang="ja-JP" sz="1200" dirty="0">
                <a:solidFill>
                  <a:schemeClr val="bg1"/>
                </a:solidFill>
              </a:rPr>
              <a:t>16</a:t>
            </a:r>
            <a:r>
              <a:rPr kumimoji="1" lang="ja-JP" altLang="en-US" sz="1200" dirty="0">
                <a:solidFill>
                  <a:schemeClr val="bg1"/>
                </a:solidFill>
              </a:rPr>
              <a:t>期 ▢</a:t>
            </a:r>
            <a:r>
              <a:rPr kumimoji="1" lang="en-US" altLang="ja-JP" sz="1200" dirty="0">
                <a:solidFill>
                  <a:schemeClr val="bg1"/>
                </a:solidFill>
              </a:rPr>
              <a:t>17</a:t>
            </a:r>
            <a:r>
              <a:rPr kumimoji="1" lang="ja-JP" altLang="en-US" sz="1200" dirty="0">
                <a:solidFill>
                  <a:schemeClr val="bg1"/>
                </a:solidFill>
              </a:rPr>
              <a:t>期 ▢</a:t>
            </a:r>
            <a:r>
              <a:rPr kumimoji="1" lang="en-US" altLang="ja-JP" sz="1200" dirty="0">
                <a:solidFill>
                  <a:schemeClr val="bg1"/>
                </a:solidFill>
              </a:rPr>
              <a:t>18</a:t>
            </a:r>
            <a:r>
              <a:rPr kumimoji="1" lang="ja-JP" altLang="en-US" sz="1200" dirty="0">
                <a:solidFill>
                  <a:schemeClr val="bg1"/>
                </a:solidFill>
              </a:rPr>
              <a:t>期 ▢</a:t>
            </a:r>
            <a:r>
              <a:rPr kumimoji="1" lang="en-US" altLang="ja-JP" sz="1200" dirty="0">
                <a:solidFill>
                  <a:schemeClr val="bg1"/>
                </a:solidFill>
              </a:rPr>
              <a:t>19</a:t>
            </a:r>
            <a:r>
              <a:rPr kumimoji="1" lang="ja-JP" altLang="en-US" sz="1200" dirty="0">
                <a:solidFill>
                  <a:schemeClr val="bg1"/>
                </a:solidFill>
              </a:rPr>
              <a:t>期 ▢</a:t>
            </a:r>
            <a:r>
              <a:rPr kumimoji="1" lang="en-US" altLang="ja-JP" sz="1200" dirty="0">
                <a:solidFill>
                  <a:schemeClr val="bg1"/>
                </a:solidFill>
              </a:rPr>
              <a:t>20</a:t>
            </a:r>
            <a:r>
              <a:rPr kumimoji="1" lang="ja-JP" altLang="en-US" sz="1200" dirty="0">
                <a:solidFill>
                  <a:schemeClr val="bg1"/>
                </a:solidFill>
              </a:rPr>
              <a:t>期 ▢</a:t>
            </a:r>
            <a:r>
              <a:rPr kumimoji="1" lang="en-US" altLang="ja-JP" sz="1200" dirty="0">
                <a:solidFill>
                  <a:schemeClr val="bg1"/>
                </a:solidFill>
              </a:rPr>
              <a:t>21</a:t>
            </a:r>
            <a:r>
              <a:rPr kumimoji="1" lang="ja-JP" altLang="en-US" sz="1200" dirty="0">
                <a:solidFill>
                  <a:schemeClr val="bg1"/>
                </a:solidFill>
              </a:rPr>
              <a:t>期 ▢</a:t>
            </a:r>
            <a:r>
              <a:rPr kumimoji="1" lang="en-US" altLang="ja-JP" sz="1200" dirty="0">
                <a:solidFill>
                  <a:schemeClr val="bg1"/>
                </a:solidFill>
              </a:rPr>
              <a:t>22</a:t>
            </a:r>
            <a:r>
              <a:rPr kumimoji="1" lang="ja-JP" altLang="en-US" sz="1200" dirty="0">
                <a:solidFill>
                  <a:schemeClr val="bg1"/>
                </a:solidFill>
              </a:rPr>
              <a:t>期</a:t>
            </a:r>
            <a:endParaRPr kumimoji="1" lang="en-US" altLang="ja-JP" sz="1200" dirty="0">
              <a:solidFill>
                <a:schemeClr val="bg1"/>
              </a:solidFill>
            </a:endParaRPr>
          </a:p>
          <a:p>
            <a:r>
              <a:rPr lang="ja-JP" altLang="en-US" sz="1200" dirty="0">
                <a:solidFill>
                  <a:schemeClr val="bg1"/>
                </a:solidFill>
              </a:rPr>
              <a:t>▢化学 ▢環境 ▢教育 ▢経営 ▢経済 ▢芸術 ▢言語 ▢健康 ▢工学 ▢国際 ▢情報 ▢人権 ▢数学 ▢スポーツ ▢生物 ▢福祉 ▢物理 ▢文化 ▢歴史 ▢その他</a:t>
            </a:r>
            <a:endParaRPr lang="en-US" altLang="ja-JP" sz="1200" dirty="0">
              <a:solidFill>
                <a:schemeClr val="bg1"/>
              </a:solidFill>
            </a:endParaRPr>
          </a:p>
        </p:txBody>
      </p:sp>
      <p:sp>
        <p:nvSpPr>
          <p:cNvPr id="20" name="テキスト ボックス 19">
            <a:extLst>
              <a:ext uri="{FF2B5EF4-FFF2-40B4-BE49-F238E27FC236}">
                <a16:creationId xmlns:a16="http://schemas.microsoft.com/office/drawing/2014/main" id="{EFEB5FD2-CD50-8A9D-2F22-9A1218D4B6E9}"/>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solidFill>
                  <a:schemeClr val="bg1"/>
                </a:solidFill>
              </a:rPr>
              <a:t>該当件数</a:t>
            </a:r>
            <a:r>
              <a:rPr lang="en-US" altLang="ja-JP" sz="800" dirty="0">
                <a:solidFill>
                  <a:schemeClr val="bg1"/>
                </a:solidFill>
              </a:rPr>
              <a:t>: </a:t>
            </a:r>
            <a:r>
              <a:rPr kumimoji="1" lang="en-US" altLang="ja-JP" sz="800" dirty="0">
                <a:solidFill>
                  <a:schemeClr val="bg1"/>
                </a:solidFill>
              </a:rPr>
              <a:t>119/</a:t>
            </a:r>
            <a:r>
              <a:rPr kumimoji="1" lang="ja-JP" altLang="en-US" sz="800" dirty="0">
                <a:solidFill>
                  <a:schemeClr val="bg1"/>
                </a:solidFill>
              </a:rPr>
              <a:t>全</a:t>
            </a:r>
            <a:r>
              <a:rPr kumimoji="1" lang="en-US" altLang="ja-JP" sz="800" dirty="0">
                <a:solidFill>
                  <a:schemeClr val="bg1"/>
                </a:solidFill>
              </a:rPr>
              <a:t>119</a:t>
            </a:r>
            <a:r>
              <a:rPr kumimoji="1" lang="ja-JP" altLang="en-US" sz="800" dirty="0">
                <a:solidFill>
                  <a:schemeClr val="bg1"/>
                </a:solidFill>
              </a:rPr>
              <a:t>件</a:t>
            </a:r>
          </a:p>
        </p:txBody>
      </p:sp>
      <p:sp>
        <p:nvSpPr>
          <p:cNvPr id="7" name="四角形: 角を丸くする 6">
            <a:extLst>
              <a:ext uri="{FF2B5EF4-FFF2-40B4-BE49-F238E27FC236}">
                <a16:creationId xmlns:a16="http://schemas.microsoft.com/office/drawing/2014/main" id="{6B02294A-D81F-7FC5-ACD1-E690634AE401}"/>
              </a:ext>
            </a:extLst>
          </p:cNvPr>
          <p:cNvSpPr/>
          <p:nvPr/>
        </p:nvSpPr>
        <p:spPr>
          <a:xfrm>
            <a:off x="440948"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bg1"/>
                </a:solidFill>
              </a:rPr>
              <a:t>Shoun Poster Finder</a:t>
            </a: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13" name="四角形: 角を丸くする 12">
            <a:extLst>
              <a:ext uri="{FF2B5EF4-FFF2-40B4-BE49-F238E27FC236}">
                <a16:creationId xmlns:a16="http://schemas.microsoft.com/office/drawing/2014/main" id="{A1E19391-48C2-0422-795B-D30859F0F423}"/>
              </a:ext>
            </a:extLst>
          </p:cNvPr>
          <p:cNvSpPr/>
          <p:nvPr/>
        </p:nvSpPr>
        <p:spPr>
          <a:xfrm>
            <a:off x="52443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14" name="四角形: 角を丸くする 13">
            <a:extLst>
              <a:ext uri="{FF2B5EF4-FFF2-40B4-BE49-F238E27FC236}">
                <a16:creationId xmlns:a16="http://schemas.microsoft.com/office/drawing/2014/main" id="{BD0EA1E4-D5E1-1EE7-A34E-7D95AA568C5E}"/>
              </a:ext>
            </a:extLst>
          </p:cNvPr>
          <p:cNvSpPr/>
          <p:nvPr/>
        </p:nvSpPr>
        <p:spPr>
          <a:xfrm>
            <a:off x="1167310"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15" name="四角形: 角を丸くする 14">
            <a:extLst>
              <a:ext uri="{FF2B5EF4-FFF2-40B4-BE49-F238E27FC236}">
                <a16:creationId xmlns:a16="http://schemas.microsoft.com/office/drawing/2014/main" id="{07D61C18-368F-AB76-3520-ED9CF14F485C}"/>
              </a:ext>
            </a:extLst>
          </p:cNvPr>
          <p:cNvSpPr/>
          <p:nvPr/>
        </p:nvSpPr>
        <p:spPr>
          <a:xfrm>
            <a:off x="2735060" y="2115878"/>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紫外線による肌へのダメージ ～漢三人で挑む～</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田中太郎 鈴木次郎 斎藤三郎</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日焼け ガン </a:t>
            </a:r>
            <a:endParaRPr kumimoji="1" lang="en-US" altLang="ja-JP" sz="800" dirty="0">
              <a:solidFill>
                <a:schemeClr val="bg1"/>
              </a:solidFill>
            </a:endParaRPr>
          </a:p>
        </p:txBody>
      </p:sp>
      <p:sp>
        <p:nvSpPr>
          <p:cNvPr id="16" name="四角形: 角を丸くする 15">
            <a:extLst>
              <a:ext uri="{FF2B5EF4-FFF2-40B4-BE49-F238E27FC236}">
                <a16:creationId xmlns:a16="http://schemas.microsoft.com/office/drawing/2014/main" id="{C12E7FB3-3657-2313-AEB0-B2BCD218EDFE}"/>
              </a:ext>
            </a:extLst>
          </p:cNvPr>
          <p:cNvSpPr/>
          <p:nvPr/>
        </p:nvSpPr>
        <p:spPr>
          <a:xfrm>
            <a:off x="281508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17" name="四角形: 角を丸くする 16">
            <a:extLst>
              <a:ext uri="{FF2B5EF4-FFF2-40B4-BE49-F238E27FC236}">
                <a16:creationId xmlns:a16="http://schemas.microsoft.com/office/drawing/2014/main" id="{E7269C21-9A34-AF21-34FA-6D9C1EABE729}"/>
              </a:ext>
            </a:extLst>
          </p:cNvPr>
          <p:cNvSpPr/>
          <p:nvPr/>
        </p:nvSpPr>
        <p:spPr>
          <a:xfrm>
            <a:off x="345583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健康</a:t>
            </a:r>
          </a:p>
        </p:txBody>
      </p:sp>
      <p:sp>
        <p:nvSpPr>
          <p:cNvPr id="18" name="四角形: 角を丸くする 17">
            <a:extLst>
              <a:ext uri="{FF2B5EF4-FFF2-40B4-BE49-F238E27FC236}">
                <a16:creationId xmlns:a16="http://schemas.microsoft.com/office/drawing/2014/main" id="{390ABD57-26E8-6D67-881A-7D90CF489451}"/>
              </a:ext>
            </a:extLst>
          </p:cNvPr>
          <p:cNvSpPr/>
          <p:nvPr/>
        </p:nvSpPr>
        <p:spPr>
          <a:xfrm>
            <a:off x="5029171" y="2115878"/>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絵本と呼べるのはどこから？ーマンガも絵本</a:t>
            </a:r>
            <a:r>
              <a:rPr lang="en-US" altLang="ja-JP" sz="1200" b="1" dirty="0">
                <a:solidFill>
                  <a:schemeClr val="bg1"/>
                </a:solidFill>
              </a:rPr>
              <a:t>!?</a:t>
            </a:r>
            <a:r>
              <a:rPr lang="ja-JP" altLang="en-US" sz="1200" b="1" dirty="0">
                <a:solidFill>
                  <a:schemeClr val="bg1"/>
                </a:solidFill>
              </a:rPr>
              <a:t>ー</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榊原眞己 駒井久美子</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統計 デザイン</a:t>
            </a:r>
            <a:endParaRPr kumimoji="1" lang="en-US" altLang="ja-JP" sz="800" dirty="0">
              <a:solidFill>
                <a:schemeClr val="bg1"/>
              </a:solidFill>
            </a:endParaRPr>
          </a:p>
        </p:txBody>
      </p:sp>
      <p:sp>
        <p:nvSpPr>
          <p:cNvPr id="19" name="四角形: 角を丸くする 18">
            <a:extLst>
              <a:ext uri="{FF2B5EF4-FFF2-40B4-BE49-F238E27FC236}">
                <a16:creationId xmlns:a16="http://schemas.microsoft.com/office/drawing/2014/main" id="{5F54C655-6ABE-E469-2833-AA2B60C73043}"/>
              </a:ext>
            </a:extLst>
          </p:cNvPr>
          <p:cNvSpPr/>
          <p:nvPr/>
        </p:nvSpPr>
        <p:spPr>
          <a:xfrm>
            <a:off x="5105791"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21" name="四角形: 角を丸くする 20">
            <a:extLst>
              <a:ext uri="{FF2B5EF4-FFF2-40B4-BE49-F238E27FC236}">
                <a16:creationId xmlns:a16="http://schemas.microsoft.com/office/drawing/2014/main" id="{0665F464-DDFD-3DEB-A384-ED7DD585DA46}"/>
              </a:ext>
            </a:extLst>
          </p:cNvPr>
          <p:cNvSpPr/>
          <p:nvPr/>
        </p:nvSpPr>
        <p:spPr>
          <a:xfrm>
            <a:off x="7382805"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世界共通の言葉を作ろう</a:t>
            </a:r>
            <a:r>
              <a:rPr lang="en-US" altLang="ja-JP" sz="1200" b="1" dirty="0">
                <a:solidFill>
                  <a:schemeClr val="bg1"/>
                </a:solidFill>
              </a:rPr>
              <a:t>!</a:t>
            </a:r>
          </a:p>
          <a:p>
            <a:endParaRPr lang="en-US" altLang="ja-JP" sz="800" dirty="0">
              <a:solidFill>
                <a:schemeClr val="bg1"/>
              </a:solidFill>
            </a:endParaRPr>
          </a:p>
          <a:p>
            <a:r>
              <a:rPr kumimoji="1" lang="ja-JP" altLang="en-US" sz="800" dirty="0">
                <a:solidFill>
                  <a:schemeClr val="bg1"/>
                </a:solidFill>
              </a:rPr>
              <a:t>占市悠太 九岡雄介 山木優</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英語 ユニバーサルデザイン </a:t>
            </a:r>
            <a:r>
              <a:rPr lang="en-US" altLang="ja-JP" sz="800" dirty="0">
                <a:solidFill>
                  <a:schemeClr val="bg1"/>
                </a:solidFill>
              </a:rPr>
              <a:t>SNS</a:t>
            </a:r>
            <a:r>
              <a:rPr lang="ja-JP" altLang="en-US" sz="800" dirty="0">
                <a:solidFill>
                  <a:schemeClr val="bg1"/>
                </a:solidFill>
              </a:rPr>
              <a:t> </a:t>
            </a:r>
            <a:r>
              <a:rPr lang="en-US" altLang="ja-JP" sz="800" dirty="0">
                <a:solidFill>
                  <a:schemeClr val="bg1"/>
                </a:solidFill>
              </a:rPr>
              <a:t>AI</a:t>
            </a:r>
            <a:r>
              <a:rPr lang="ja-JP" altLang="en-US" sz="800" dirty="0">
                <a:solidFill>
                  <a:schemeClr val="bg1"/>
                </a:solidFill>
              </a:rPr>
              <a:t> 言語ベクトル</a:t>
            </a:r>
            <a:endParaRPr kumimoji="1" lang="en-US" altLang="ja-JP" sz="1050" dirty="0">
              <a:solidFill>
                <a:schemeClr val="bg1"/>
              </a:solidFill>
            </a:endParaRPr>
          </a:p>
        </p:txBody>
      </p:sp>
      <p:sp>
        <p:nvSpPr>
          <p:cNvPr id="22" name="四角形: 角を丸くする 21">
            <a:extLst>
              <a:ext uri="{FF2B5EF4-FFF2-40B4-BE49-F238E27FC236}">
                <a16:creationId xmlns:a16="http://schemas.microsoft.com/office/drawing/2014/main" id="{9A7C5ADD-42E8-206A-B9B3-49E74A89B947}"/>
              </a:ext>
            </a:extLst>
          </p:cNvPr>
          <p:cNvSpPr/>
          <p:nvPr/>
        </p:nvSpPr>
        <p:spPr>
          <a:xfrm>
            <a:off x="7467879"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言語</a:t>
            </a:r>
            <a:endParaRPr kumimoji="1" lang="ja-JP" altLang="en-US" sz="1200" dirty="0">
              <a:solidFill>
                <a:schemeClr val="bg1"/>
              </a:solidFill>
            </a:endParaRPr>
          </a:p>
        </p:txBody>
      </p:sp>
      <p:sp>
        <p:nvSpPr>
          <p:cNvPr id="23" name="四角形: 角を丸くする 22">
            <a:extLst>
              <a:ext uri="{FF2B5EF4-FFF2-40B4-BE49-F238E27FC236}">
                <a16:creationId xmlns:a16="http://schemas.microsoft.com/office/drawing/2014/main" id="{288AA857-5019-4103-A3F8-4CC9FB22A69D}"/>
              </a:ext>
            </a:extLst>
          </p:cNvPr>
          <p:cNvSpPr/>
          <p:nvPr/>
        </p:nvSpPr>
        <p:spPr>
          <a:xfrm>
            <a:off x="811089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国際</a:t>
            </a:r>
          </a:p>
        </p:txBody>
      </p:sp>
      <p:sp>
        <p:nvSpPr>
          <p:cNvPr id="24" name="四角形: 角を丸くする 23">
            <a:extLst>
              <a:ext uri="{FF2B5EF4-FFF2-40B4-BE49-F238E27FC236}">
                <a16:creationId xmlns:a16="http://schemas.microsoft.com/office/drawing/2014/main" id="{5D964A00-6A72-37F8-7932-F4DB81E0B11C}"/>
              </a:ext>
            </a:extLst>
          </p:cNvPr>
          <p:cNvSpPr/>
          <p:nvPr/>
        </p:nvSpPr>
        <p:spPr>
          <a:xfrm>
            <a:off x="9719333"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最も買ってくれるお店の配置は。</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翔佩売子 何出藻買男</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オンラインショッピング </a:t>
            </a:r>
            <a:r>
              <a:rPr lang="en-US" altLang="ja-JP" sz="800" dirty="0">
                <a:solidFill>
                  <a:schemeClr val="bg1"/>
                </a:solidFill>
              </a:rPr>
              <a:t>100</a:t>
            </a:r>
            <a:r>
              <a:rPr lang="ja-JP" altLang="en-US" sz="800" dirty="0">
                <a:solidFill>
                  <a:schemeClr val="bg1"/>
                </a:solidFill>
              </a:rPr>
              <a:t>円均一 </a:t>
            </a:r>
            <a:endParaRPr kumimoji="1" lang="en-US" altLang="ja-JP" sz="1050" dirty="0">
              <a:solidFill>
                <a:schemeClr val="bg1"/>
              </a:solidFill>
            </a:endParaRPr>
          </a:p>
        </p:txBody>
      </p:sp>
      <p:sp>
        <p:nvSpPr>
          <p:cNvPr id="25" name="四角形: 角を丸くする 24">
            <a:extLst>
              <a:ext uri="{FF2B5EF4-FFF2-40B4-BE49-F238E27FC236}">
                <a16:creationId xmlns:a16="http://schemas.microsoft.com/office/drawing/2014/main" id="{E26C70E9-24E1-4CDF-8138-038B233C7B76}"/>
              </a:ext>
            </a:extLst>
          </p:cNvPr>
          <p:cNvSpPr/>
          <p:nvPr/>
        </p:nvSpPr>
        <p:spPr>
          <a:xfrm>
            <a:off x="979964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経営</a:t>
            </a:r>
            <a:endParaRPr kumimoji="1" lang="ja-JP" altLang="en-US" sz="1200" dirty="0">
              <a:solidFill>
                <a:schemeClr val="bg1"/>
              </a:solidFill>
            </a:endParaRPr>
          </a:p>
        </p:txBody>
      </p:sp>
      <p:sp>
        <p:nvSpPr>
          <p:cNvPr id="26" name="四角形: 角を丸くする 25">
            <a:extLst>
              <a:ext uri="{FF2B5EF4-FFF2-40B4-BE49-F238E27FC236}">
                <a16:creationId xmlns:a16="http://schemas.microsoft.com/office/drawing/2014/main" id="{A1FE0804-CCA1-A7E4-D445-51A6C29D5481}"/>
              </a:ext>
            </a:extLst>
          </p:cNvPr>
          <p:cNvSpPr/>
          <p:nvPr/>
        </p:nvSpPr>
        <p:spPr>
          <a:xfrm>
            <a:off x="10442671"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経済</a:t>
            </a:r>
          </a:p>
        </p:txBody>
      </p:sp>
      <p:sp>
        <p:nvSpPr>
          <p:cNvPr id="27" name="四角形: 角を丸くする 26">
            <a:extLst>
              <a:ext uri="{FF2B5EF4-FFF2-40B4-BE49-F238E27FC236}">
                <a16:creationId xmlns:a16="http://schemas.microsoft.com/office/drawing/2014/main" id="{3BD391CB-9DA8-69EF-2F6B-F33B8EC7C08C}"/>
              </a:ext>
            </a:extLst>
          </p:cNvPr>
          <p:cNvSpPr/>
          <p:nvPr/>
        </p:nvSpPr>
        <p:spPr>
          <a:xfrm>
            <a:off x="435935"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ロボットだって何でもできるもん！</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根田侭田 思井撞勘</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プログラミング エンジニアリング メカ</a:t>
            </a:r>
            <a:endParaRPr kumimoji="1" lang="en-US" altLang="ja-JP" sz="800" dirty="0">
              <a:solidFill>
                <a:schemeClr val="bg1"/>
              </a:solidFill>
            </a:endParaRPr>
          </a:p>
        </p:txBody>
      </p:sp>
      <p:sp>
        <p:nvSpPr>
          <p:cNvPr id="28" name="四角形: 角を丸くする 27">
            <a:extLst>
              <a:ext uri="{FF2B5EF4-FFF2-40B4-BE49-F238E27FC236}">
                <a16:creationId xmlns:a16="http://schemas.microsoft.com/office/drawing/2014/main" id="{D2769A96-6D73-1E27-8D80-B34F671D86E5}"/>
              </a:ext>
            </a:extLst>
          </p:cNvPr>
          <p:cNvSpPr/>
          <p:nvPr/>
        </p:nvSpPr>
        <p:spPr>
          <a:xfrm>
            <a:off x="51942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工学</a:t>
            </a:r>
            <a:endParaRPr kumimoji="1" lang="ja-JP" altLang="en-US" sz="1200" dirty="0">
              <a:solidFill>
                <a:schemeClr val="bg1"/>
              </a:solidFill>
            </a:endParaRPr>
          </a:p>
        </p:txBody>
      </p:sp>
      <p:sp>
        <p:nvSpPr>
          <p:cNvPr id="30" name="四角形: 角を丸くする 29">
            <a:extLst>
              <a:ext uri="{FF2B5EF4-FFF2-40B4-BE49-F238E27FC236}">
                <a16:creationId xmlns:a16="http://schemas.microsoft.com/office/drawing/2014/main" id="{020E0A65-0E8B-211C-2C0D-C5E5CC17B958}"/>
              </a:ext>
            </a:extLst>
          </p:cNvPr>
          <p:cNvSpPr/>
          <p:nvPr/>
        </p:nvSpPr>
        <p:spPr>
          <a:xfrm>
            <a:off x="2730047" y="4017285"/>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楽で正確なヘルストラッキング</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荒井健太 小米林檎</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データ スマートウォッチ スマートリング</a:t>
            </a:r>
            <a:endParaRPr kumimoji="1" lang="en-US" altLang="ja-JP" sz="800" dirty="0">
              <a:solidFill>
                <a:schemeClr val="bg1"/>
              </a:solidFill>
            </a:endParaRPr>
          </a:p>
        </p:txBody>
      </p:sp>
      <p:sp>
        <p:nvSpPr>
          <p:cNvPr id="31" name="四角形: 角を丸くする 30">
            <a:extLst>
              <a:ext uri="{FF2B5EF4-FFF2-40B4-BE49-F238E27FC236}">
                <a16:creationId xmlns:a16="http://schemas.microsoft.com/office/drawing/2014/main" id="{472F1031-0CAE-24EE-F903-E2413D637FBA}"/>
              </a:ext>
            </a:extLst>
          </p:cNvPr>
          <p:cNvSpPr/>
          <p:nvPr/>
        </p:nvSpPr>
        <p:spPr>
          <a:xfrm>
            <a:off x="2810073"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健康</a:t>
            </a:r>
            <a:endParaRPr kumimoji="1" lang="ja-JP" altLang="en-US" sz="1200" dirty="0">
              <a:solidFill>
                <a:schemeClr val="bg1"/>
              </a:solidFill>
            </a:endParaRPr>
          </a:p>
        </p:txBody>
      </p:sp>
      <p:sp>
        <p:nvSpPr>
          <p:cNvPr id="32" name="四角形: 角を丸くする 31">
            <a:extLst>
              <a:ext uri="{FF2B5EF4-FFF2-40B4-BE49-F238E27FC236}">
                <a16:creationId xmlns:a16="http://schemas.microsoft.com/office/drawing/2014/main" id="{FD15ABAB-4F5C-FC0D-1878-2A272677126B}"/>
              </a:ext>
            </a:extLst>
          </p:cNvPr>
          <p:cNvSpPr/>
          <p:nvPr/>
        </p:nvSpPr>
        <p:spPr>
          <a:xfrm>
            <a:off x="345082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33" name="四角形: 角を丸くする 32">
            <a:extLst>
              <a:ext uri="{FF2B5EF4-FFF2-40B4-BE49-F238E27FC236}">
                <a16:creationId xmlns:a16="http://schemas.microsoft.com/office/drawing/2014/main" id="{ACD49B28-BAD4-0A2E-AACD-DAA3B4DDB656}"/>
              </a:ext>
            </a:extLst>
          </p:cNvPr>
          <p:cNvSpPr/>
          <p:nvPr/>
        </p:nvSpPr>
        <p:spPr>
          <a:xfrm>
            <a:off x="5024158" y="4017285"/>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過去の偉人の実験精度を検証してみよう～実は高精度～</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船川豊作 新田真実</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架空 どんでん返し 本人 </a:t>
            </a:r>
            <a:endParaRPr kumimoji="1" lang="en-US" altLang="ja-JP" sz="800" dirty="0">
              <a:solidFill>
                <a:schemeClr val="bg1"/>
              </a:solidFill>
            </a:endParaRPr>
          </a:p>
        </p:txBody>
      </p:sp>
      <p:sp>
        <p:nvSpPr>
          <p:cNvPr id="34" name="四角形: 角を丸くする 33">
            <a:extLst>
              <a:ext uri="{FF2B5EF4-FFF2-40B4-BE49-F238E27FC236}">
                <a16:creationId xmlns:a16="http://schemas.microsoft.com/office/drawing/2014/main" id="{45C52D08-E6F1-4B00-14E7-2E163569EA68}"/>
              </a:ext>
            </a:extLst>
          </p:cNvPr>
          <p:cNvSpPr/>
          <p:nvPr/>
        </p:nvSpPr>
        <p:spPr>
          <a:xfrm>
            <a:off x="5100778"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物理</a:t>
            </a:r>
            <a:endParaRPr kumimoji="1" lang="ja-JP" altLang="en-US" sz="1200" dirty="0">
              <a:solidFill>
                <a:schemeClr val="bg1"/>
              </a:solidFill>
            </a:endParaRPr>
          </a:p>
        </p:txBody>
      </p:sp>
      <p:sp>
        <p:nvSpPr>
          <p:cNvPr id="35" name="四角形: 角を丸くする 34">
            <a:extLst>
              <a:ext uri="{FF2B5EF4-FFF2-40B4-BE49-F238E27FC236}">
                <a16:creationId xmlns:a16="http://schemas.microsoft.com/office/drawing/2014/main" id="{AC6E208E-10AF-1FB0-FE0D-CBC6D849C050}"/>
              </a:ext>
            </a:extLst>
          </p:cNvPr>
          <p:cNvSpPr/>
          <p:nvPr/>
        </p:nvSpPr>
        <p:spPr>
          <a:xfrm>
            <a:off x="574010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36" name="四角形: 角を丸くする 35">
            <a:extLst>
              <a:ext uri="{FF2B5EF4-FFF2-40B4-BE49-F238E27FC236}">
                <a16:creationId xmlns:a16="http://schemas.microsoft.com/office/drawing/2014/main" id="{AC2F37E7-026E-29BF-73DA-012C3A522E41}"/>
              </a:ext>
            </a:extLst>
          </p:cNvPr>
          <p:cNvSpPr/>
          <p:nvPr/>
        </p:nvSpPr>
        <p:spPr>
          <a:xfrm>
            <a:off x="7377792"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問題行動に対する対応の在り方</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本材湊</a:t>
            </a:r>
            <a:r>
              <a:rPr kumimoji="1" lang="ja-JP" altLang="en-US" sz="800" dirty="0">
                <a:solidFill>
                  <a:schemeClr val="bg1"/>
                </a:solidFill>
              </a:rPr>
              <a:t> </a:t>
            </a:r>
            <a:r>
              <a:rPr lang="ja-JP" altLang="en-US" sz="800" dirty="0">
                <a:solidFill>
                  <a:schemeClr val="bg1"/>
                </a:solidFill>
              </a:rPr>
              <a:t>谷回祐真 吉埼涼</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実話 通信制 転校</a:t>
            </a:r>
            <a:endParaRPr kumimoji="1" lang="en-US" altLang="ja-JP" sz="1050" dirty="0">
              <a:solidFill>
                <a:schemeClr val="bg1"/>
              </a:solidFill>
            </a:endParaRPr>
          </a:p>
        </p:txBody>
      </p:sp>
      <p:sp>
        <p:nvSpPr>
          <p:cNvPr id="37" name="四角形: 角を丸くする 36">
            <a:extLst>
              <a:ext uri="{FF2B5EF4-FFF2-40B4-BE49-F238E27FC236}">
                <a16:creationId xmlns:a16="http://schemas.microsoft.com/office/drawing/2014/main" id="{F9351FFE-7FFC-B790-B756-1586BBC80632}"/>
              </a:ext>
            </a:extLst>
          </p:cNvPr>
          <p:cNvSpPr/>
          <p:nvPr/>
        </p:nvSpPr>
        <p:spPr>
          <a:xfrm>
            <a:off x="746286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人権</a:t>
            </a:r>
          </a:p>
        </p:txBody>
      </p:sp>
      <p:sp>
        <p:nvSpPr>
          <p:cNvPr id="38" name="四角形: 角を丸くする 37">
            <a:extLst>
              <a:ext uri="{FF2B5EF4-FFF2-40B4-BE49-F238E27FC236}">
                <a16:creationId xmlns:a16="http://schemas.microsoft.com/office/drawing/2014/main" id="{FC2C3424-85B0-DDA2-847B-A757693A5DBA}"/>
              </a:ext>
            </a:extLst>
          </p:cNvPr>
          <p:cNvSpPr/>
          <p:nvPr/>
        </p:nvSpPr>
        <p:spPr>
          <a:xfrm>
            <a:off x="810588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39" name="四角形: 角を丸くする 38">
            <a:extLst>
              <a:ext uri="{FF2B5EF4-FFF2-40B4-BE49-F238E27FC236}">
                <a16:creationId xmlns:a16="http://schemas.microsoft.com/office/drawing/2014/main" id="{6DB1EECF-C743-310D-D65B-1AB7D654ED16}"/>
              </a:ext>
            </a:extLst>
          </p:cNvPr>
          <p:cNvSpPr/>
          <p:nvPr/>
        </p:nvSpPr>
        <p:spPr>
          <a:xfrm>
            <a:off x="9714320"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三田の歴史をみんなに～あの人も三田出身～</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聖徳太子 徳川家康 石破茂</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偉人 研究</a:t>
            </a:r>
            <a:endParaRPr kumimoji="1" lang="en-US" altLang="ja-JP" sz="1050" dirty="0">
              <a:solidFill>
                <a:schemeClr val="bg1"/>
              </a:solidFill>
            </a:endParaRPr>
          </a:p>
        </p:txBody>
      </p:sp>
      <p:sp>
        <p:nvSpPr>
          <p:cNvPr id="40" name="四角形: 角を丸くする 39">
            <a:extLst>
              <a:ext uri="{FF2B5EF4-FFF2-40B4-BE49-F238E27FC236}">
                <a16:creationId xmlns:a16="http://schemas.microsoft.com/office/drawing/2014/main" id="{992B013F-DCB3-10FE-5820-E0017434D47D}"/>
              </a:ext>
            </a:extLst>
          </p:cNvPr>
          <p:cNvSpPr/>
          <p:nvPr/>
        </p:nvSpPr>
        <p:spPr>
          <a:xfrm>
            <a:off x="979463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42" name="四角形: 角を丸くする 41">
            <a:extLst>
              <a:ext uri="{FF2B5EF4-FFF2-40B4-BE49-F238E27FC236}">
                <a16:creationId xmlns:a16="http://schemas.microsoft.com/office/drawing/2014/main" id="{6D3F258F-08ED-EB4F-E3BE-F40BA5F2B50B}"/>
              </a:ext>
            </a:extLst>
          </p:cNvPr>
          <p:cNvSpPr/>
          <p:nvPr/>
        </p:nvSpPr>
        <p:spPr>
          <a:xfrm>
            <a:off x="435935"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間違った作法で実験するとこうなる～よい子はマネしないでね～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3" name="四角形: 角を丸くする 42">
            <a:extLst>
              <a:ext uri="{FF2B5EF4-FFF2-40B4-BE49-F238E27FC236}">
                <a16:creationId xmlns:a16="http://schemas.microsoft.com/office/drawing/2014/main" id="{6E2FBA2B-F4CF-BE25-25D9-8A0AE2601646}"/>
              </a:ext>
            </a:extLst>
          </p:cNvPr>
          <p:cNvSpPr/>
          <p:nvPr/>
        </p:nvSpPr>
        <p:spPr>
          <a:xfrm>
            <a:off x="519422"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45" name="四角形: 角を丸くする 44">
            <a:extLst>
              <a:ext uri="{FF2B5EF4-FFF2-40B4-BE49-F238E27FC236}">
                <a16:creationId xmlns:a16="http://schemas.microsoft.com/office/drawing/2014/main" id="{BDF0FA38-F5E0-734E-2098-3BF991773F1A}"/>
              </a:ext>
            </a:extLst>
          </p:cNvPr>
          <p:cNvSpPr/>
          <p:nvPr/>
        </p:nvSpPr>
        <p:spPr>
          <a:xfrm>
            <a:off x="2730047" y="5908832"/>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学校教育における</a:t>
            </a:r>
            <a:r>
              <a:rPr lang="en-US" altLang="ja-JP" sz="1200" b="1" dirty="0">
                <a:solidFill>
                  <a:schemeClr val="bg1"/>
                </a:solidFill>
              </a:rPr>
              <a:t>IT</a:t>
            </a:r>
            <a:r>
              <a:rPr lang="ja-JP" altLang="en-US" sz="1200" b="1" dirty="0">
                <a:solidFill>
                  <a:schemeClr val="bg1"/>
                </a:solidFill>
              </a:rPr>
              <a:t>活用の意義</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6" name="四角形: 角を丸くする 45">
            <a:extLst>
              <a:ext uri="{FF2B5EF4-FFF2-40B4-BE49-F238E27FC236}">
                <a16:creationId xmlns:a16="http://schemas.microsoft.com/office/drawing/2014/main" id="{CD7E3E7F-87EC-5294-3F2B-83B8EC93B96C}"/>
              </a:ext>
            </a:extLst>
          </p:cNvPr>
          <p:cNvSpPr/>
          <p:nvPr/>
        </p:nvSpPr>
        <p:spPr>
          <a:xfrm>
            <a:off x="2810073"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47" name="四角形: 角を丸くする 46">
            <a:extLst>
              <a:ext uri="{FF2B5EF4-FFF2-40B4-BE49-F238E27FC236}">
                <a16:creationId xmlns:a16="http://schemas.microsoft.com/office/drawing/2014/main" id="{5A5E846A-062E-AB7B-34E1-339D057D2452}"/>
              </a:ext>
            </a:extLst>
          </p:cNvPr>
          <p:cNvSpPr/>
          <p:nvPr/>
        </p:nvSpPr>
        <p:spPr>
          <a:xfrm>
            <a:off x="345082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48" name="四角形: 角を丸くする 47">
            <a:extLst>
              <a:ext uri="{FF2B5EF4-FFF2-40B4-BE49-F238E27FC236}">
                <a16:creationId xmlns:a16="http://schemas.microsoft.com/office/drawing/2014/main" id="{CDFBD24C-176E-141D-CDFF-A95F7BFE25CE}"/>
              </a:ext>
            </a:extLst>
          </p:cNvPr>
          <p:cNvSpPr/>
          <p:nvPr/>
        </p:nvSpPr>
        <p:spPr>
          <a:xfrm>
            <a:off x="5024158" y="5908832"/>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スパコン使えば証明なんて余裕でしょ（笑）</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9" name="四角形: 角を丸くする 48">
            <a:extLst>
              <a:ext uri="{FF2B5EF4-FFF2-40B4-BE49-F238E27FC236}">
                <a16:creationId xmlns:a16="http://schemas.microsoft.com/office/drawing/2014/main" id="{E305AA08-A17D-4B9E-8282-A210DAD7A494}"/>
              </a:ext>
            </a:extLst>
          </p:cNvPr>
          <p:cNvSpPr/>
          <p:nvPr/>
        </p:nvSpPr>
        <p:spPr>
          <a:xfrm>
            <a:off x="5100778"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数学</a:t>
            </a:r>
            <a:endParaRPr kumimoji="1" lang="ja-JP" altLang="en-US" sz="1200" dirty="0">
              <a:solidFill>
                <a:schemeClr val="bg1"/>
              </a:solidFill>
            </a:endParaRPr>
          </a:p>
        </p:txBody>
      </p:sp>
      <p:sp>
        <p:nvSpPr>
          <p:cNvPr id="50" name="四角形: 角を丸くする 49">
            <a:extLst>
              <a:ext uri="{FF2B5EF4-FFF2-40B4-BE49-F238E27FC236}">
                <a16:creationId xmlns:a16="http://schemas.microsoft.com/office/drawing/2014/main" id="{A0907DED-AD47-DF9A-EF2D-89B11071F7CB}"/>
              </a:ext>
            </a:extLst>
          </p:cNvPr>
          <p:cNvSpPr/>
          <p:nvPr/>
        </p:nvSpPr>
        <p:spPr>
          <a:xfrm>
            <a:off x="574010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51" name="四角形: 角を丸くする 50">
            <a:extLst>
              <a:ext uri="{FF2B5EF4-FFF2-40B4-BE49-F238E27FC236}">
                <a16:creationId xmlns:a16="http://schemas.microsoft.com/office/drawing/2014/main" id="{752FF74C-C386-3CD9-A2AF-D9EB28F0DEBF}"/>
              </a:ext>
            </a:extLst>
          </p:cNvPr>
          <p:cNvSpPr/>
          <p:nvPr/>
        </p:nvSpPr>
        <p:spPr>
          <a:xfrm>
            <a:off x="7377792"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どこまでは守って、どこからは変えていくべき？</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2" name="四角形: 角を丸くする 51">
            <a:extLst>
              <a:ext uri="{FF2B5EF4-FFF2-40B4-BE49-F238E27FC236}">
                <a16:creationId xmlns:a16="http://schemas.microsoft.com/office/drawing/2014/main" id="{395DD734-A0EC-BFAA-5347-91D053B193FD}"/>
              </a:ext>
            </a:extLst>
          </p:cNvPr>
          <p:cNvSpPr/>
          <p:nvPr/>
        </p:nvSpPr>
        <p:spPr>
          <a:xfrm>
            <a:off x="746286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文化</a:t>
            </a:r>
          </a:p>
        </p:txBody>
      </p:sp>
      <p:sp>
        <p:nvSpPr>
          <p:cNvPr id="54" name="四角形: 角を丸くする 53">
            <a:extLst>
              <a:ext uri="{FF2B5EF4-FFF2-40B4-BE49-F238E27FC236}">
                <a16:creationId xmlns:a16="http://schemas.microsoft.com/office/drawing/2014/main" id="{5C12CB6B-D0E8-27C0-5227-1DF958944BB6}"/>
              </a:ext>
            </a:extLst>
          </p:cNvPr>
          <p:cNvSpPr/>
          <p:nvPr/>
        </p:nvSpPr>
        <p:spPr>
          <a:xfrm>
            <a:off x="9714320"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bg1"/>
                </a:solidFill>
              </a:rPr>
              <a:t>AirTag</a:t>
            </a:r>
            <a:r>
              <a:rPr lang="ja-JP" altLang="en-US" sz="1200" b="1" dirty="0">
                <a:solidFill>
                  <a:schemeClr val="bg1"/>
                </a:solidFill>
              </a:rPr>
              <a:t>使えば</a:t>
            </a:r>
            <a:r>
              <a:rPr lang="en-US" altLang="ja-JP" sz="1200" b="1" dirty="0">
                <a:solidFill>
                  <a:schemeClr val="bg1"/>
                </a:solidFill>
              </a:rPr>
              <a:t>｢</a:t>
            </a:r>
            <a:r>
              <a:rPr lang="ja-JP" altLang="en-US" sz="1200" b="1" dirty="0">
                <a:solidFill>
                  <a:schemeClr val="bg1"/>
                </a:solidFill>
              </a:rPr>
              <a:t>迷子を捜しています</a:t>
            </a:r>
            <a:r>
              <a:rPr lang="en-US" altLang="ja-JP" sz="1200" b="1" dirty="0">
                <a:solidFill>
                  <a:schemeClr val="bg1"/>
                </a:solidFill>
              </a:rPr>
              <a:t>｣</a:t>
            </a:r>
            <a:r>
              <a:rPr lang="ja-JP" altLang="en-US" sz="1200" b="1" dirty="0">
                <a:solidFill>
                  <a:schemeClr val="bg1"/>
                </a:solidFill>
              </a:rPr>
              <a:t>が無くせるんじゃね？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5" name="四角形: 角を丸くする 54">
            <a:extLst>
              <a:ext uri="{FF2B5EF4-FFF2-40B4-BE49-F238E27FC236}">
                <a16:creationId xmlns:a16="http://schemas.microsoft.com/office/drawing/2014/main" id="{B1EC2C55-A869-0EC7-A4ED-3E4AE78F8890}"/>
              </a:ext>
            </a:extLst>
          </p:cNvPr>
          <p:cNvSpPr/>
          <p:nvPr/>
        </p:nvSpPr>
        <p:spPr>
          <a:xfrm>
            <a:off x="979463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生物</a:t>
            </a:r>
          </a:p>
        </p:txBody>
      </p:sp>
      <p:sp>
        <p:nvSpPr>
          <p:cNvPr id="56" name="四角形: 角を丸くする 55">
            <a:extLst>
              <a:ext uri="{FF2B5EF4-FFF2-40B4-BE49-F238E27FC236}">
                <a16:creationId xmlns:a16="http://schemas.microsoft.com/office/drawing/2014/main" id="{9B5BA823-00F1-7A31-17F3-E31FFCE6A637}"/>
              </a:ext>
            </a:extLst>
          </p:cNvPr>
          <p:cNvSpPr/>
          <p:nvPr/>
        </p:nvSpPr>
        <p:spPr>
          <a:xfrm>
            <a:off x="10437658"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情報</a:t>
            </a:r>
          </a:p>
        </p:txBody>
      </p:sp>
      <p:sp>
        <p:nvSpPr>
          <p:cNvPr id="57" name="正方形/長方形 56">
            <a:extLst>
              <a:ext uri="{FF2B5EF4-FFF2-40B4-BE49-F238E27FC236}">
                <a16:creationId xmlns:a16="http://schemas.microsoft.com/office/drawing/2014/main" id="{448E3EE0-99D9-86BB-B9C0-F9427E2439DF}"/>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0B0CDCF3-1D0B-091B-90D5-6E89F8A14F7B}"/>
              </a:ext>
            </a:extLst>
          </p:cNvPr>
          <p:cNvSpPr/>
          <p:nvPr/>
        </p:nvSpPr>
        <p:spPr>
          <a:xfrm>
            <a:off x="574010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芸術</a:t>
            </a:r>
            <a:endParaRPr kumimoji="1" lang="ja-JP" altLang="en-US" sz="1200" dirty="0">
              <a:solidFill>
                <a:schemeClr val="bg1"/>
              </a:solidFill>
            </a:endParaRPr>
          </a:p>
        </p:txBody>
      </p:sp>
      <p:sp>
        <p:nvSpPr>
          <p:cNvPr id="10" name="四角形: 角を丸くする 9">
            <a:extLst>
              <a:ext uri="{FF2B5EF4-FFF2-40B4-BE49-F238E27FC236}">
                <a16:creationId xmlns:a16="http://schemas.microsoft.com/office/drawing/2014/main" id="{4868C9BE-7CE8-325F-0AC6-FF3742FBAB82}"/>
              </a:ext>
            </a:extLst>
          </p:cNvPr>
          <p:cNvSpPr/>
          <p:nvPr/>
        </p:nvSpPr>
        <p:spPr>
          <a:xfrm>
            <a:off x="8740554"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福祉</a:t>
            </a:r>
          </a:p>
        </p:txBody>
      </p:sp>
      <p:sp>
        <p:nvSpPr>
          <p:cNvPr id="60" name="四角形: 角を丸くする 59">
            <a:extLst>
              <a:ext uri="{FF2B5EF4-FFF2-40B4-BE49-F238E27FC236}">
                <a16:creationId xmlns:a16="http://schemas.microsoft.com/office/drawing/2014/main" id="{4655C666-53EF-935B-ED05-F0D30316165E}"/>
              </a:ext>
            </a:extLst>
          </p:cNvPr>
          <p:cNvSpPr/>
          <p:nvPr/>
        </p:nvSpPr>
        <p:spPr>
          <a:xfrm>
            <a:off x="8740554" y="4147390"/>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福祉</a:t>
            </a:r>
            <a:endParaRPr kumimoji="1" lang="ja-JP" altLang="en-US" sz="1200" dirty="0">
              <a:solidFill>
                <a:schemeClr val="bg1"/>
              </a:solidFill>
            </a:endParaRPr>
          </a:p>
        </p:txBody>
      </p:sp>
      <p:sp>
        <p:nvSpPr>
          <p:cNvPr id="61" name="四角形: 角を丸くする 60">
            <a:extLst>
              <a:ext uri="{FF2B5EF4-FFF2-40B4-BE49-F238E27FC236}">
                <a16:creationId xmlns:a16="http://schemas.microsoft.com/office/drawing/2014/main" id="{985E04A9-A80C-BD01-8D72-199B6C9DB2E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9AF9001C-9FAD-BF2C-501E-FC723397F746}"/>
              </a:ext>
            </a:extLst>
          </p:cNvPr>
          <p:cNvSpPr/>
          <p:nvPr/>
        </p:nvSpPr>
        <p:spPr>
          <a:xfrm>
            <a:off x="11530519" y="880888"/>
            <a:ext cx="31135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a:t>
            </a:r>
            <a:endParaRPr kumimoji="1" lang="en-US" altLang="ja-JP" b="1" dirty="0">
              <a:solidFill>
                <a:schemeClr val="bg1"/>
              </a:solidFill>
            </a:endParaRPr>
          </a:p>
        </p:txBody>
      </p:sp>
      <p:sp>
        <p:nvSpPr>
          <p:cNvPr id="5" name="四角形: 角を丸くする 4">
            <a:extLst>
              <a:ext uri="{FF2B5EF4-FFF2-40B4-BE49-F238E27FC236}">
                <a16:creationId xmlns:a16="http://schemas.microsoft.com/office/drawing/2014/main" id="{5F224530-A9CA-2284-DA2C-F9783868EA2A}"/>
              </a:ext>
            </a:extLst>
          </p:cNvPr>
          <p:cNvSpPr/>
          <p:nvPr/>
        </p:nvSpPr>
        <p:spPr>
          <a:xfrm>
            <a:off x="9827812" y="1228521"/>
            <a:ext cx="1950294" cy="845837"/>
          </a:xfrm>
          <a:prstGeom prst="roundRect">
            <a:avLst>
              <a:gd name="adj" fmla="val 3435"/>
            </a:avLst>
          </a:prstGeom>
          <a:solidFill>
            <a:srgbClr val="1E1E1E"/>
          </a:solidFill>
          <a:ln w="12700">
            <a:solidFill>
              <a:srgbClr val="3D3D3D"/>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bg1"/>
                </a:solidFill>
              </a:rPr>
              <a:t>並び替え</a:t>
            </a:r>
            <a:r>
              <a:rPr lang="en-US" altLang="ja-JP" sz="1100" dirty="0">
                <a:solidFill>
                  <a:schemeClr val="bg1"/>
                </a:solidFill>
              </a:rPr>
              <a:t>:</a:t>
            </a:r>
          </a:p>
          <a:p>
            <a:endParaRPr kumimoji="1" lang="en-US" altLang="ja-JP" sz="1100" dirty="0">
              <a:solidFill>
                <a:schemeClr val="bg1"/>
              </a:solidFill>
            </a:endParaRPr>
          </a:p>
          <a:p>
            <a:r>
              <a:rPr lang="ja-JP" altLang="en-US" sz="1100" dirty="0">
                <a:solidFill>
                  <a:schemeClr val="bg1"/>
                </a:solidFill>
              </a:rPr>
              <a:t>ダークモード</a:t>
            </a:r>
            <a:endParaRPr kumimoji="1" lang="en-US" altLang="ja-JP" sz="1100" dirty="0">
              <a:solidFill>
                <a:schemeClr val="bg1"/>
              </a:solidFill>
            </a:endParaRPr>
          </a:p>
        </p:txBody>
      </p:sp>
      <p:sp>
        <p:nvSpPr>
          <p:cNvPr id="41" name="四角形: 角を丸くする 40">
            <a:extLst>
              <a:ext uri="{FF2B5EF4-FFF2-40B4-BE49-F238E27FC236}">
                <a16:creationId xmlns:a16="http://schemas.microsoft.com/office/drawing/2014/main" id="{EF8DFDCE-A76A-0975-17FF-E7B279823051}"/>
              </a:ext>
            </a:extLst>
          </p:cNvPr>
          <p:cNvSpPr/>
          <p:nvPr/>
        </p:nvSpPr>
        <p:spPr>
          <a:xfrm>
            <a:off x="11116690" y="1697929"/>
            <a:ext cx="518146" cy="270654"/>
          </a:xfrm>
          <a:prstGeom prst="roundRect">
            <a:avLst>
              <a:gd name="adj" fmla="val 50000"/>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37BE64B1-3CBD-74F7-0A8B-E18200F0B535}"/>
              </a:ext>
            </a:extLst>
          </p:cNvPr>
          <p:cNvSpPr/>
          <p:nvPr/>
        </p:nvSpPr>
        <p:spPr>
          <a:xfrm>
            <a:off x="11370521"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6C1E8469-7E5F-0A97-53E8-60BE1E315D21}"/>
              </a:ext>
            </a:extLst>
          </p:cNvPr>
          <p:cNvSpPr/>
          <p:nvPr/>
        </p:nvSpPr>
        <p:spPr>
          <a:xfrm>
            <a:off x="10570368" y="1374675"/>
            <a:ext cx="1171575" cy="204948"/>
          </a:xfrm>
          <a:prstGeom prst="roundRect">
            <a:avLst>
              <a:gd name="adj" fmla="val 6775"/>
            </a:avLst>
          </a:prstGeom>
          <a:solidFill>
            <a:srgbClr val="333333"/>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rPr>
              <a:t>新しい順</a:t>
            </a:r>
            <a:endParaRPr kumimoji="1" lang="ja-JP" altLang="en-US" sz="1000" dirty="0">
              <a:solidFill>
                <a:schemeClr val="bg1"/>
              </a:solidFill>
            </a:endParaRPr>
          </a:p>
        </p:txBody>
      </p:sp>
      <p:sp>
        <p:nvSpPr>
          <p:cNvPr id="59" name="テキスト ボックス 58">
            <a:extLst>
              <a:ext uri="{FF2B5EF4-FFF2-40B4-BE49-F238E27FC236}">
                <a16:creationId xmlns:a16="http://schemas.microsoft.com/office/drawing/2014/main" id="{80AE0AA5-B453-7FE6-D6E9-D97DD20B755F}"/>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solidFill>
                  <a:schemeClr val="bg1"/>
                </a:solidFill>
              </a:rPr>
              <a:t>┘</a:t>
            </a:r>
          </a:p>
        </p:txBody>
      </p:sp>
      <p:sp>
        <p:nvSpPr>
          <p:cNvPr id="62" name="矢印: 上 61">
            <a:extLst>
              <a:ext uri="{FF2B5EF4-FFF2-40B4-BE49-F238E27FC236}">
                <a16:creationId xmlns:a16="http://schemas.microsoft.com/office/drawing/2014/main" id="{67FE9885-9249-F5D3-D124-6C568FCDE90D}"/>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345B83DE-E5AD-393E-F8EA-6FEFAC6FB09A}"/>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29" name="テキスト ボックス 28">
            <a:extLst>
              <a:ext uri="{FF2B5EF4-FFF2-40B4-BE49-F238E27FC236}">
                <a16:creationId xmlns:a16="http://schemas.microsoft.com/office/drawing/2014/main" id="{9BF9200C-58DE-EB5B-7520-4B2A8112094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698035339"/>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B12B9-C17D-6EE2-8193-B348327134F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BB2E96E-8E1A-FF78-1BF9-0442208F335B}"/>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四角形: 角を丸くする 103">
            <a:extLst>
              <a:ext uri="{FF2B5EF4-FFF2-40B4-BE49-F238E27FC236}">
                <a16:creationId xmlns:a16="http://schemas.microsoft.com/office/drawing/2014/main" id="{382C2A8C-2B23-44D3-7FE9-03DB6F5088C8}"/>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5" name="四角形: 角を丸くする 104">
            <a:extLst>
              <a:ext uri="{FF2B5EF4-FFF2-40B4-BE49-F238E27FC236}">
                <a16:creationId xmlns:a16="http://schemas.microsoft.com/office/drawing/2014/main" id="{28C1407A-D826-F64E-D6CE-1A7B0998C7B5}"/>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6" name="四角形: 角を丸くする 105">
            <a:extLst>
              <a:ext uri="{FF2B5EF4-FFF2-40B4-BE49-F238E27FC236}">
                <a16:creationId xmlns:a16="http://schemas.microsoft.com/office/drawing/2014/main" id="{F7489E27-BA9C-ADAA-22CD-D7EAA4B526CC}"/>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7" name="四角形: 角を丸くする 106">
            <a:extLst>
              <a:ext uri="{FF2B5EF4-FFF2-40B4-BE49-F238E27FC236}">
                <a16:creationId xmlns:a16="http://schemas.microsoft.com/office/drawing/2014/main" id="{284A15FE-3101-8BA5-C568-ED862080E34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8" name="四角形: 角を丸くする 107">
            <a:extLst>
              <a:ext uri="{FF2B5EF4-FFF2-40B4-BE49-F238E27FC236}">
                <a16:creationId xmlns:a16="http://schemas.microsoft.com/office/drawing/2014/main" id="{21C7324A-863C-27F1-8441-BE59AF97E815}"/>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9" name="四角形: 角を丸くする 108">
            <a:extLst>
              <a:ext uri="{FF2B5EF4-FFF2-40B4-BE49-F238E27FC236}">
                <a16:creationId xmlns:a16="http://schemas.microsoft.com/office/drawing/2014/main" id="{C298BBCF-39F4-281C-559C-D13DE022020D}"/>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10" name="四角形: 角を丸くする 109">
            <a:extLst>
              <a:ext uri="{FF2B5EF4-FFF2-40B4-BE49-F238E27FC236}">
                <a16:creationId xmlns:a16="http://schemas.microsoft.com/office/drawing/2014/main" id="{B9987C93-99A2-41AD-6237-226C51835097}"/>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11" name="四角形: 角を丸くする 110">
            <a:extLst>
              <a:ext uri="{FF2B5EF4-FFF2-40B4-BE49-F238E27FC236}">
                <a16:creationId xmlns:a16="http://schemas.microsoft.com/office/drawing/2014/main" id="{33A64284-FE0B-427A-14B7-CBE271FFF2CE}"/>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12" name="四角形: 角を丸くする 111">
            <a:extLst>
              <a:ext uri="{FF2B5EF4-FFF2-40B4-BE49-F238E27FC236}">
                <a16:creationId xmlns:a16="http://schemas.microsoft.com/office/drawing/2014/main" id="{F8D6ACEE-CF2A-57A4-3062-C32132BF371C}"/>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3" name="四角形: 角を丸くする 112">
            <a:extLst>
              <a:ext uri="{FF2B5EF4-FFF2-40B4-BE49-F238E27FC236}">
                <a16:creationId xmlns:a16="http://schemas.microsoft.com/office/drawing/2014/main" id="{B0998319-3D7F-7C2F-60B5-A65C654BA6D5}"/>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4" name="四角形: 角を丸くする 113">
            <a:extLst>
              <a:ext uri="{FF2B5EF4-FFF2-40B4-BE49-F238E27FC236}">
                <a16:creationId xmlns:a16="http://schemas.microsoft.com/office/drawing/2014/main" id="{5A59F2E2-FEC1-47D4-3D6C-3838F696565E}"/>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5" name="四角形: 角を丸くする 114">
            <a:extLst>
              <a:ext uri="{FF2B5EF4-FFF2-40B4-BE49-F238E27FC236}">
                <a16:creationId xmlns:a16="http://schemas.microsoft.com/office/drawing/2014/main" id="{5E0BECCE-7480-4FB7-4B00-6C2039C6FF2D}"/>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6" name="四角形: 角を丸くする 115">
            <a:extLst>
              <a:ext uri="{FF2B5EF4-FFF2-40B4-BE49-F238E27FC236}">
                <a16:creationId xmlns:a16="http://schemas.microsoft.com/office/drawing/2014/main" id="{692B6D86-1069-C684-A2F7-805ECD99CFA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7" name="四角形: 角を丸くする 116">
            <a:extLst>
              <a:ext uri="{FF2B5EF4-FFF2-40B4-BE49-F238E27FC236}">
                <a16:creationId xmlns:a16="http://schemas.microsoft.com/office/drawing/2014/main" id="{0CF8538F-3EDB-BBC3-2B4F-949B99D3B221}"/>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8" name="四角形: 角を丸くする 117">
            <a:extLst>
              <a:ext uri="{FF2B5EF4-FFF2-40B4-BE49-F238E27FC236}">
                <a16:creationId xmlns:a16="http://schemas.microsoft.com/office/drawing/2014/main" id="{FE9EA34B-FC03-FBEA-33B0-E15DBC6E3541}"/>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9" name="四角形: 角を丸くする 118">
            <a:extLst>
              <a:ext uri="{FF2B5EF4-FFF2-40B4-BE49-F238E27FC236}">
                <a16:creationId xmlns:a16="http://schemas.microsoft.com/office/drawing/2014/main" id="{EEF7E2DE-B571-A9F9-4AA0-BA0BBDFAEFE6}"/>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C10BAA1E-3760-7670-7D8F-5DD1BC3D0545}"/>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21" name="四角形: 角を丸くする 120">
            <a:extLst>
              <a:ext uri="{FF2B5EF4-FFF2-40B4-BE49-F238E27FC236}">
                <a16:creationId xmlns:a16="http://schemas.microsoft.com/office/drawing/2014/main" id="{342CFF5E-1386-F557-5303-74B5916171C9}"/>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22" name="四角形: 角を丸くする 121">
            <a:extLst>
              <a:ext uri="{FF2B5EF4-FFF2-40B4-BE49-F238E27FC236}">
                <a16:creationId xmlns:a16="http://schemas.microsoft.com/office/drawing/2014/main" id="{9CAC0C5D-A7F3-45E8-F81A-DBDBC0C6D9D0}"/>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3" name="四角形: 角を丸くする 122">
            <a:extLst>
              <a:ext uri="{FF2B5EF4-FFF2-40B4-BE49-F238E27FC236}">
                <a16:creationId xmlns:a16="http://schemas.microsoft.com/office/drawing/2014/main" id="{29A92AA9-81ED-DDB0-152E-A494EE56CF2C}"/>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4" name="四角形: 角を丸くする 123">
            <a:extLst>
              <a:ext uri="{FF2B5EF4-FFF2-40B4-BE49-F238E27FC236}">
                <a16:creationId xmlns:a16="http://schemas.microsoft.com/office/drawing/2014/main" id="{7CFB7F03-EED5-A027-CDE1-B5E2F8026D1E}"/>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5" name="四角形: 角を丸くする 124">
            <a:extLst>
              <a:ext uri="{FF2B5EF4-FFF2-40B4-BE49-F238E27FC236}">
                <a16:creationId xmlns:a16="http://schemas.microsoft.com/office/drawing/2014/main" id="{F95E39B8-3CC5-F8C3-A6F3-64C037B1742E}"/>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6" name="四角形: 角を丸くする 125">
            <a:extLst>
              <a:ext uri="{FF2B5EF4-FFF2-40B4-BE49-F238E27FC236}">
                <a16:creationId xmlns:a16="http://schemas.microsoft.com/office/drawing/2014/main" id="{97C90C49-A9BA-7E87-E7E6-DB5998CA6C38}"/>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7" name="四角形: 角を丸くする 126">
            <a:extLst>
              <a:ext uri="{FF2B5EF4-FFF2-40B4-BE49-F238E27FC236}">
                <a16:creationId xmlns:a16="http://schemas.microsoft.com/office/drawing/2014/main" id="{A821832D-57A5-8104-9C85-55C8B0768C2D}"/>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8" name="四角形: 角を丸くする 127">
            <a:extLst>
              <a:ext uri="{FF2B5EF4-FFF2-40B4-BE49-F238E27FC236}">
                <a16:creationId xmlns:a16="http://schemas.microsoft.com/office/drawing/2014/main" id="{220535FE-3407-760B-8804-3297B942F934}"/>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9" name="四角形: 角を丸くする 128">
            <a:extLst>
              <a:ext uri="{FF2B5EF4-FFF2-40B4-BE49-F238E27FC236}">
                <a16:creationId xmlns:a16="http://schemas.microsoft.com/office/drawing/2014/main" id="{1AADDEAC-E77C-F3C2-D925-CA877B981DBC}"/>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30" name="四角形: 角を丸くする 129">
            <a:extLst>
              <a:ext uri="{FF2B5EF4-FFF2-40B4-BE49-F238E27FC236}">
                <a16:creationId xmlns:a16="http://schemas.microsoft.com/office/drawing/2014/main" id="{CC28B666-8201-8E53-7BCB-75A4E588F159}"/>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31" name="四角形: 角を丸くする 130">
            <a:extLst>
              <a:ext uri="{FF2B5EF4-FFF2-40B4-BE49-F238E27FC236}">
                <a16:creationId xmlns:a16="http://schemas.microsoft.com/office/drawing/2014/main" id="{D53F6E40-178A-5852-787F-02292732F9D4}"/>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2" name="四角形: 角を丸くする 131">
            <a:extLst>
              <a:ext uri="{FF2B5EF4-FFF2-40B4-BE49-F238E27FC236}">
                <a16:creationId xmlns:a16="http://schemas.microsoft.com/office/drawing/2014/main" id="{CB143412-B8BC-F66A-9CF9-994A74604CBD}"/>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3" name="四角形: 角を丸くする 132">
            <a:extLst>
              <a:ext uri="{FF2B5EF4-FFF2-40B4-BE49-F238E27FC236}">
                <a16:creationId xmlns:a16="http://schemas.microsoft.com/office/drawing/2014/main" id="{B74BA417-23C7-FFE3-8351-F4714AAE4F4D}"/>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4" name="四角形: 角を丸くする 133">
            <a:extLst>
              <a:ext uri="{FF2B5EF4-FFF2-40B4-BE49-F238E27FC236}">
                <a16:creationId xmlns:a16="http://schemas.microsoft.com/office/drawing/2014/main" id="{B4BF23B6-E3ED-A1FD-87D7-D508D97D8845}"/>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5" name="四角形: 角を丸くする 134">
            <a:extLst>
              <a:ext uri="{FF2B5EF4-FFF2-40B4-BE49-F238E27FC236}">
                <a16:creationId xmlns:a16="http://schemas.microsoft.com/office/drawing/2014/main" id="{D331FBDD-7F5D-D869-188A-9CC886A43687}"/>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89D7A634-CA6F-02DF-42F4-1B2E88DBD26A}"/>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7" name="四角形: 角を丸くする 136">
            <a:extLst>
              <a:ext uri="{FF2B5EF4-FFF2-40B4-BE49-F238E27FC236}">
                <a16:creationId xmlns:a16="http://schemas.microsoft.com/office/drawing/2014/main" id="{6D0F928F-17AC-13A4-C064-B99376A2EABF}"/>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8" name="四角形: 角を丸くする 137">
            <a:extLst>
              <a:ext uri="{FF2B5EF4-FFF2-40B4-BE49-F238E27FC236}">
                <a16:creationId xmlns:a16="http://schemas.microsoft.com/office/drawing/2014/main" id="{620B0C3C-63D4-C9B8-3002-61F11F4E751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9" name="四角形: 角を丸くする 138">
            <a:extLst>
              <a:ext uri="{FF2B5EF4-FFF2-40B4-BE49-F238E27FC236}">
                <a16:creationId xmlns:a16="http://schemas.microsoft.com/office/drawing/2014/main" id="{4D7FE1F0-67C2-056E-AD40-A9FB1955A968}"/>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0" name="四角形: 角を丸くする 139">
            <a:extLst>
              <a:ext uri="{FF2B5EF4-FFF2-40B4-BE49-F238E27FC236}">
                <a16:creationId xmlns:a16="http://schemas.microsoft.com/office/drawing/2014/main" id="{C4C90A31-FA6F-E698-5758-A4B1DE29159B}"/>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41" name="四角形: 角を丸くする 140">
            <a:extLst>
              <a:ext uri="{FF2B5EF4-FFF2-40B4-BE49-F238E27FC236}">
                <a16:creationId xmlns:a16="http://schemas.microsoft.com/office/drawing/2014/main" id="{ADF10C5C-8B9C-3AAA-FCFC-9286AFF40DB8}"/>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2" name="四角形: 角を丸くする 141">
            <a:extLst>
              <a:ext uri="{FF2B5EF4-FFF2-40B4-BE49-F238E27FC236}">
                <a16:creationId xmlns:a16="http://schemas.microsoft.com/office/drawing/2014/main" id="{CDAF81F0-8BB9-7E4C-7347-0184AAC97255}"/>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3" name="四角形: 角を丸くする 142">
            <a:extLst>
              <a:ext uri="{FF2B5EF4-FFF2-40B4-BE49-F238E27FC236}">
                <a16:creationId xmlns:a16="http://schemas.microsoft.com/office/drawing/2014/main" id="{C0273AA7-5324-F994-1D2D-438B8FFCAB8A}"/>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4" name="四角形: 角を丸くする 143">
            <a:extLst>
              <a:ext uri="{FF2B5EF4-FFF2-40B4-BE49-F238E27FC236}">
                <a16:creationId xmlns:a16="http://schemas.microsoft.com/office/drawing/2014/main" id="{7BBF9AC5-C86D-685B-E972-06E0BF674FC4}"/>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5" name="四角形: 角を丸くする 144">
            <a:extLst>
              <a:ext uri="{FF2B5EF4-FFF2-40B4-BE49-F238E27FC236}">
                <a16:creationId xmlns:a16="http://schemas.microsoft.com/office/drawing/2014/main" id="{438E0B5C-7B0D-1CB8-B750-E419F960CEFB}"/>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6" name="四角形: 角を丸くする 145">
            <a:extLst>
              <a:ext uri="{FF2B5EF4-FFF2-40B4-BE49-F238E27FC236}">
                <a16:creationId xmlns:a16="http://schemas.microsoft.com/office/drawing/2014/main" id="{6DD870E0-EDD7-6ED2-20C6-622D29DBA276}"/>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480C57A4-16F6-56BF-D4DE-6A2801E4019F}"/>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37E4F8DE-98B6-815E-DE53-F18379BD67F7}"/>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E1BA2894-C685-6E2F-0FB2-66E7A1269BB2}"/>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A341B9BA-541F-B6C7-DDFD-7FEBFA0505DA}"/>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7" name="テキスト ボックス 6">
            <a:extLst>
              <a:ext uri="{FF2B5EF4-FFF2-40B4-BE49-F238E27FC236}">
                <a16:creationId xmlns:a16="http://schemas.microsoft.com/office/drawing/2014/main" id="{C058C19D-E29D-745C-BC0A-AFCF7DF74D27}"/>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F843BB6A-326D-9141-731D-5B3ADC1361ED}"/>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209DAA36-8D2D-56D4-D09B-16C620EAB0AD}"/>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BAF69F5A-1EFF-5E5F-E98B-4727E98F783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5ECE6E62-87FA-D8D9-43E6-C5A1C545F7F0}"/>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CC4F98D9-066B-D1CB-B2A9-3A01960493F4}"/>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ECC36D1E-6D21-175E-0BD3-E56850E3C5B0}"/>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2A936398-7485-7BFB-F716-08F4317A120E}"/>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FE0BFA4F-4748-A573-7037-03A4B121DE25}"/>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02A1821A-2534-BA50-5EA7-275D6C95CE80}"/>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147" name="テキスト ボックス 146">
            <a:extLst>
              <a:ext uri="{FF2B5EF4-FFF2-40B4-BE49-F238E27FC236}">
                <a16:creationId xmlns:a16="http://schemas.microsoft.com/office/drawing/2014/main" id="{0B5C4473-DF84-0A25-25D2-16C3BF7D04F7}"/>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EC2B8E8D-E78A-DD0D-CEF1-20B73396D51E}"/>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694409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2000">
        <p159:morph option="byObject"/>
      </p:transition>
    </mc:Choice>
    <mc:Fallback xmlns="">
      <p:transition advClick="0" advTm="2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368B6-7B19-CE09-BF4F-7F0F9054E992}"/>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EB2074AE-36FD-ACA8-1255-946B70415E7F}"/>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AADDE338-E591-D847-AF47-919B8ED8169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9B923C32-365F-C920-51D5-50BD564FE226}"/>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33B406C4-7C8D-7671-FC99-ABB3D5908533}"/>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ED2B6241-4812-E650-F094-8898C8AC3C15}"/>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EEE1594E-3C8B-5622-FAB3-2BF42B0F84F6}"/>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 name="四角形: 角を丸くする 18">
            <a:extLst>
              <a:ext uri="{FF2B5EF4-FFF2-40B4-BE49-F238E27FC236}">
                <a16:creationId xmlns:a16="http://schemas.microsoft.com/office/drawing/2014/main" id="{BFDF2F10-59FE-5A31-0F00-C22A0631A7CA}"/>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20" name="四角形: 角を丸くする 19">
            <a:extLst>
              <a:ext uri="{FF2B5EF4-FFF2-40B4-BE49-F238E27FC236}">
                <a16:creationId xmlns:a16="http://schemas.microsoft.com/office/drawing/2014/main" id="{47963A64-2225-E93A-7229-65BE16E21AF0}"/>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21" name="四角形: 角を丸くする 20">
            <a:extLst>
              <a:ext uri="{FF2B5EF4-FFF2-40B4-BE49-F238E27FC236}">
                <a16:creationId xmlns:a16="http://schemas.microsoft.com/office/drawing/2014/main" id="{90717BA0-8020-BD20-CE80-12B189FE9A38}"/>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2" name="四角形: 角を丸くする 21">
            <a:extLst>
              <a:ext uri="{FF2B5EF4-FFF2-40B4-BE49-F238E27FC236}">
                <a16:creationId xmlns:a16="http://schemas.microsoft.com/office/drawing/2014/main" id="{2C2CFD41-E248-3C2B-0E55-D5EED8696B2F}"/>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3" name="四角形: 角を丸くする 22">
            <a:extLst>
              <a:ext uri="{FF2B5EF4-FFF2-40B4-BE49-F238E27FC236}">
                <a16:creationId xmlns:a16="http://schemas.microsoft.com/office/drawing/2014/main" id="{179CDA68-7384-2842-2237-1293ABC92331}"/>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4" name="四角形: 角を丸くする 23">
            <a:extLst>
              <a:ext uri="{FF2B5EF4-FFF2-40B4-BE49-F238E27FC236}">
                <a16:creationId xmlns:a16="http://schemas.microsoft.com/office/drawing/2014/main" id="{55FB2B08-244D-6465-D891-6EAA30E1A69E}"/>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5" name="四角形: 角を丸くする 24">
            <a:extLst>
              <a:ext uri="{FF2B5EF4-FFF2-40B4-BE49-F238E27FC236}">
                <a16:creationId xmlns:a16="http://schemas.microsoft.com/office/drawing/2014/main" id="{6244ED17-9396-CEDA-30E9-5415A24F4F3D}"/>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6" name="四角形: 角を丸くする 25">
            <a:extLst>
              <a:ext uri="{FF2B5EF4-FFF2-40B4-BE49-F238E27FC236}">
                <a16:creationId xmlns:a16="http://schemas.microsoft.com/office/drawing/2014/main" id="{7CCFA0EB-0B9A-D640-054C-2AD289DEAD34}"/>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7" name="四角形: 角を丸くする 26">
            <a:extLst>
              <a:ext uri="{FF2B5EF4-FFF2-40B4-BE49-F238E27FC236}">
                <a16:creationId xmlns:a16="http://schemas.microsoft.com/office/drawing/2014/main" id="{3FCBD3F9-329F-EBD4-F60C-520B58659DDB}"/>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8" name="四角形: 角を丸くする 27">
            <a:extLst>
              <a:ext uri="{FF2B5EF4-FFF2-40B4-BE49-F238E27FC236}">
                <a16:creationId xmlns:a16="http://schemas.microsoft.com/office/drawing/2014/main" id="{01771249-C8AF-C1BF-F5BF-F65871D7263C}"/>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9" name="四角形: 角を丸くする 28">
            <a:extLst>
              <a:ext uri="{FF2B5EF4-FFF2-40B4-BE49-F238E27FC236}">
                <a16:creationId xmlns:a16="http://schemas.microsoft.com/office/drawing/2014/main" id="{00A2514D-2DAA-893C-32AF-5FC6F72D1962}"/>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30" name="四角形: 角を丸くする 29">
            <a:extLst>
              <a:ext uri="{FF2B5EF4-FFF2-40B4-BE49-F238E27FC236}">
                <a16:creationId xmlns:a16="http://schemas.microsoft.com/office/drawing/2014/main" id="{1AA70739-1FC9-ED81-A6AD-37CA3A4A9E21}"/>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F5B42D37-FD85-EFB9-3B90-10BE00FF5A83}"/>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22F8829C-394D-555E-3384-E609E40D2CB7}"/>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33" name="四角形: 角を丸くする 32">
            <a:extLst>
              <a:ext uri="{FF2B5EF4-FFF2-40B4-BE49-F238E27FC236}">
                <a16:creationId xmlns:a16="http://schemas.microsoft.com/office/drawing/2014/main" id="{F4853D4F-F4E8-FE53-E740-B6EABDFCDD4E}"/>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34" name="四角形: 角を丸くする 33">
            <a:extLst>
              <a:ext uri="{FF2B5EF4-FFF2-40B4-BE49-F238E27FC236}">
                <a16:creationId xmlns:a16="http://schemas.microsoft.com/office/drawing/2014/main" id="{A7DB7909-D140-4E34-57F3-49CE8C549D27}"/>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35" name="四角形: 角を丸くする 34">
            <a:extLst>
              <a:ext uri="{FF2B5EF4-FFF2-40B4-BE49-F238E27FC236}">
                <a16:creationId xmlns:a16="http://schemas.microsoft.com/office/drawing/2014/main" id="{79D05F54-AE5B-4859-D070-C93FECB27A7D}"/>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36" name="四角形: 角を丸くする 35">
            <a:extLst>
              <a:ext uri="{FF2B5EF4-FFF2-40B4-BE49-F238E27FC236}">
                <a16:creationId xmlns:a16="http://schemas.microsoft.com/office/drawing/2014/main" id="{695A9E58-6FBB-0412-04A6-D221DEAC8FA6}"/>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37" name="四角形: 角を丸くする 36">
            <a:extLst>
              <a:ext uri="{FF2B5EF4-FFF2-40B4-BE49-F238E27FC236}">
                <a16:creationId xmlns:a16="http://schemas.microsoft.com/office/drawing/2014/main" id="{BC43C930-506C-6551-20A0-4E5AC8FD7CEB}"/>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38" name="四角形: 角を丸くする 37">
            <a:extLst>
              <a:ext uri="{FF2B5EF4-FFF2-40B4-BE49-F238E27FC236}">
                <a16:creationId xmlns:a16="http://schemas.microsoft.com/office/drawing/2014/main" id="{C75BAF31-C3E4-EB81-5609-3C705B579B94}"/>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9" name="四角形: 角を丸くする 38">
            <a:extLst>
              <a:ext uri="{FF2B5EF4-FFF2-40B4-BE49-F238E27FC236}">
                <a16:creationId xmlns:a16="http://schemas.microsoft.com/office/drawing/2014/main" id="{53D7D8A2-D2ED-F2CC-F96F-CB5E058D7A37}"/>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40" name="四角形: 角を丸くする 39">
            <a:extLst>
              <a:ext uri="{FF2B5EF4-FFF2-40B4-BE49-F238E27FC236}">
                <a16:creationId xmlns:a16="http://schemas.microsoft.com/office/drawing/2014/main" id="{EE010649-2DC3-A6A0-124A-57EEAD65FB4C}"/>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41" name="四角形: 角を丸くする 40">
            <a:extLst>
              <a:ext uri="{FF2B5EF4-FFF2-40B4-BE49-F238E27FC236}">
                <a16:creationId xmlns:a16="http://schemas.microsoft.com/office/drawing/2014/main" id="{529D3747-E8F4-442B-2860-CA14B2958474}"/>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2" name="四角形: 角を丸くする 41">
            <a:extLst>
              <a:ext uri="{FF2B5EF4-FFF2-40B4-BE49-F238E27FC236}">
                <a16:creationId xmlns:a16="http://schemas.microsoft.com/office/drawing/2014/main" id="{715EE73C-E887-D3DA-326F-26160B9138E5}"/>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43" name="四角形: 角を丸くする 42">
            <a:extLst>
              <a:ext uri="{FF2B5EF4-FFF2-40B4-BE49-F238E27FC236}">
                <a16:creationId xmlns:a16="http://schemas.microsoft.com/office/drawing/2014/main" id="{7DBD5B79-BF2D-173C-B5A3-50AE62FCB537}"/>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4" name="四角形: 角を丸くする 43">
            <a:extLst>
              <a:ext uri="{FF2B5EF4-FFF2-40B4-BE49-F238E27FC236}">
                <a16:creationId xmlns:a16="http://schemas.microsoft.com/office/drawing/2014/main" id="{E384B37E-5E13-2FAC-25D8-FAC19B963E92}"/>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5" name="四角形: 角を丸くする 44">
            <a:extLst>
              <a:ext uri="{FF2B5EF4-FFF2-40B4-BE49-F238E27FC236}">
                <a16:creationId xmlns:a16="http://schemas.microsoft.com/office/drawing/2014/main" id="{C30A35DA-6C20-F09C-7B79-78A8DA8C565E}"/>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6" name="四角形: 角を丸くする 45">
            <a:extLst>
              <a:ext uri="{FF2B5EF4-FFF2-40B4-BE49-F238E27FC236}">
                <a16:creationId xmlns:a16="http://schemas.microsoft.com/office/drawing/2014/main" id="{CEA63BC0-3915-A13F-9A04-96A1F7EC4C60}"/>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7" name="四角形: 角を丸くする 46">
            <a:extLst>
              <a:ext uri="{FF2B5EF4-FFF2-40B4-BE49-F238E27FC236}">
                <a16:creationId xmlns:a16="http://schemas.microsoft.com/office/drawing/2014/main" id="{727D5C0F-AF1A-EF8D-FC89-062074B629DD}"/>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48" name="四角形: 角を丸くする 47">
            <a:extLst>
              <a:ext uri="{FF2B5EF4-FFF2-40B4-BE49-F238E27FC236}">
                <a16:creationId xmlns:a16="http://schemas.microsoft.com/office/drawing/2014/main" id="{C406E06C-C641-DA6E-0B17-5E3D5EB4F203}"/>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9" name="四角形: 角を丸くする 48">
            <a:extLst>
              <a:ext uri="{FF2B5EF4-FFF2-40B4-BE49-F238E27FC236}">
                <a16:creationId xmlns:a16="http://schemas.microsoft.com/office/drawing/2014/main" id="{4464B798-CB02-182F-FBF1-B0D98B29E5A3}"/>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0" name="四角形: 角を丸くする 49">
            <a:extLst>
              <a:ext uri="{FF2B5EF4-FFF2-40B4-BE49-F238E27FC236}">
                <a16:creationId xmlns:a16="http://schemas.microsoft.com/office/drawing/2014/main" id="{EFE97570-450B-E4E5-1278-875749943F03}"/>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51" name="四角形: 角を丸くする 50">
            <a:extLst>
              <a:ext uri="{FF2B5EF4-FFF2-40B4-BE49-F238E27FC236}">
                <a16:creationId xmlns:a16="http://schemas.microsoft.com/office/drawing/2014/main" id="{AB09993E-F7A4-5553-C101-19227CA21CCA}"/>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2" name="四角形: 角を丸くする 51">
            <a:extLst>
              <a:ext uri="{FF2B5EF4-FFF2-40B4-BE49-F238E27FC236}">
                <a16:creationId xmlns:a16="http://schemas.microsoft.com/office/drawing/2014/main" id="{4F88E509-0605-D6FD-C1BB-506E8F6B2F13}"/>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53" name="四角形: 角を丸くする 52">
            <a:extLst>
              <a:ext uri="{FF2B5EF4-FFF2-40B4-BE49-F238E27FC236}">
                <a16:creationId xmlns:a16="http://schemas.microsoft.com/office/drawing/2014/main" id="{9AB880B9-FD96-9A88-D4CB-42B53456813B}"/>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54" name="四角形: 角を丸くする 53">
            <a:extLst>
              <a:ext uri="{FF2B5EF4-FFF2-40B4-BE49-F238E27FC236}">
                <a16:creationId xmlns:a16="http://schemas.microsoft.com/office/drawing/2014/main" id="{4C36A088-559F-2736-12F0-D147D9DCD01D}"/>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55" name="四角形: 角を丸くする 54">
            <a:extLst>
              <a:ext uri="{FF2B5EF4-FFF2-40B4-BE49-F238E27FC236}">
                <a16:creationId xmlns:a16="http://schemas.microsoft.com/office/drawing/2014/main" id="{CAFD7306-7972-2303-51C3-13D749AD7D83}"/>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56" name="四角形: 角を丸くする 55">
            <a:extLst>
              <a:ext uri="{FF2B5EF4-FFF2-40B4-BE49-F238E27FC236}">
                <a16:creationId xmlns:a16="http://schemas.microsoft.com/office/drawing/2014/main" id="{6BCC0411-CBBB-0E43-E0C4-97F85D1223B9}"/>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44F3A37E-07A6-7DC9-2A0F-D1116002EA44}"/>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6D69F01D-13F5-9E74-AA05-216321271B75}"/>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AE0E2D89-18A3-F4C9-CBF0-EF29292AE9A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928E0510-1F8B-041E-786B-9B68F0EA96B9}"/>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8" name="四角形: 角を丸くする 7">
            <a:extLst>
              <a:ext uri="{FF2B5EF4-FFF2-40B4-BE49-F238E27FC236}">
                <a16:creationId xmlns:a16="http://schemas.microsoft.com/office/drawing/2014/main" id="{9C4D9FDE-DBAA-738B-E3A3-DD2926F6F69A}"/>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9" name="四角形: 角を丸くする 8">
            <a:extLst>
              <a:ext uri="{FF2B5EF4-FFF2-40B4-BE49-F238E27FC236}">
                <a16:creationId xmlns:a16="http://schemas.microsoft.com/office/drawing/2014/main" id="{15061704-907A-BDFA-AD67-03E9947677CB}"/>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7" name="四角形: 角を丸くする 6">
            <a:extLst>
              <a:ext uri="{FF2B5EF4-FFF2-40B4-BE49-F238E27FC236}">
                <a16:creationId xmlns:a16="http://schemas.microsoft.com/office/drawing/2014/main" id="{5026128A-A92B-8FCD-0E26-9B668765A5A4}"/>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4" name="矢印: 上 3">
            <a:extLst>
              <a:ext uri="{FF2B5EF4-FFF2-40B4-BE49-F238E27FC236}">
                <a16:creationId xmlns:a16="http://schemas.microsoft.com/office/drawing/2014/main" id="{3006B545-2878-E27B-8299-0C9704D80DE4}"/>
              </a:ext>
            </a:extLst>
          </p:cNvPr>
          <p:cNvSpPr/>
          <p:nvPr/>
        </p:nvSpPr>
        <p:spPr>
          <a:xfrm rot="19449610">
            <a:off x="859495"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9FE017A-BCB9-6623-2BDB-1DDF75A4AC96}"/>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A47752E4-A327-08BD-7D0B-1A4FF347E5BC}"/>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ワード検索ではタイトル・作者・キーワードから検索できる</a:t>
            </a:r>
            <a:endParaRPr lang="en-US" altLang="ja-JP" dirty="0">
              <a:solidFill>
                <a:schemeClr val="bg1"/>
              </a:solidFill>
            </a:endParaRPr>
          </a:p>
        </p:txBody>
      </p:sp>
      <p:sp>
        <p:nvSpPr>
          <p:cNvPr id="5" name="テキスト ボックス 4">
            <a:extLst>
              <a:ext uri="{FF2B5EF4-FFF2-40B4-BE49-F238E27FC236}">
                <a16:creationId xmlns:a16="http://schemas.microsoft.com/office/drawing/2014/main" id="{B7A52316-0616-52A4-7436-2D8CCCEC52FE}"/>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7466116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7027E-9F61-3B1C-C5E6-1D1A16EA7699}"/>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1106F4B9-CDDE-F0F5-D59F-87FABC6A0ECC}"/>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2F23E489-1DF0-3CF2-3289-D5DAF89E1A89}"/>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0690D4C6-97E4-2ADB-457A-564DFA6290D3}"/>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B2598B5C-3167-19D6-ACA4-60FAD7D13D56}"/>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19039915-2EC1-C71A-E418-6C714D468714}"/>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379450DC-F45C-B61A-9000-F6FE9F65373D}"/>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 name="四角形: 角を丸くする 18">
            <a:extLst>
              <a:ext uri="{FF2B5EF4-FFF2-40B4-BE49-F238E27FC236}">
                <a16:creationId xmlns:a16="http://schemas.microsoft.com/office/drawing/2014/main" id="{55D5B780-229A-CC6D-0779-2C94B5352AA9}"/>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20" name="四角形: 角を丸くする 19">
            <a:extLst>
              <a:ext uri="{FF2B5EF4-FFF2-40B4-BE49-F238E27FC236}">
                <a16:creationId xmlns:a16="http://schemas.microsoft.com/office/drawing/2014/main" id="{BB2C8CBA-648E-6093-51C5-2661D340536E}"/>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21" name="四角形: 角を丸くする 20">
            <a:extLst>
              <a:ext uri="{FF2B5EF4-FFF2-40B4-BE49-F238E27FC236}">
                <a16:creationId xmlns:a16="http://schemas.microsoft.com/office/drawing/2014/main" id="{DC879B1D-9398-C7DA-6ABE-5BFCF0CA8E7D}"/>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2" name="四角形: 角を丸くする 21">
            <a:extLst>
              <a:ext uri="{FF2B5EF4-FFF2-40B4-BE49-F238E27FC236}">
                <a16:creationId xmlns:a16="http://schemas.microsoft.com/office/drawing/2014/main" id="{900EDF99-2531-81A0-89BB-94BD8F7CB225}"/>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3" name="四角形: 角を丸くする 22">
            <a:extLst>
              <a:ext uri="{FF2B5EF4-FFF2-40B4-BE49-F238E27FC236}">
                <a16:creationId xmlns:a16="http://schemas.microsoft.com/office/drawing/2014/main" id="{DAC9089F-A160-A0FE-146D-EFFCE34B1817}"/>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4" name="四角形: 角を丸くする 23">
            <a:extLst>
              <a:ext uri="{FF2B5EF4-FFF2-40B4-BE49-F238E27FC236}">
                <a16:creationId xmlns:a16="http://schemas.microsoft.com/office/drawing/2014/main" id="{21C776BF-6E71-8280-947C-1FE95E9A795B}"/>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5" name="四角形: 角を丸くする 24">
            <a:extLst>
              <a:ext uri="{FF2B5EF4-FFF2-40B4-BE49-F238E27FC236}">
                <a16:creationId xmlns:a16="http://schemas.microsoft.com/office/drawing/2014/main" id="{A1F8B5D7-314E-1788-4432-3B49D416F20C}"/>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6" name="四角形: 角を丸くする 25">
            <a:extLst>
              <a:ext uri="{FF2B5EF4-FFF2-40B4-BE49-F238E27FC236}">
                <a16:creationId xmlns:a16="http://schemas.microsoft.com/office/drawing/2014/main" id="{88B2CC67-E87B-7EB1-D4FE-EE7CDBFBBAE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7" name="四角形: 角を丸くする 26">
            <a:extLst>
              <a:ext uri="{FF2B5EF4-FFF2-40B4-BE49-F238E27FC236}">
                <a16:creationId xmlns:a16="http://schemas.microsoft.com/office/drawing/2014/main" id="{76A9C9CF-D9B2-3898-E2FB-7A73F27D3F2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8" name="四角形: 角を丸くする 27">
            <a:extLst>
              <a:ext uri="{FF2B5EF4-FFF2-40B4-BE49-F238E27FC236}">
                <a16:creationId xmlns:a16="http://schemas.microsoft.com/office/drawing/2014/main" id="{DC95DC21-D0D4-8712-DFB3-23558E02D178}"/>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9" name="四角形: 角を丸くする 28">
            <a:extLst>
              <a:ext uri="{FF2B5EF4-FFF2-40B4-BE49-F238E27FC236}">
                <a16:creationId xmlns:a16="http://schemas.microsoft.com/office/drawing/2014/main" id="{E13879B1-1296-2E4E-68ED-B0712C129AB2}"/>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30" name="四角形: 角を丸くする 29">
            <a:extLst>
              <a:ext uri="{FF2B5EF4-FFF2-40B4-BE49-F238E27FC236}">
                <a16:creationId xmlns:a16="http://schemas.microsoft.com/office/drawing/2014/main" id="{1B252258-0121-B33D-8D31-E275105CB740}"/>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DA2D9D43-D263-A012-140C-D73005D7D816}"/>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77BA514B-663B-5C85-E118-C7650525E520}"/>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33" name="四角形: 角を丸くする 32">
            <a:extLst>
              <a:ext uri="{FF2B5EF4-FFF2-40B4-BE49-F238E27FC236}">
                <a16:creationId xmlns:a16="http://schemas.microsoft.com/office/drawing/2014/main" id="{57E9D1B9-34D6-B9D4-E3AB-A078242708ED}"/>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34" name="四角形: 角を丸くする 33">
            <a:extLst>
              <a:ext uri="{FF2B5EF4-FFF2-40B4-BE49-F238E27FC236}">
                <a16:creationId xmlns:a16="http://schemas.microsoft.com/office/drawing/2014/main" id="{558CAE10-6DE7-8907-4A60-8DBAFD3D35D3}"/>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35" name="四角形: 角を丸くする 34">
            <a:extLst>
              <a:ext uri="{FF2B5EF4-FFF2-40B4-BE49-F238E27FC236}">
                <a16:creationId xmlns:a16="http://schemas.microsoft.com/office/drawing/2014/main" id="{0D25BB24-F1AE-87FB-5F35-AD7437E3D41F}"/>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36" name="四角形: 角を丸くする 35">
            <a:extLst>
              <a:ext uri="{FF2B5EF4-FFF2-40B4-BE49-F238E27FC236}">
                <a16:creationId xmlns:a16="http://schemas.microsoft.com/office/drawing/2014/main" id="{8C86088E-D6BF-2994-ACFA-864A9E787035}"/>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37" name="四角形: 角を丸くする 36">
            <a:extLst>
              <a:ext uri="{FF2B5EF4-FFF2-40B4-BE49-F238E27FC236}">
                <a16:creationId xmlns:a16="http://schemas.microsoft.com/office/drawing/2014/main" id="{759BF680-DE83-6FC5-8B10-59397EEF599D}"/>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38" name="四角形: 角を丸くする 37">
            <a:extLst>
              <a:ext uri="{FF2B5EF4-FFF2-40B4-BE49-F238E27FC236}">
                <a16:creationId xmlns:a16="http://schemas.microsoft.com/office/drawing/2014/main" id="{3A13B1CC-B6F5-80C2-B539-5CBD20CDA083}"/>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9" name="四角形: 角を丸くする 38">
            <a:extLst>
              <a:ext uri="{FF2B5EF4-FFF2-40B4-BE49-F238E27FC236}">
                <a16:creationId xmlns:a16="http://schemas.microsoft.com/office/drawing/2014/main" id="{E1583101-82B1-F571-DAD6-09040B0417F0}"/>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40" name="四角形: 角を丸くする 39">
            <a:extLst>
              <a:ext uri="{FF2B5EF4-FFF2-40B4-BE49-F238E27FC236}">
                <a16:creationId xmlns:a16="http://schemas.microsoft.com/office/drawing/2014/main" id="{4EC5BCDB-166B-88A2-4F6F-A87342351497}"/>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41" name="四角形: 角を丸くする 40">
            <a:extLst>
              <a:ext uri="{FF2B5EF4-FFF2-40B4-BE49-F238E27FC236}">
                <a16:creationId xmlns:a16="http://schemas.microsoft.com/office/drawing/2014/main" id="{40D3D32A-7277-E7D0-BE2A-B7CDC807089D}"/>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2" name="四角形: 角を丸くする 41">
            <a:extLst>
              <a:ext uri="{FF2B5EF4-FFF2-40B4-BE49-F238E27FC236}">
                <a16:creationId xmlns:a16="http://schemas.microsoft.com/office/drawing/2014/main" id="{50806283-5757-F1C6-C776-29EBCB2770EA}"/>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43" name="四角形: 角を丸くする 42">
            <a:extLst>
              <a:ext uri="{FF2B5EF4-FFF2-40B4-BE49-F238E27FC236}">
                <a16:creationId xmlns:a16="http://schemas.microsoft.com/office/drawing/2014/main" id="{A2738A47-768A-17A8-EA7F-429C2DCA43B2}"/>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4" name="四角形: 角を丸くする 43">
            <a:extLst>
              <a:ext uri="{FF2B5EF4-FFF2-40B4-BE49-F238E27FC236}">
                <a16:creationId xmlns:a16="http://schemas.microsoft.com/office/drawing/2014/main" id="{4F3866EF-83E2-43CC-43E1-2662A010F07F}"/>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5" name="四角形: 角を丸くする 44">
            <a:extLst>
              <a:ext uri="{FF2B5EF4-FFF2-40B4-BE49-F238E27FC236}">
                <a16:creationId xmlns:a16="http://schemas.microsoft.com/office/drawing/2014/main" id="{2A0A0202-EDEC-C3E3-7695-06AE48F76FD4}"/>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6" name="四角形: 角を丸くする 45">
            <a:extLst>
              <a:ext uri="{FF2B5EF4-FFF2-40B4-BE49-F238E27FC236}">
                <a16:creationId xmlns:a16="http://schemas.microsoft.com/office/drawing/2014/main" id="{C7998FEB-8041-1644-C352-5D1E47FB9C8E}"/>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7" name="四角形: 角を丸くする 46">
            <a:extLst>
              <a:ext uri="{FF2B5EF4-FFF2-40B4-BE49-F238E27FC236}">
                <a16:creationId xmlns:a16="http://schemas.microsoft.com/office/drawing/2014/main" id="{FDEFB602-051A-9CD9-99CA-FCF689F42EFC}"/>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48" name="四角形: 角を丸くする 47">
            <a:extLst>
              <a:ext uri="{FF2B5EF4-FFF2-40B4-BE49-F238E27FC236}">
                <a16:creationId xmlns:a16="http://schemas.microsoft.com/office/drawing/2014/main" id="{BFFDC572-D69F-263C-233C-215A182A5C2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9" name="四角形: 角を丸くする 48">
            <a:extLst>
              <a:ext uri="{FF2B5EF4-FFF2-40B4-BE49-F238E27FC236}">
                <a16:creationId xmlns:a16="http://schemas.microsoft.com/office/drawing/2014/main" id="{95FF290A-FA70-9049-16E0-37B1FBB6342B}"/>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0" name="四角形: 角を丸くする 49">
            <a:extLst>
              <a:ext uri="{FF2B5EF4-FFF2-40B4-BE49-F238E27FC236}">
                <a16:creationId xmlns:a16="http://schemas.microsoft.com/office/drawing/2014/main" id="{E45C2EB5-83BA-B050-0F06-B07563F4EF0D}"/>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51" name="四角形: 角を丸くする 50">
            <a:extLst>
              <a:ext uri="{FF2B5EF4-FFF2-40B4-BE49-F238E27FC236}">
                <a16:creationId xmlns:a16="http://schemas.microsoft.com/office/drawing/2014/main" id="{9B8D1C4A-3B0A-E2F2-13BC-EB93527E5FFE}"/>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2" name="四角形: 角を丸くする 51">
            <a:extLst>
              <a:ext uri="{FF2B5EF4-FFF2-40B4-BE49-F238E27FC236}">
                <a16:creationId xmlns:a16="http://schemas.microsoft.com/office/drawing/2014/main" id="{CBFED393-74FD-5C65-CF67-EF690B5DFBBD}"/>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53" name="四角形: 角を丸くする 52">
            <a:extLst>
              <a:ext uri="{FF2B5EF4-FFF2-40B4-BE49-F238E27FC236}">
                <a16:creationId xmlns:a16="http://schemas.microsoft.com/office/drawing/2014/main" id="{C8223A91-84AE-C5D0-0956-FF18D899566C}"/>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54" name="四角形: 角を丸くする 53">
            <a:extLst>
              <a:ext uri="{FF2B5EF4-FFF2-40B4-BE49-F238E27FC236}">
                <a16:creationId xmlns:a16="http://schemas.microsoft.com/office/drawing/2014/main" id="{FEAB13E3-AFA4-A77B-99F7-189D88654CA0}"/>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55" name="四角形: 角を丸くする 54">
            <a:extLst>
              <a:ext uri="{FF2B5EF4-FFF2-40B4-BE49-F238E27FC236}">
                <a16:creationId xmlns:a16="http://schemas.microsoft.com/office/drawing/2014/main" id="{15B64B8E-6D6F-360F-17A5-5669B85ADF5D}"/>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56" name="四角形: 角を丸くする 55">
            <a:extLst>
              <a:ext uri="{FF2B5EF4-FFF2-40B4-BE49-F238E27FC236}">
                <a16:creationId xmlns:a16="http://schemas.microsoft.com/office/drawing/2014/main" id="{8E4A54C2-5736-EEBB-A3F1-2A2B36021D03}"/>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CA230542-8CA3-5055-E4E7-A17E529265E4}"/>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27251C79-EB36-3466-D9C4-4D39D0D4801B}"/>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6AE8FE2A-506A-780E-DB69-76DE4DD6FDBE}"/>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B8332CBA-A42F-8DB2-B84A-49C0545E069F}"/>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9" name="四角形: 角を丸くする 8">
            <a:extLst>
              <a:ext uri="{FF2B5EF4-FFF2-40B4-BE49-F238E27FC236}">
                <a16:creationId xmlns:a16="http://schemas.microsoft.com/office/drawing/2014/main" id="{9B0B4341-D247-33B9-865C-2F2624800E0A}"/>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7" name="四角形: 角を丸くする 6">
            <a:extLst>
              <a:ext uri="{FF2B5EF4-FFF2-40B4-BE49-F238E27FC236}">
                <a16:creationId xmlns:a16="http://schemas.microsoft.com/office/drawing/2014/main" id="{94C5DE44-5A71-A8D0-59FD-69F360B77AB9}"/>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8E632B17-E9BA-78A1-B010-62D6FB5D2740}"/>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A2466CF6-3F69-C7CD-F0A8-F6AD9481E3DE}"/>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上 56">
            <a:extLst>
              <a:ext uri="{FF2B5EF4-FFF2-40B4-BE49-F238E27FC236}">
                <a16:creationId xmlns:a16="http://schemas.microsoft.com/office/drawing/2014/main" id="{FBD25F0A-E2AA-2FCA-5E68-553B9AEA2F8D}"/>
              </a:ext>
            </a:extLst>
          </p:cNvPr>
          <p:cNvSpPr/>
          <p:nvPr/>
        </p:nvSpPr>
        <p:spPr>
          <a:xfrm rot="19449610">
            <a:off x="851501" y="1030611"/>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テキスト ボックス 99">
            <a:extLst>
              <a:ext uri="{FF2B5EF4-FFF2-40B4-BE49-F238E27FC236}">
                <a16:creationId xmlns:a16="http://schemas.microsoft.com/office/drawing/2014/main" id="{18E4B258-67E9-6D9C-650D-4ADB2FA2A491}"/>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ワード検索ではタイトル・作者・キーワードから検索できる</a:t>
            </a:r>
            <a:endParaRPr lang="en-US" altLang="ja-JP" dirty="0">
              <a:solidFill>
                <a:schemeClr val="bg1"/>
              </a:solidFill>
            </a:endParaRPr>
          </a:p>
        </p:txBody>
      </p:sp>
      <p:sp>
        <p:nvSpPr>
          <p:cNvPr id="4" name="テキスト ボックス 3">
            <a:extLst>
              <a:ext uri="{FF2B5EF4-FFF2-40B4-BE49-F238E27FC236}">
                <a16:creationId xmlns:a16="http://schemas.microsoft.com/office/drawing/2014/main" id="{48646B8F-476A-D150-CFBF-1BE6F81E61D6}"/>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85445446"/>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6C71E-CA8E-877A-BC1F-71DA739E98AA}"/>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FD1FFC8-14BB-1EF1-47A2-EBD6D96732A1}"/>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2C4552C-7EE0-0972-A5CD-F71470EB1E2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D1727555-C6AD-55AF-C1A7-081DC1A62706}"/>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05A427C1-10B5-166D-142C-3826A3AC35AB}"/>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テキスト ボックス 4">
            <a:extLst>
              <a:ext uri="{FF2B5EF4-FFF2-40B4-BE49-F238E27FC236}">
                <a16:creationId xmlns:a16="http://schemas.microsoft.com/office/drawing/2014/main" id="{F8CABE8A-24EE-02BC-D3C3-F8845D0ECBCE}"/>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3</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B40D5E61-5016-6121-A0ED-FB6861A1F274}"/>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F5B60B56-983B-2EC1-535B-1E848E94FB9C}"/>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0D9869D5-1CDD-9010-B95B-BE1E0936BCB3}"/>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125843D8-B676-62A4-6414-E27DD8DC4C1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祥雲館のポスター検索システム～探究でお困りのあなたへ～</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岡本優奈 山岸由芽若 林かなで</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a:t>
            </a:r>
            <a:r>
              <a:rPr lang="en-US" altLang="ja-JP" sz="800" dirty="0">
                <a:solidFill>
                  <a:schemeClr val="tx1"/>
                </a:solidFill>
              </a:rPr>
              <a:t>HTML JavaScript CSS PDF</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2005AB3D-89F9-147A-A611-D07D3798D3C1}"/>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 name="四角形: 角を丸くする 16">
            <a:extLst>
              <a:ext uri="{FF2B5EF4-FFF2-40B4-BE49-F238E27FC236}">
                <a16:creationId xmlns:a16="http://schemas.microsoft.com/office/drawing/2014/main" id="{28B6E387-958B-F6FD-B1B1-346C22039B46}"/>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71CA82D4-73FF-D1F0-3B54-8C4CB240B06A}"/>
              </a:ext>
            </a:extLst>
          </p:cNvPr>
          <p:cNvSpPr/>
          <p:nvPr/>
        </p:nvSpPr>
        <p:spPr>
          <a:xfrm rot="19449610">
            <a:off x="859495"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F43FBD2F-0D9C-D616-9984-1AD7B142C6B7}"/>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58" name="四角形: 角を丸くする 57">
            <a:extLst>
              <a:ext uri="{FF2B5EF4-FFF2-40B4-BE49-F238E27FC236}">
                <a16:creationId xmlns:a16="http://schemas.microsoft.com/office/drawing/2014/main" id="{1DF5A4B0-E451-048D-2947-3372736482E9}"/>
              </a:ext>
            </a:extLst>
          </p:cNvPr>
          <p:cNvSpPr/>
          <p:nvPr/>
        </p:nvSpPr>
        <p:spPr>
          <a:xfrm>
            <a:off x="5026604"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59" name="四角形: 角を丸くする 58">
            <a:extLst>
              <a:ext uri="{FF2B5EF4-FFF2-40B4-BE49-F238E27FC236}">
                <a16:creationId xmlns:a16="http://schemas.microsoft.com/office/drawing/2014/main" id="{1F23BBDB-DEBA-3648-5E75-4531677D26BE}"/>
              </a:ext>
            </a:extLst>
          </p:cNvPr>
          <p:cNvSpPr/>
          <p:nvPr/>
        </p:nvSpPr>
        <p:spPr>
          <a:xfrm>
            <a:off x="5106630" y="2234596"/>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3" name="四角形: 角を丸くする 2">
            <a:extLst>
              <a:ext uri="{FF2B5EF4-FFF2-40B4-BE49-F238E27FC236}">
                <a16:creationId xmlns:a16="http://schemas.microsoft.com/office/drawing/2014/main" id="{D0E0DCF5-4D81-9E08-031C-1C933839A12F}"/>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8" name="四角形: 角を丸くする 7">
            <a:extLst>
              <a:ext uri="{FF2B5EF4-FFF2-40B4-BE49-F238E27FC236}">
                <a16:creationId xmlns:a16="http://schemas.microsoft.com/office/drawing/2014/main" id="{912CCE8C-5A12-07A0-6B21-5B6AE372F451}"/>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8" name="テキスト ボックス 17">
            <a:extLst>
              <a:ext uri="{FF2B5EF4-FFF2-40B4-BE49-F238E27FC236}">
                <a16:creationId xmlns:a16="http://schemas.microsoft.com/office/drawing/2014/main" id="{A53E32BE-33C9-214E-9110-912313D5B091}"/>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ワード検索ではタイトル・作者・キーワードから検索できる</a:t>
            </a:r>
            <a:endParaRPr lang="en-US" altLang="ja-JP" dirty="0">
              <a:solidFill>
                <a:schemeClr val="bg1"/>
              </a:solidFill>
            </a:endParaRPr>
          </a:p>
        </p:txBody>
      </p:sp>
      <p:sp>
        <p:nvSpPr>
          <p:cNvPr id="9" name="テキスト ボックス 8">
            <a:extLst>
              <a:ext uri="{FF2B5EF4-FFF2-40B4-BE49-F238E27FC236}">
                <a16:creationId xmlns:a16="http://schemas.microsoft.com/office/drawing/2014/main" id="{BAEB864F-A94E-4FCB-3889-2C952654AA6B}"/>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240035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FE1E7-2CEB-16A5-5B4D-D9DE21D560B0}"/>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68148CB-3A65-EBFD-E21B-CE3C12069342}"/>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7233BE1-588C-7790-5368-D0CCFB68C830}"/>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3947C378-EF1B-429B-23B3-43BA22DF9932}"/>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F55DE99D-D8AA-8D41-630F-BB76ABEF7FC7}"/>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9" name="テキスト ボックス 8">
            <a:extLst>
              <a:ext uri="{FF2B5EF4-FFF2-40B4-BE49-F238E27FC236}">
                <a16:creationId xmlns:a16="http://schemas.microsoft.com/office/drawing/2014/main" id="{B15AAC9B-BFB7-24A2-A0E8-3C92E03CE398}"/>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3</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75713B7F-E84A-B49C-5BE8-4B28C5298A97}"/>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A3B429EE-A931-386B-2274-F21D98BECF3E}"/>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668F449E-6AF9-5C39-CB5D-0396122ABD1B}"/>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69155158-FAAD-4453-0312-473A382F94A9}"/>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祥雲館のポスター検索システム～探究でお困りのあなたへ～</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岡本優奈 山岸由芽若 林かなで</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a:t>
            </a:r>
            <a:r>
              <a:rPr lang="en-US" altLang="ja-JP" sz="800" dirty="0">
                <a:solidFill>
                  <a:schemeClr val="tx1"/>
                </a:solidFill>
              </a:rPr>
              <a:t>HTML JavaScript CSS PDF</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D00237F9-A16C-66F1-58F7-F6B56026BFD6}"/>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 name="四角形: 角を丸くする 16">
            <a:extLst>
              <a:ext uri="{FF2B5EF4-FFF2-40B4-BE49-F238E27FC236}">
                <a16:creationId xmlns:a16="http://schemas.microsoft.com/office/drawing/2014/main" id="{04022AD5-2F12-7C49-7A0F-190FD8089819}"/>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92067794-31A6-F5F9-35D7-B30009BC7036}"/>
              </a:ext>
            </a:extLst>
          </p:cNvPr>
          <p:cNvSpPr/>
          <p:nvPr/>
        </p:nvSpPr>
        <p:spPr>
          <a:xfrm rot="19449610">
            <a:off x="4229909" y="134732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1636CCA1-0557-BC6F-A900-A0856F2EF4B9}"/>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9" name="四角形: 角を丸くする 18">
            <a:extLst>
              <a:ext uri="{FF2B5EF4-FFF2-40B4-BE49-F238E27FC236}">
                <a16:creationId xmlns:a16="http://schemas.microsoft.com/office/drawing/2014/main" id="{B60A68EB-5308-8A9C-FC25-F85F4658F4D9}"/>
              </a:ext>
            </a:extLst>
          </p:cNvPr>
          <p:cNvSpPr/>
          <p:nvPr/>
        </p:nvSpPr>
        <p:spPr>
          <a:xfrm>
            <a:off x="5026604"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0" name="四角形: 角を丸くする 19">
            <a:extLst>
              <a:ext uri="{FF2B5EF4-FFF2-40B4-BE49-F238E27FC236}">
                <a16:creationId xmlns:a16="http://schemas.microsoft.com/office/drawing/2014/main" id="{91EC01F6-0400-9E1B-2183-7B4D84B9FA75}"/>
              </a:ext>
            </a:extLst>
          </p:cNvPr>
          <p:cNvSpPr/>
          <p:nvPr/>
        </p:nvSpPr>
        <p:spPr>
          <a:xfrm>
            <a:off x="5106630" y="2234596"/>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3" name="四角形: 角を丸くする 2">
            <a:extLst>
              <a:ext uri="{FF2B5EF4-FFF2-40B4-BE49-F238E27FC236}">
                <a16:creationId xmlns:a16="http://schemas.microsoft.com/office/drawing/2014/main" id="{E0A45922-BABC-F0AE-0564-B557EF1EF547}"/>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5" name="四角形: 角を丸くする 4">
            <a:extLst>
              <a:ext uri="{FF2B5EF4-FFF2-40B4-BE49-F238E27FC236}">
                <a16:creationId xmlns:a16="http://schemas.microsoft.com/office/drawing/2014/main" id="{10916803-8C00-F934-EDDD-1044BFC2720C}"/>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EB4B8D69-9531-6D88-4E56-18EB3E5D17E1}"/>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ABDCD1B-0219-1C1E-3835-17A8D7E51D26}"/>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C42A5293-5B67-3594-669D-9894A2D4893C}"/>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72524751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0134-B933-0753-628B-C53B6308F501}"/>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F4FF43A8-1574-D027-1149-03EFD267433F}"/>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73C3E6D-392E-1F43-99F0-0580BAF2830C}"/>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8987C0F0-24C3-FEC5-B5B9-EEDABD983D66}"/>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3E12F8D-734D-8A4D-D706-9B1D42F2CA0A}"/>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9" name="テキスト ボックス 8">
            <a:extLst>
              <a:ext uri="{FF2B5EF4-FFF2-40B4-BE49-F238E27FC236}">
                <a16:creationId xmlns:a16="http://schemas.microsoft.com/office/drawing/2014/main" id="{27F9C73A-D81A-B2E3-698B-3A1644DF81EC}"/>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3</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4CCF7221-9F7D-3F3B-4396-E587D21D1EB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9688211F-8922-BD71-26FC-31C8DC8C8A5A}"/>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13796E71-9936-3714-3338-63816F290DA2}"/>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329F7115-CA7F-A565-53BF-460645713902}"/>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祥雲館のポスター検索システム～探究でお困りのあなたへ～</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岡本優奈 山岸由芽若 林かなで</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a:t>
            </a:r>
            <a:r>
              <a:rPr lang="en-US" altLang="ja-JP" sz="800" dirty="0">
                <a:solidFill>
                  <a:schemeClr val="tx1"/>
                </a:solidFill>
              </a:rPr>
              <a:t>HTML JavaScript CSS PDF</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436CA1E5-34DF-4C3A-3E50-8B1F90F6E523}"/>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 name="四角形: 角を丸くする 16">
            <a:extLst>
              <a:ext uri="{FF2B5EF4-FFF2-40B4-BE49-F238E27FC236}">
                <a16:creationId xmlns:a16="http://schemas.microsoft.com/office/drawing/2014/main" id="{19565180-A3E6-F6A2-0750-D9528B8EF896}"/>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53CA43D3-7AF9-FBE8-8E53-C5E619B4F1C7}"/>
              </a:ext>
            </a:extLst>
          </p:cNvPr>
          <p:cNvSpPr/>
          <p:nvPr/>
        </p:nvSpPr>
        <p:spPr>
          <a:xfrm rot="19449610">
            <a:off x="4296201" y="1431653"/>
            <a:ext cx="312688" cy="397752"/>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DA600CDD-44FA-B965-275C-C5DBECF37628}"/>
              </a:ext>
            </a:extLst>
          </p:cNvPr>
          <p:cNvSpPr/>
          <p:nvPr/>
        </p:nvSpPr>
        <p:spPr>
          <a:xfrm>
            <a:off x="5026604"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CAA3F0A8-B4F8-E90B-1DA1-7E6154AF1718}"/>
              </a:ext>
            </a:extLst>
          </p:cNvPr>
          <p:cNvSpPr/>
          <p:nvPr/>
        </p:nvSpPr>
        <p:spPr>
          <a:xfrm>
            <a:off x="5106630" y="2234596"/>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20" name="四角形: 角を丸くする 19">
            <a:extLst>
              <a:ext uri="{FF2B5EF4-FFF2-40B4-BE49-F238E27FC236}">
                <a16:creationId xmlns:a16="http://schemas.microsoft.com/office/drawing/2014/main" id="{5A165BAE-E0F6-CFBA-50E3-D38B9D569632}"/>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3" name="四角形: 角を丸くする 2">
            <a:extLst>
              <a:ext uri="{FF2B5EF4-FFF2-40B4-BE49-F238E27FC236}">
                <a16:creationId xmlns:a16="http://schemas.microsoft.com/office/drawing/2014/main" id="{46F9C5C2-4015-284A-A227-59A4A96A10B2}"/>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5" name="四角形: 角を丸くする 4">
            <a:extLst>
              <a:ext uri="{FF2B5EF4-FFF2-40B4-BE49-F238E27FC236}">
                <a16:creationId xmlns:a16="http://schemas.microsoft.com/office/drawing/2014/main" id="{A509671A-8A61-E34E-02EA-67295D987453}"/>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56201A21-0353-7364-1777-44D265B2B843}"/>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7F2B166-E95A-E482-3579-E2BF4F7F7046}"/>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19" name="テキスト ボックス 18">
            <a:extLst>
              <a:ext uri="{FF2B5EF4-FFF2-40B4-BE49-F238E27FC236}">
                <a16:creationId xmlns:a16="http://schemas.microsoft.com/office/drawing/2014/main" id="{9465B23A-41C0-3357-4223-98C8DB3E9EB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53661258"/>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6AB18-CC29-AAA4-030B-104460B4426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A9273B3-E946-7318-323D-8E3C969438E0}"/>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47CC5EE7-40B9-03D6-3E84-A9207D56BC01}"/>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F7F4D68-A91E-AEF8-7E32-2BE700D2727A}"/>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189FE3FA-0D28-960E-4038-5866188BD8D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テキスト ボックス 4">
            <a:extLst>
              <a:ext uri="{FF2B5EF4-FFF2-40B4-BE49-F238E27FC236}">
                <a16:creationId xmlns:a16="http://schemas.microsoft.com/office/drawing/2014/main" id="{A8675477-FCA2-106C-0566-4A7E57816DFF}"/>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2</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B074E35D-C4B4-B8F9-E46A-A84201D01EF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86176FD7-33EC-4BD8-1E60-17EC6FB7821D}"/>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1C8F2287-5A2A-99FA-B140-EAA86E4F71D2}"/>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93E5A5CD-B45A-0CE7-C883-5AA4F0AC72A4}"/>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271D84E9-50DC-24D4-0CB0-05C3D43E5E29}"/>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21" name="四角形: 角を丸くする 20">
            <a:extLst>
              <a:ext uri="{FF2B5EF4-FFF2-40B4-BE49-F238E27FC236}">
                <a16:creationId xmlns:a16="http://schemas.microsoft.com/office/drawing/2014/main" id="{56857398-44DD-B8AD-D10A-27A670AC30F6}"/>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2" name="四角形: 角を丸くする 21">
            <a:extLst>
              <a:ext uri="{FF2B5EF4-FFF2-40B4-BE49-F238E27FC236}">
                <a16:creationId xmlns:a16="http://schemas.microsoft.com/office/drawing/2014/main" id="{B9AA76B2-CAE8-FE75-3DAA-0EF3E3029350}"/>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1A5EBE70-C61D-DE48-A1F2-C4042BBCAF17}"/>
              </a:ext>
            </a:extLst>
          </p:cNvPr>
          <p:cNvSpPr/>
          <p:nvPr/>
        </p:nvSpPr>
        <p:spPr>
          <a:xfrm rot="19449610">
            <a:off x="4229909" y="134732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D6DA5608-8A11-69B8-9773-6C80E3ACE283}"/>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DC092C9F-7B7C-E3AA-CA09-D0014678B179}"/>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87604F31-A5F5-E970-DF8C-9B9C0D6E6C1F}"/>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652564BD-D344-23AE-A03C-A61D2E92971A}"/>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8" name="テキスト ボックス 17">
            <a:extLst>
              <a:ext uri="{FF2B5EF4-FFF2-40B4-BE49-F238E27FC236}">
                <a16:creationId xmlns:a16="http://schemas.microsoft.com/office/drawing/2014/main" id="{9B7DFC8A-7267-F948-F78A-84A8D7113CA4}"/>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8" name="テキスト ボックス 7">
            <a:extLst>
              <a:ext uri="{FF2B5EF4-FFF2-40B4-BE49-F238E27FC236}">
                <a16:creationId xmlns:a16="http://schemas.microsoft.com/office/drawing/2014/main" id="{1A2BB763-016C-00C7-C51C-EDC69C061B50}"/>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968479456"/>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3DBDF-319B-1581-E39D-3CC2F519D1EE}"/>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DF5DB67F-3BCB-A644-7B40-4F70F7DDC878}"/>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66C0065-564C-C95C-0E96-A061A7FA0DCC}"/>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74719D5E-0716-0EEF-705B-DAB6E44E1D0D}"/>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C0BF25B-A63F-04F3-2626-5124692615D4}"/>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5F5C7E6E-89B4-20A5-46D0-E84DCBFE2358}"/>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2</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7CE86943-400C-9B6A-EEE8-DFA8323316A6}"/>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90A15DD5-B4B1-76B5-481F-1D2A465DE2F3}"/>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4A402832-1EEE-1A0A-3247-256F35FBCCE0}"/>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A1AD60A0-446D-CF07-41A8-41B8F20E2FE6}"/>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351F2684-4B40-F396-726F-C02DE85E27DA}"/>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21" name="四角形: 角を丸くする 20">
            <a:extLst>
              <a:ext uri="{FF2B5EF4-FFF2-40B4-BE49-F238E27FC236}">
                <a16:creationId xmlns:a16="http://schemas.microsoft.com/office/drawing/2014/main" id="{687D1B7D-4D9F-CFB3-A5A5-317142786692}"/>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2" name="四角形: 角を丸くする 21">
            <a:extLst>
              <a:ext uri="{FF2B5EF4-FFF2-40B4-BE49-F238E27FC236}">
                <a16:creationId xmlns:a16="http://schemas.microsoft.com/office/drawing/2014/main" id="{A0E30A4C-8CBC-EA43-AA14-FDAE55920CFB}"/>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FB27A5C9-9E74-5F96-0EBA-5306F600EDA7}"/>
              </a:ext>
            </a:extLst>
          </p:cNvPr>
          <p:cNvSpPr/>
          <p:nvPr/>
        </p:nvSpPr>
        <p:spPr>
          <a:xfrm rot="19449610">
            <a:off x="5718240" y="151647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EA0A6D3B-517B-172E-3E77-BD729F3ECB4A}"/>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C072CED3-9C86-75F7-219A-010C802993C1}"/>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B0625FEE-9AFB-D044-E035-7F0AB80E4236}"/>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E4735B1A-7BE3-07CB-3EC7-0595864FD1DC}"/>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8" name="テキスト ボックス 17">
            <a:extLst>
              <a:ext uri="{FF2B5EF4-FFF2-40B4-BE49-F238E27FC236}">
                <a16:creationId xmlns:a16="http://schemas.microsoft.com/office/drawing/2014/main" id="{6522A727-2EA2-D8D0-440F-DA8D9DAD4B47}"/>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8" name="テキスト ボックス 7">
            <a:extLst>
              <a:ext uri="{FF2B5EF4-FFF2-40B4-BE49-F238E27FC236}">
                <a16:creationId xmlns:a16="http://schemas.microsoft.com/office/drawing/2014/main" id="{44BB3F2C-122E-FFCE-4451-532AE1024801}"/>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500137117"/>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10C0E-8973-28AD-8BF1-56A6ACD97643}"/>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F050CBAD-67F4-BB99-BD57-D3FF7965D0FB}"/>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9FCF4AF9-167C-D760-E564-CDA16102C8D8}"/>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6987E008-68B2-784E-2E80-B672BD4566A2}"/>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835F850B-B127-E2DD-CCAB-81328258F53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ED8CA84D-DB2A-2E16-8C66-64776BA9AC5F}"/>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2</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78B70405-A341-458B-3F17-39BC29C99B60}"/>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5E6F1A8B-34CC-74DA-302D-21F938328AD8}"/>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C6B33B06-6E03-B196-DDBC-0B25C2016DA1}"/>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D0770920-BE35-A08A-4554-312C248EC832}"/>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56C2E2C-D675-2651-7173-BAA73593A405}"/>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21" name="四角形: 角を丸くする 20">
            <a:extLst>
              <a:ext uri="{FF2B5EF4-FFF2-40B4-BE49-F238E27FC236}">
                <a16:creationId xmlns:a16="http://schemas.microsoft.com/office/drawing/2014/main" id="{E46E4B80-BAD7-9A66-55B2-7609EB4E4C1C}"/>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2" name="四角形: 角を丸くする 21">
            <a:extLst>
              <a:ext uri="{FF2B5EF4-FFF2-40B4-BE49-F238E27FC236}">
                <a16:creationId xmlns:a16="http://schemas.microsoft.com/office/drawing/2014/main" id="{B1718F24-2952-6A04-7F0E-ACD887615EE7}"/>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A9522207-2B7C-BDA7-5675-EB98E96D06E7}"/>
              </a:ext>
            </a:extLst>
          </p:cNvPr>
          <p:cNvSpPr/>
          <p:nvPr/>
        </p:nvSpPr>
        <p:spPr>
          <a:xfrm rot="19449610">
            <a:off x="5785554" y="1602103"/>
            <a:ext cx="310644" cy="395152"/>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15C897B5-32AC-FCC7-C20F-86583EC316B5}"/>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020BD6C2-9B82-EAA2-F156-A140FF5FA07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1BDC3580-E530-DAB3-0C20-38C089CB23EF}"/>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4E7B9D21-E35C-6A24-A6FD-D4348EAB3E6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8" name="テキスト ボックス 17">
            <a:extLst>
              <a:ext uri="{FF2B5EF4-FFF2-40B4-BE49-F238E27FC236}">
                <a16:creationId xmlns:a16="http://schemas.microsoft.com/office/drawing/2014/main" id="{5E65BCC4-1D09-3A93-746A-CC88B417F93C}"/>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8" name="テキスト ボックス 7">
            <a:extLst>
              <a:ext uri="{FF2B5EF4-FFF2-40B4-BE49-F238E27FC236}">
                <a16:creationId xmlns:a16="http://schemas.microsoft.com/office/drawing/2014/main" id="{E768E783-D235-9597-F986-BF15C10980D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194123353"/>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2285-1092-4CC0-F4E8-BA2B2D0CF4D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5D4479E1-CD90-27B0-A4F6-1F725D74578D}"/>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0340BA7-E8DB-F023-4116-C58385170163}"/>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11CFC45A-F3F7-A43D-CC94-E33E9C3EA984}"/>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BFA4A39A-4037-D514-A132-99A76EEF3938}"/>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8" name="テキスト ボックス 7">
            <a:extLst>
              <a:ext uri="{FF2B5EF4-FFF2-40B4-BE49-F238E27FC236}">
                <a16:creationId xmlns:a16="http://schemas.microsoft.com/office/drawing/2014/main" id="{50B2CF41-B67A-7F20-A30F-10B0916C2376}"/>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1</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A948761F-4F7C-35D0-EC57-D60D65D8913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59F358E3-5E95-E687-BB4F-D3663AB2636B}"/>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442CF9AD-37D1-1B71-121B-32B25958F8E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C12F803A-E90F-7764-8E25-59A9A46AFB17}"/>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B170248-C5AF-0A09-4544-CB051677FFC9}"/>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4" name="矢印: 上 3">
            <a:extLst>
              <a:ext uri="{FF2B5EF4-FFF2-40B4-BE49-F238E27FC236}">
                <a16:creationId xmlns:a16="http://schemas.microsoft.com/office/drawing/2014/main" id="{503DDB94-70C2-6E63-F7B4-6023A7459451}"/>
              </a:ext>
            </a:extLst>
          </p:cNvPr>
          <p:cNvSpPr/>
          <p:nvPr/>
        </p:nvSpPr>
        <p:spPr>
          <a:xfrm rot="19449610">
            <a:off x="5718240" y="151647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4019B0CA-C1A9-905A-6808-3D5FA670DA60}"/>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08D7426B-F3B9-0CBF-2B96-04E92B13DB5C}"/>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3" name="四角形: 角を丸くする 2">
            <a:extLst>
              <a:ext uri="{FF2B5EF4-FFF2-40B4-BE49-F238E27FC236}">
                <a16:creationId xmlns:a16="http://schemas.microsoft.com/office/drawing/2014/main" id="{F6479C79-6487-C0B1-3ECE-387ABB7A64EA}"/>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5" name="四角形: 角を丸くする 4">
            <a:extLst>
              <a:ext uri="{FF2B5EF4-FFF2-40B4-BE49-F238E27FC236}">
                <a16:creationId xmlns:a16="http://schemas.microsoft.com/office/drawing/2014/main" id="{5E01E16D-7F83-A972-AF6A-3B45838946D9}"/>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5" name="正方形/長方形 14">
            <a:extLst>
              <a:ext uri="{FF2B5EF4-FFF2-40B4-BE49-F238E27FC236}">
                <a16:creationId xmlns:a16="http://schemas.microsoft.com/office/drawing/2014/main" id="{2265FCD2-D5B0-6C24-E8FD-37F00DE3701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A75B1477-E12B-EAFA-4A78-9BD78B4E944F}"/>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20" name="テキスト ボックス 19">
            <a:extLst>
              <a:ext uri="{FF2B5EF4-FFF2-40B4-BE49-F238E27FC236}">
                <a16:creationId xmlns:a16="http://schemas.microsoft.com/office/drawing/2014/main" id="{06F252F4-2CDA-2F22-99EF-45941E303E0C}"/>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18" name="テキスト ボックス 17">
            <a:extLst>
              <a:ext uri="{FF2B5EF4-FFF2-40B4-BE49-F238E27FC236}">
                <a16:creationId xmlns:a16="http://schemas.microsoft.com/office/drawing/2014/main" id="{508E4B4D-94C3-8840-2E88-77F02ADDF340}"/>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474958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5FE3D-A47D-1F35-1D34-74259035A4B0}"/>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1CF96AF-7D71-9968-658A-22AAF364AD45}"/>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四角形: 角を丸くする 56">
            <a:extLst>
              <a:ext uri="{FF2B5EF4-FFF2-40B4-BE49-F238E27FC236}">
                <a16:creationId xmlns:a16="http://schemas.microsoft.com/office/drawing/2014/main" id="{AB2A66EE-E558-3F80-0C8A-1E0484E88885}"/>
              </a:ext>
            </a:extLst>
          </p:cNvPr>
          <p:cNvSpPr/>
          <p:nvPr/>
        </p:nvSpPr>
        <p:spPr>
          <a:xfrm>
            <a:off x="440948" y="2115877"/>
            <a:ext cx="2063786" cy="1775637"/>
          </a:xfrm>
          <a:prstGeom prst="roundRect">
            <a:avLst>
              <a:gd name="adj" fmla="val 5088"/>
            </a:avLst>
          </a:prstGeom>
          <a:solidFill>
            <a:schemeClr val="bg1">
              <a:lumMod val="9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0" name="四角形: 角を丸くする 99">
            <a:extLst>
              <a:ext uri="{FF2B5EF4-FFF2-40B4-BE49-F238E27FC236}">
                <a16:creationId xmlns:a16="http://schemas.microsoft.com/office/drawing/2014/main" id="{7CC2A9AA-9C45-A29E-ADB3-8E703684FD6F}"/>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1" name="四角形: 角を丸くする 100">
            <a:extLst>
              <a:ext uri="{FF2B5EF4-FFF2-40B4-BE49-F238E27FC236}">
                <a16:creationId xmlns:a16="http://schemas.microsoft.com/office/drawing/2014/main" id="{53CC2D5F-BE0B-ED38-FCD4-1A7903C67225}"/>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4D1FEA91-31EB-6470-E9B2-39D859FB3B48}"/>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020B05C-B04D-CB28-9E55-6EFD5155BB5B}"/>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E03A9DAB-F17C-FBEB-E425-4A606D4C3C31}"/>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E3320EB8-6A32-2337-2019-939D32CF9BFA}"/>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a:t>
            </a:r>
            <a:r>
              <a:rPr kumimoji="1" lang="ja-JP" altLang="en-US" sz="800" dirty="0"/>
              <a:t>全</a:t>
            </a:r>
            <a:r>
              <a:rPr kumimoji="1" lang="en-US" altLang="ja-JP" sz="800" dirty="0"/>
              <a:t>119</a:t>
            </a:r>
            <a:r>
              <a:rPr kumimoji="1" lang="ja-JP" altLang="en-US" sz="800" dirty="0"/>
              <a:t>件</a:t>
            </a:r>
          </a:p>
        </p:txBody>
      </p:sp>
      <p:sp>
        <p:nvSpPr>
          <p:cNvPr id="9" name="四角形: 角を丸くする 8">
            <a:extLst>
              <a:ext uri="{FF2B5EF4-FFF2-40B4-BE49-F238E27FC236}">
                <a16:creationId xmlns:a16="http://schemas.microsoft.com/office/drawing/2014/main" id="{094D4115-045B-4857-438E-699B5292D69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4" name="矢印: 上 3">
            <a:extLst>
              <a:ext uri="{FF2B5EF4-FFF2-40B4-BE49-F238E27FC236}">
                <a16:creationId xmlns:a16="http://schemas.microsoft.com/office/drawing/2014/main" id="{01F9F103-EAD7-38BD-B5D3-10B6886F7CA0}"/>
              </a:ext>
            </a:extLst>
          </p:cNvPr>
          <p:cNvSpPr/>
          <p:nvPr/>
        </p:nvSpPr>
        <p:spPr>
          <a:xfrm rot="19449610">
            <a:off x="1833860" y="32035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A492A9C7-6C35-E155-1D97-AF0EA45A2252}"/>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1B8EB0B5-63D4-10CA-4797-8763EF1412E0}"/>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四角形: 角を丸くする 141">
            <a:extLst>
              <a:ext uri="{FF2B5EF4-FFF2-40B4-BE49-F238E27FC236}">
                <a16:creationId xmlns:a16="http://schemas.microsoft.com/office/drawing/2014/main" id="{2BE67A43-25BA-3364-4DFA-4586D2A70FA4}"/>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テキスト ボックス 142">
            <a:extLst>
              <a:ext uri="{FF2B5EF4-FFF2-40B4-BE49-F238E27FC236}">
                <a16:creationId xmlns:a16="http://schemas.microsoft.com/office/drawing/2014/main" id="{6F574569-8B8E-2D10-372D-78A698863EB3}"/>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44" name="四角形: 角を丸くする 143">
            <a:extLst>
              <a:ext uri="{FF2B5EF4-FFF2-40B4-BE49-F238E27FC236}">
                <a16:creationId xmlns:a16="http://schemas.microsoft.com/office/drawing/2014/main" id="{07697659-11B1-6026-FEA3-B4780365F08A}"/>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テキスト ボックス 144">
            <a:extLst>
              <a:ext uri="{FF2B5EF4-FFF2-40B4-BE49-F238E27FC236}">
                <a16:creationId xmlns:a16="http://schemas.microsoft.com/office/drawing/2014/main" id="{EF2AE359-3F58-E322-3A1C-0D05E0E2240C}"/>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46" name="四角形: 角を丸くする 145">
            <a:extLst>
              <a:ext uri="{FF2B5EF4-FFF2-40B4-BE49-F238E27FC236}">
                <a16:creationId xmlns:a16="http://schemas.microsoft.com/office/drawing/2014/main" id="{56738485-DE64-C6CA-0495-EB3A3717571F}"/>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48" name="テキスト ボックス 147">
            <a:extLst>
              <a:ext uri="{FF2B5EF4-FFF2-40B4-BE49-F238E27FC236}">
                <a16:creationId xmlns:a16="http://schemas.microsoft.com/office/drawing/2014/main" id="{E2231535-9D2C-2E89-0EDB-A194DB16A9C4}"/>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ポスターを見れる</a:t>
            </a:r>
            <a:endParaRPr lang="en-US" altLang="ja-JP" dirty="0">
              <a:solidFill>
                <a:schemeClr val="bg1"/>
              </a:solidFill>
            </a:endParaRPr>
          </a:p>
        </p:txBody>
      </p:sp>
      <p:sp>
        <p:nvSpPr>
          <p:cNvPr id="5" name="テキスト ボックス 4">
            <a:extLst>
              <a:ext uri="{FF2B5EF4-FFF2-40B4-BE49-F238E27FC236}">
                <a16:creationId xmlns:a16="http://schemas.microsoft.com/office/drawing/2014/main" id="{5B4C4230-D059-C034-9D92-82954F18EDF8}"/>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138166061"/>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F97E-38CF-5803-D6E6-5A15264FE8C2}"/>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63A262A1-8FE3-154E-42DF-DEC5570ED2AA}"/>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D7E9FB9-21D0-C713-9469-7492276632AB}"/>
              </a:ext>
            </a:extLst>
          </p:cNvPr>
          <p:cNvSpPr/>
          <p:nvPr/>
        </p:nvSpPr>
        <p:spPr>
          <a:xfrm>
            <a:off x="440948" y="2115877"/>
            <a:ext cx="2063786" cy="1775637"/>
          </a:xfrm>
          <a:prstGeom prst="roundRect">
            <a:avLst>
              <a:gd name="adj" fmla="val 5088"/>
            </a:avLst>
          </a:prstGeom>
          <a:solidFill>
            <a:schemeClr val="bg1">
              <a:lumMod val="9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54BE676E-6F6C-EE3E-0A14-23DAB6F15677}"/>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500A6BC7-A6C7-AF41-77AF-EE9046D56807}"/>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C1C305A8-1008-2590-E329-53C490FAA92D}"/>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C1611145-F83F-678D-6897-E25303D35DE0}"/>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331E6B71-0D22-D413-F120-DE1004D8CE0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0D28735F-4DD4-20AF-B25C-E35459142B91}"/>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a:t>
            </a:r>
            <a:r>
              <a:rPr kumimoji="1" lang="ja-JP" altLang="en-US" sz="800" dirty="0"/>
              <a:t>全</a:t>
            </a:r>
            <a:r>
              <a:rPr kumimoji="1" lang="en-US" altLang="ja-JP" sz="800" dirty="0"/>
              <a:t>119</a:t>
            </a:r>
            <a:r>
              <a:rPr kumimoji="1" lang="ja-JP" altLang="en-US" sz="800" dirty="0"/>
              <a:t>件</a:t>
            </a:r>
          </a:p>
        </p:txBody>
      </p:sp>
      <p:sp>
        <p:nvSpPr>
          <p:cNvPr id="9" name="四角形: 角を丸くする 8">
            <a:extLst>
              <a:ext uri="{FF2B5EF4-FFF2-40B4-BE49-F238E27FC236}">
                <a16:creationId xmlns:a16="http://schemas.microsoft.com/office/drawing/2014/main" id="{2785C3C5-0839-AAC1-15C6-2E9FD1ABF2E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4" name="矢印: 上 3">
            <a:extLst>
              <a:ext uri="{FF2B5EF4-FFF2-40B4-BE49-F238E27FC236}">
                <a16:creationId xmlns:a16="http://schemas.microsoft.com/office/drawing/2014/main" id="{E40236B3-4AE7-3318-E416-9B331ACFE962}"/>
              </a:ext>
            </a:extLst>
          </p:cNvPr>
          <p:cNvSpPr/>
          <p:nvPr/>
        </p:nvSpPr>
        <p:spPr>
          <a:xfrm rot="19449610">
            <a:off x="1889293" y="3274045"/>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A8E36B5C-8DF0-5DF8-3EB1-1BBC9CED7ED6}"/>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32B3D5B5-196D-08DD-24A2-AB476AF21C02}"/>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四角形: 角を丸くする 56">
            <a:extLst>
              <a:ext uri="{FF2B5EF4-FFF2-40B4-BE49-F238E27FC236}">
                <a16:creationId xmlns:a16="http://schemas.microsoft.com/office/drawing/2014/main" id="{BAD85F8A-B8F1-B2B0-4D6D-32A5188D4984}"/>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テキスト ボックス 99">
            <a:extLst>
              <a:ext uri="{FF2B5EF4-FFF2-40B4-BE49-F238E27FC236}">
                <a16:creationId xmlns:a16="http://schemas.microsoft.com/office/drawing/2014/main" id="{5005705F-7124-5141-D33A-D9BE747F7ACD}"/>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01" name="四角形: 角を丸くする 100">
            <a:extLst>
              <a:ext uri="{FF2B5EF4-FFF2-40B4-BE49-F238E27FC236}">
                <a16:creationId xmlns:a16="http://schemas.microsoft.com/office/drawing/2014/main" id="{CB9A8E6C-7E3B-8049-8F03-E3A469DE984E}"/>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テキスト ボックス 101">
            <a:extLst>
              <a:ext uri="{FF2B5EF4-FFF2-40B4-BE49-F238E27FC236}">
                <a16:creationId xmlns:a16="http://schemas.microsoft.com/office/drawing/2014/main" id="{59D4C58A-7193-C04E-02E0-D197C8B657AB}"/>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03" name="四角形: 角を丸くする 102">
            <a:extLst>
              <a:ext uri="{FF2B5EF4-FFF2-40B4-BE49-F238E27FC236}">
                <a16:creationId xmlns:a16="http://schemas.microsoft.com/office/drawing/2014/main" id="{9FDD8EB5-436C-428D-D459-F5FF429D9BB3}"/>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05" name="テキスト ボックス 104">
            <a:extLst>
              <a:ext uri="{FF2B5EF4-FFF2-40B4-BE49-F238E27FC236}">
                <a16:creationId xmlns:a16="http://schemas.microsoft.com/office/drawing/2014/main" id="{5C80AD78-79CA-4075-8421-17E16FC7B2CF}"/>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ポスターを見れる</a:t>
            </a:r>
            <a:endParaRPr lang="en-US" altLang="ja-JP" dirty="0">
              <a:solidFill>
                <a:schemeClr val="bg1"/>
              </a:solidFill>
            </a:endParaRPr>
          </a:p>
        </p:txBody>
      </p:sp>
      <p:sp>
        <p:nvSpPr>
          <p:cNvPr id="5" name="テキスト ボックス 4">
            <a:extLst>
              <a:ext uri="{FF2B5EF4-FFF2-40B4-BE49-F238E27FC236}">
                <a16:creationId xmlns:a16="http://schemas.microsoft.com/office/drawing/2014/main" id="{60B0B19E-0BBA-2064-84A4-AB8F24577ECF}"/>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163579756"/>
      </p:ext>
    </p:extLst>
  </p:cSld>
  <p:clrMapOvr>
    <a:masterClrMapping/>
  </p:clrMapOvr>
  <mc:AlternateContent xmlns:mc="http://schemas.openxmlformats.org/markup-compatibility/2006" xmlns:p14="http://schemas.microsoft.com/office/powerpoint/2010/main">
    <mc:Choice Requires="p14">
      <p:transition p14:dur="10" advClick="0" advTm="100"/>
    </mc:Choice>
    <mc:Fallback xmlns="">
      <p:transition advClick="0" advTm="1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0327-E2F8-4386-5392-DAAF50A1150F}"/>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6A4FD6A-665C-F044-F27A-BCC736B79D49}"/>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34BDA0D1-7E26-7D8E-9931-65D4848ADD09}"/>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307C6D51-39F1-A7AE-36FB-FC2DA49671A0}"/>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F5CF3672-F681-471C-96C8-2DD6ECD4EA4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029EF75F-7499-FB7C-53FF-B5DE2FA02E11}"/>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E5BBFEFB-6D29-9EF0-15A9-DAF6B95B5447}"/>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980F0550-6AE6-2333-F7A9-9E83E8AE7C05}"/>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8260B59D-0D6A-2659-EF8B-A7C36CA85B15}"/>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a:t>
            </a:r>
            <a:r>
              <a:rPr kumimoji="1" lang="ja-JP" altLang="en-US" sz="800" dirty="0"/>
              <a:t>全</a:t>
            </a:r>
            <a:r>
              <a:rPr kumimoji="1" lang="en-US" altLang="ja-JP" sz="800" dirty="0"/>
              <a:t>119</a:t>
            </a:r>
            <a:r>
              <a:rPr kumimoji="1" lang="ja-JP" altLang="en-US" sz="800" dirty="0"/>
              <a:t>件</a:t>
            </a:r>
          </a:p>
        </p:txBody>
      </p:sp>
      <p:sp>
        <p:nvSpPr>
          <p:cNvPr id="103" name="四角形: 角を丸くする 102">
            <a:extLst>
              <a:ext uri="{FF2B5EF4-FFF2-40B4-BE49-F238E27FC236}">
                <a16:creationId xmlns:a16="http://schemas.microsoft.com/office/drawing/2014/main" id="{D76F3E6C-DAEC-D290-D24A-7DC6DF8B1882}"/>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7" name="四角形: 角を丸くする 6">
            <a:extLst>
              <a:ext uri="{FF2B5EF4-FFF2-40B4-BE49-F238E27FC236}">
                <a16:creationId xmlns:a16="http://schemas.microsoft.com/office/drawing/2014/main" id="{681838A3-8D5B-18BA-F55F-C30EA0CE1A4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8" name="四角形: 角を丸くする 57">
            <a:extLst>
              <a:ext uri="{FF2B5EF4-FFF2-40B4-BE49-F238E27FC236}">
                <a16:creationId xmlns:a16="http://schemas.microsoft.com/office/drawing/2014/main" id="{654EBA8C-F4FC-C482-667C-BDD832D4BEC7}"/>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55" name="四角形: 角を丸くする 54">
            <a:extLst>
              <a:ext uri="{FF2B5EF4-FFF2-40B4-BE49-F238E27FC236}">
                <a16:creationId xmlns:a16="http://schemas.microsoft.com/office/drawing/2014/main" id="{5F500250-C771-7334-11D6-4E237FF06187}"/>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72AD16E4-9E54-F38C-DF21-AC154BDB7261}"/>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57" name="四角形: 角を丸くする 56">
            <a:extLst>
              <a:ext uri="{FF2B5EF4-FFF2-40B4-BE49-F238E27FC236}">
                <a16:creationId xmlns:a16="http://schemas.microsoft.com/office/drawing/2014/main" id="{ADF919A4-74E6-1689-4E4B-067440BDED5E}"/>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テキスト ボックス 101">
            <a:extLst>
              <a:ext uri="{FF2B5EF4-FFF2-40B4-BE49-F238E27FC236}">
                <a16:creationId xmlns:a16="http://schemas.microsoft.com/office/drawing/2014/main" id="{09258330-94F0-BFF1-15DA-44A039229C2C}"/>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pic>
        <p:nvPicPr>
          <p:cNvPr id="9" name="図 8">
            <a:extLst>
              <a:ext uri="{FF2B5EF4-FFF2-40B4-BE49-F238E27FC236}">
                <a16:creationId xmlns:a16="http://schemas.microsoft.com/office/drawing/2014/main" id="{CA2AF628-F2F2-406B-3CDF-DD17A7AF4B23}"/>
              </a:ext>
            </a:extLst>
          </p:cNvPr>
          <p:cNvPicPr>
            <a:picLocks noChangeAspect="1"/>
          </p:cNvPicPr>
          <p:nvPr/>
        </p:nvPicPr>
        <p:blipFill>
          <a:blip r:embed="rId3"/>
          <a:stretch>
            <a:fillRect/>
          </a:stretch>
        </p:blipFill>
        <p:spPr>
          <a:xfrm>
            <a:off x="268915" y="761200"/>
            <a:ext cx="11654170" cy="6555471"/>
          </a:xfrm>
          <a:prstGeom prst="rect">
            <a:avLst/>
          </a:prstGeom>
        </p:spPr>
      </p:pic>
      <p:sp>
        <p:nvSpPr>
          <p:cNvPr id="4" name="矢印: 上 3">
            <a:extLst>
              <a:ext uri="{FF2B5EF4-FFF2-40B4-BE49-F238E27FC236}">
                <a16:creationId xmlns:a16="http://schemas.microsoft.com/office/drawing/2014/main" id="{D7971F60-3AAB-5E0F-6041-F31B80566CAC}"/>
              </a:ext>
            </a:extLst>
          </p:cNvPr>
          <p:cNvSpPr/>
          <p:nvPr/>
        </p:nvSpPr>
        <p:spPr>
          <a:xfrm rot="19449610">
            <a:off x="1833860" y="32035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テキスト ボックス 104">
            <a:extLst>
              <a:ext uri="{FF2B5EF4-FFF2-40B4-BE49-F238E27FC236}">
                <a16:creationId xmlns:a16="http://schemas.microsoft.com/office/drawing/2014/main" id="{CA366A29-D409-695B-743B-C45672A62C7D}"/>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ポスターを見れる</a:t>
            </a:r>
            <a:endParaRPr lang="en-US" altLang="ja-JP" dirty="0">
              <a:solidFill>
                <a:schemeClr val="bg1"/>
              </a:solidFill>
            </a:endParaRPr>
          </a:p>
        </p:txBody>
      </p:sp>
      <p:sp>
        <p:nvSpPr>
          <p:cNvPr id="15" name="正方形/長方形 14">
            <a:extLst>
              <a:ext uri="{FF2B5EF4-FFF2-40B4-BE49-F238E27FC236}">
                <a16:creationId xmlns:a16="http://schemas.microsoft.com/office/drawing/2014/main" id="{547A37B4-9196-8CD7-B1D6-D5C4F989346E}"/>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0301E58-9388-B67E-6EE1-C2358E7B24C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6834549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8D71-0B8B-E447-348C-2469696E6597}"/>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D76FAF33-7442-4800-CDC5-58A1C4DEAAAE}"/>
              </a:ext>
            </a:extLst>
          </p:cNvPr>
          <p:cNvSpPr>
            <a:spLocks/>
          </p:cNvSpPr>
          <p:nvPr/>
        </p:nvSpPr>
        <p:spPr>
          <a:xfrm>
            <a:off x="262473" y="761202"/>
            <a:ext cx="3994956"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0" name="グループ化 79">
            <a:extLst>
              <a:ext uri="{FF2B5EF4-FFF2-40B4-BE49-F238E27FC236}">
                <a16:creationId xmlns:a16="http://schemas.microsoft.com/office/drawing/2014/main" id="{36646303-9C36-684C-85CA-0B9198B869FD}"/>
              </a:ext>
            </a:extLst>
          </p:cNvPr>
          <p:cNvGrpSpPr/>
          <p:nvPr/>
        </p:nvGrpSpPr>
        <p:grpSpPr>
          <a:xfrm>
            <a:off x="436243" y="6263843"/>
            <a:ext cx="3613741" cy="1065978"/>
            <a:chOff x="4276723" y="6065723"/>
            <a:chExt cx="3613741" cy="1065978"/>
          </a:xfrm>
        </p:grpSpPr>
        <p:sp>
          <p:nvSpPr>
            <p:cNvPr id="73" name="四角形: 角を丸くする 72">
              <a:extLst>
                <a:ext uri="{FF2B5EF4-FFF2-40B4-BE49-F238E27FC236}">
                  <a16:creationId xmlns:a16="http://schemas.microsoft.com/office/drawing/2014/main" id="{6709A9CA-C6EB-8780-BE8A-13E7EE246F14}"/>
                </a:ext>
              </a:extLst>
            </p:cNvPr>
            <p:cNvSpPr/>
            <p:nvPr/>
          </p:nvSpPr>
          <p:spPr>
            <a:xfrm>
              <a:off x="4276723" y="6065723"/>
              <a:ext cx="3613741" cy="1065978"/>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74" name="四角形: 角を丸くする 73">
              <a:extLst>
                <a:ext uri="{FF2B5EF4-FFF2-40B4-BE49-F238E27FC236}">
                  <a16:creationId xmlns:a16="http://schemas.microsoft.com/office/drawing/2014/main" id="{31B31EE2-F552-F079-F6ED-88854A012069}"/>
                </a:ext>
              </a:extLst>
            </p:cNvPr>
            <p:cNvSpPr/>
            <p:nvPr/>
          </p:nvSpPr>
          <p:spPr>
            <a:xfrm>
              <a:off x="4362749" y="611041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75" name="四角形: 角を丸くする 74">
              <a:extLst>
                <a:ext uri="{FF2B5EF4-FFF2-40B4-BE49-F238E27FC236}">
                  <a16:creationId xmlns:a16="http://schemas.microsoft.com/office/drawing/2014/main" id="{BD8B0286-CC79-3947-C5AA-D234776904C4}"/>
                </a:ext>
              </a:extLst>
            </p:cNvPr>
            <p:cNvSpPr/>
            <p:nvPr/>
          </p:nvSpPr>
          <p:spPr>
            <a:xfrm>
              <a:off x="5015135" y="610426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76" name="四角形: 角を丸くする 75">
              <a:extLst>
                <a:ext uri="{FF2B5EF4-FFF2-40B4-BE49-F238E27FC236}">
                  <a16:creationId xmlns:a16="http://schemas.microsoft.com/office/drawing/2014/main" id="{E4A36C52-907D-244B-E270-452BEA9301D4}"/>
                </a:ext>
              </a:extLst>
            </p:cNvPr>
            <p:cNvSpPr/>
            <p:nvPr/>
          </p:nvSpPr>
          <p:spPr>
            <a:xfrm>
              <a:off x="5640815" y="610292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grpSp>
      <p:grpSp>
        <p:nvGrpSpPr>
          <p:cNvPr id="77" name="グループ化 76">
            <a:extLst>
              <a:ext uri="{FF2B5EF4-FFF2-40B4-BE49-F238E27FC236}">
                <a16:creationId xmlns:a16="http://schemas.microsoft.com/office/drawing/2014/main" id="{5CF52B3C-1794-3284-FAC3-433B4372571B}"/>
              </a:ext>
            </a:extLst>
          </p:cNvPr>
          <p:cNvGrpSpPr/>
          <p:nvPr/>
        </p:nvGrpSpPr>
        <p:grpSpPr>
          <a:xfrm>
            <a:off x="436245" y="2761164"/>
            <a:ext cx="3638550" cy="1065977"/>
            <a:chOff x="4276725" y="2563044"/>
            <a:chExt cx="3638550" cy="1065977"/>
          </a:xfrm>
        </p:grpSpPr>
        <p:sp>
          <p:nvSpPr>
            <p:cNvPr id="14" name="四角形: 角を丸くする 13">
              <a:extLst>
                <a:ext uri="{FF2B5EF4-FFF2-40B4-BE49-F238E27FC236}">
                  <a16:creationId xmlns:a16="http://schemas.microsoft.com/office/drawing/2014/main" id="{7677AEE9-4CD7-D4FF-0D19-A8F8A3FCC974}"/>
                </a:ext>
              </a:extLst>
            </p:cNvPr>
            <p:cNvSpPr/>
            <p:nvPr/>
          </p:nvSpPr>
          <p:spPr>
            <a:xfrm>
              <a:off x="4276725" y="2563044"/>
              <a:ext cx="3638550" cy="106597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A9206316-7AB2-697B-B923-FAC5FBAE9BF4}"/>
                </a:ext>
              </a:extLst>
            </p:cNvPr>
            <p:cNvSpPr/>
            <p:nvPr/>
          </p:nvSpPr>
          <p:spPr>
            <a:xfrm>
              <a:off x="4364576" y="262998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CF4A9E58-F402-24DA-E140-B62857050E5C}"/>
                </a:ext>
              </a:extLst>
            </p:cNvPr>
            <p:cNvSpPr/>
            <p:nvPr/>
          </p:nvSpPr>
          <p:spPr>
            <a:xfrm>
              <a:off x="5015135" y="2629979"/>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grpSp>
      <p:grpSp>
        <p:nvGrpSpPr>
          <p:cNvPr id="78" name="グループ化 77">
            <a:extLst>
              <a:ext uri="{FF2B5EF4-FFF2-40B4-BE49-F238E27FC236}">
                <a16:creationId xmlns:a16="http://schemas.microsoft.com/office/drawing/2014/main" id="{DFD806CB-5FC7-4797-DB82-4921A386354D}"/>
              </a:ext>
            </a:extLst>
          </p:cNvPr>
          <p:cNvGrpSpPr/>
          <p:nvPr/>
        </p:nvGrpSpPr>
        <p:grpSpPr>
          <a:xfrm>
            <a:off x="436243" y="3930597"/>
            <a:ext cx="3613742" cy="1065977"/>
            <a:chOff x="4276723" y="3732477"/>
            <a:chExt cx="3613742" cy="1065977"/>
          </a:xfrm>
        </p:grpSpPr>
        <p:sp>
          <p:nvSpPr>
            <p:cNvPr id="17" name="四角形: 角を丸くする 16">
              <a:extLst>
                <a:ext uri="{FF2B5EF4-FFF2-40B4-BE49-F238E27FC236}">
                  <a16:creationId xmlns:a16="http://schemas.microsoft.com/office/drawing/2014/main" id="{A6FCD5FB-6E62-CAD3-B933-547335C12107}"/>
                </a:ext>
              </a:extLst>
            </p:cNvPr>
            <p:cNvSpPr/>
            <p:nvPr/>
          </p:nvSpPr>
          <p:spPr>
            <a:xfrm>
              <a:off x="4276723" y="3732477"/>
              <a:ext cx="3613742" cy="106597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8B108E04-1E86-C15A-B9A9-945DE57C8B34}"/>
                </a:ext>
              </a:extLst>
            </p:cNvPr>
            <p:cNvSpPr/>
            <p:nvPr/>
          </p:nvSpPr>
          <p:spPr>
            <a:xfrm>
              <a:off x="4364576" y="379861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 name="四角形: 角を丸くする 18">
              <a:extLst>
                <a:ext uri="{FF2B5EF4-FFF2-40B4-BE49-F238E27FC236}">
                  <a16:creationId xmlns:a16="http://schemas.microsoft.com/office/drawing/2014/main" id="{A8D2093A-B72A-0FDF-51BD-C9E89CC6E1EB}"/>
                </a:ext>
              </a:extLst>
            </p:cNvPr>
            <p:cNvSpPr/>
            <p:nvPr/>
          </p:nvSpPr>
          <p:spPr>
            <a:xfrm>
              <a:off x="5015135" y="379399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grpSp>
      <p:grpSp>
        <p:nvGrpSpPr>
          <p:cNvPr id="79" name="グループ化 78">
            <a:extLst>
              <a:ext uri="{FF2B5EF4-FFF2-40B4-BE49-F238E27FC236}">
                <a16:creationId xmlns:a16="http://schemas.microsoft.com/office/drawing/2014/main" id="{B5DBE59F-FA8E-B718-A76F-940669EB3948}"/>
              </a:ext>
            </a:extLst>
          </p:cNvPr>
          <p:cNvGrpSpPr/>
          <p:nvPr/>
        </p:nvGrpSpPr>
        <p:grpSpPr>
          <a:xfrm>
            <a:off x="423838" y="5094409"/>
            <a:ext cx="3638552" cy="1065977"/>
            <a:chOff x="4264318" y="4896289"/>
            <a:chExt cx="3638552" cy="1065977"/>
          </a:xfrm>
        </p:grpSpPr>
        <p:sp>
          <p:nvSpPr>
            <p:cNvPr id="20" name="四角形: 角を丸くする 19">
              <a:extLst>
                <a:ext uri="{FF2B5EF4-FFF2-40B4-BE49-F238E27FC236}">
                  <a16:creationId xmlns:a16="http://schemas.microsoft.com/office/drawing/2014/main" id="{2DD57944-8466-6824-6F23-EB2E7A1DAE37}"/>
                </a:ext>
              </a:extLst>
            </p:cNvPr>
            <p:cNvSpPr/>
            <p:nvPr/>
          </p:nvSpPr>
          <p:spPr>
            <a:xfrm>
              <a:off x="4264318" y="4896289"/>
              <a:ext cx="3638552" cy="106597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21" name="四角形: 角を丸くする 20">
              <a:extLst>
                <a:ext uri="{FF2B5EF4-FFF2-40B4-BE49-F238E27FC236}">
                  <a16:creationId xmlns:a16="http://schemas.microsoft.com/office/drawing/2014/main" id="{0909CF9B-0300-D910-1852-80FE4019C2BE}"/>
                </a:ext>
              </a:extLst>
            </p:cNvPr>
            <p:cNvSpPr/>
            <p:nvPr/>
          </p:nvSpPr>
          <p:spPr>
            <a:xfrm>
              <a:off x="4364576" y="494783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54" name="四角形: 角を丸くする 53">
              <a:extLst>
                <a:ext uri="{FF2B5EF4-FFF2-40B4-BE49-F238E27FC236}">
                  <a16:creationId xmlns:a16="http://schemas.microsoft.com/office/drawing/2014/main" id="{4FFEC20C-E00E-87A8-D577-15A40D286535}"/>
                </a:ext>
              </a:extLst>
            </p:cNvPr>
            <p:cNvSpPr/>
            <p:nvPr/>
          </p:nvSpPr>
          <p:spPr>
            <a:xfrm>
              <a:off x="5015135" y="494783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grpSp>
      <p:sp>
        <p:nvSpPr>
          <p:cNvPr id="12" name="正方形/長方形 11">
            <a:extLst>
              <a:ext uri="{FF2B5EF4-FFF2-40B4-BE49-F238E27FC236}">
                <a16:creationId xmlns:a16="http://schemas.microsoft.com/office/drawing/2014/main" id="{FF784268-3D3C-7857-F3C3-192972B057C5}"/>
              </a:ext>
            </a:extLst>
          </p:cNvPr>
          <p:cNvSpPr/>
          <p:nvPr/>
        </p:nvSpPr>
        <p:spPr>
          <a:xfrm>
            <a:off x="262472" y="777433"/>
            <a:ext cx="3994956" cy="1880274"/>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3F8BE0F7-3234-DB38-BD67-4F093464B527}"/>
              </a:ext>
            </a:extLst>
          </p:cNvPr>
          <p:cNvSpPr/>
          <p:nvPr/>
        </p:nvSpPr>
        <p:spPr>
          <a:xfrm>
            <a:off x="262474" y="761201"/>
            <a:ext cx="3994956" cy="1880274"/>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4EF4D3DA-AFD3-1826-2A90-9555BD599918}"/>
              </a:ext>
            </a:extLst>
          </p:cNvPr>
          <p:cNvSpPr txBox="1"/>
          <p:nvPr/>
        </p:nvSpPr>
        <p:spPr>
          <a:xfrm>
            <a:off x="317183" y="1270591"/>
            <a:ext cx="3888477" cy="1200329"/>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a:t>
            </a:r>
            <a:endParaRPr lang="en-US" altLang="ja-JP" sz="1200" dirty="0"/>
          </a:p>
          <a:p>
            <a:r>
              <a:rPr lang="ja-JP" altLang="en-US" sz="1200" dirty="0"/>
              <a:t>▢健康 ▢工学 ▢国際 ▢情報 ▢人権 ▢数学</a:t>
            </a:r>
            <a:endParaRPr lang="en-US" altLang="ja-JP" sz="1200" dirty="0"/>
          </a:p>
          <a:p>
            <a:r>
              <a:rPr lang="ja-JP" altLang="en-US" sz="1200" dirty="0"/>
              <a:t>▢スポーツ ▢生物 ▢福祉 ▢物理 ▢文化 ▢歴史</a:t>
            </a:r>
            <a:endParaRPr lang="en-US" altLang="ja-JP" sz="1200" dirty="0"/>
          </a:p>
          <a:p>
            <a:r>
              <a:rPr lang="ja-JP" altLang="en-US" sz="1200" dirty="0"/>
              <a:t>▢その他</a:t>
            </a:r>
            <a:endParaRPr lang="en-US" altLang="ja-JP" sz="1200" dirty="0"/>
          </a:p>
        </p:txBody>
      </p:sp>
      <p:sp>
        <p:nvSpPr>
          <p:cNvPr id="7" name="四角形: 角を丸くする 6">
            <a:extLst>
              <a:ext uri="{FF2B5EF4-FFF2-40B4-BE49-F238E27FC236}">
                <a16:creationId xmlns:a16="http://schemas.microsoft.com/office/drawing/2014/main" id="{6872010D-EDA7-7259-658E-FDF4685E8B71}"/>
              </a:ext>
            </a:extLst>
          </p:cNvPr>
          <p:cNvSpPr/>
          <p:nvPr/>
        </p:nvSpPr>
        <p:spPr>
          <a:xfrm>
            <a:off x="317183" y="880888"/>
            <a:ext cx="3529012"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D1BD0A09-F348-7294-84AA-4A8CD9942A7D}"/>
              </a:ext>
            </a:extLst>
          </p:cNvPr>
          <p:cNvSpPr/>
          <p:nvPr/>
        </p:nvSpPr>
        <p:spPr>
          <a:xfrm>
            <a:off x="3894310" y="880887"/>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9" name="四角形: 角を丸くする 8">
            <a:extLst>
              <a:ext uri="{FF2B5EF4-FFF2-40B4-BE49-F238E27FC236}">
                <a16:creationId xmlns:a16="http://schemas.microsoft.com/office/drawing/2014/main" id="{03A1BBE9-F63D-02A0-D352-0BBA5B5B56FB}"/>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1" name="テキスト ボックス 80">
            <a:extLst>
              <a:ext uri="{FF2B5EF4-FFF2-40B4-BE49-F238E27FC236}">
                <a16:creationId xmlns:a16="http://schemas.microsoft.com/office/drawing/2014/main" id="{3A934F26-9C08-4BBA-1EAB-8440FA5C88C4}"/>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レスポンシブデザイン対応</a:t>
            </a:r>
            <a:endParaRPr lang="en-US" altLang="ja-JP" dirty="0">
              <a:solidFill>
                <a:schemeClr val="bg1"/>
              </a:solidFill>
            </a:endParaRPr>
          </a:p>
        </p:txBody>
      </p:sp>
      <p:sp>
        <p:nvSpPr>
          <p:cNvPr id="83" name="四角形: 角を丸くする 82">
            <a:extLst>
              <a:ext uri="{FF2B5EF4-FFF2-40B4-BE49-F238E27FC236}">
                <a16:creationId xmlns:a16="http://schemas.microsoft.com/office/drawing/2014/main" id="{EEEB79D7-9A0F-1635-6368-E145E7B950EC}"/>
              </a:ext>
            </a:extLst>
          </p:cNvPr>
          <p:cNvSpPr/>
          <p:nvPr/>
        </p:nvSpPr>
        <p:spPr>
          <a:xfrm>
            <a:off x="-33153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4" name="四角形: 角を丸くする 83">
            <a:extLst>
              <a:ext uri="{FF2B5EF4-FFF2-40B4-BE49-F238E27FC236}">
                <a16:creationId xmlns:a16="http://schemas.microsoft.com/office/drawing/2014/main" id="{12C01E90-F80B-CCFC-4D0B-9CC6DBDF42B1}"/>
              </a:ext>
            </a:extLst>
          </p:cNvPr>
          <p:cNvSpPr/>
          <p:nvPr/>
        </p:nvSpPr>
        <p:spPr>
          <a:xfrm>
            <a:off x="12320238"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85" name="四角形: 角を丸くする 84">
            <a:extLst>
              <a:ext uri="{FF2B5EF4-FFF2-40B4-BE49-F238E27FC236}">
                <a16:creationId xmlns:a16="http://schemas.microsoft.com/office/drawing/2014/main" id="{1CFA6F67-8949-3614-7257-A302BCA4CB22}"/>
              </a:ext>
            </a:extLst>
          </p:cNvPr>
          <p:cNvSpPr/>
          <p:nvPr/>
        </p:nvSpPr>
        <p:spPr>
          <a:xfrm>
            <a:off x="14015688"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86" name="四角形: 角を丸くする 85">
            <a:extLst>
              <a:ext uri="{FF2B5EF4-FFF2-40B4-BE49-F238E27FC236}">
                <a16:creationId xmlns:a16="http://schemas.microsoft.com/office/drawing/2014/main" id="{D2EBEA2F-4F08-FB4A-C4BF-FD579BC31B37}"/>
              </a:ext>
            </a:extLst>
          </p:cNvPr>
          <p:cNvSpPr/>
          <p:nvPr/>
        </p:nvSpPr>
        <p:spPr>
          <a:xfrm>
            <a:off x="-16198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3" name="テキスト ボックス 2">
            <a:extLst>
              <a:ext uri="{FF2B5EF4-FFF2-40B4-BE49-F238E27FC236}">
                <a16:creationId xmlns:a16="http://schemas.microsoft.com/office/drawing/2014/main" id="{024B7632-54E1-840D-8F48-FA48026BA2BD}"/>
              </a:ext>
            </a:extLst>
          </p:cNvPr>
          <p:cNvSpPr txBox="1"/>
          <p:nvPr/>
        </p:nvSpPr>
        <p:spPr>
          <a:xfrm>
            <a:off x="3080004" y="241401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4" name="正方形/長方形 3">
            <a:extLst>
              <a:ext uri="{FF2B5EF4-FFF2-40B4-BE49-F238E27FC236}">
                <a16:creationId xmlns:a16="http://schemas.microsoft.com/office/drawing/2014/main" id="{68CABD47-907E-0F36-0C11-45DFAC660843}"/>
              </a:ext>
            </a:extLst>
          </p:cNvPr>
          <p:cNvSpPr>
            <a:spLocks/>
          </p:cNvSpPr>
          <p:nvPr/>
        </p:nvSpPr>
        <p:spPr>
          <a:xfrm>
            <a:off x="4641904" y="761201"/>
            <a:ext cx="7346864"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DD248564-2C22-D466-2435-5CA62B277E70}"/>
              </a:ext>
            </a:extLst>
          </p:cNvPr>
          <p:cNvGrpSpPr/>
          <p:nvPr/>
        </p:nvGrpSpPr>
        <p:grpSpPr>
          <a:xfrm>
            <a:off x="8198190" y="3753247"/>
            <a:ext cx="3613741" cy="1595250"/>
            <a:chOff x="4276723" y="6051832"/>
            <a:chExt cx="3613741" cy="1595250"/>
          </a:xfrm>
        </p:grpSpPr>
        <p:sp>
          <p:nvSpPr>
            <p:cNvPr id="10" name="四角形: 角を丸くする 9">
              <a:extLst>
                <a:ext uri="{FF2B5EF4-FFF2-40B4-BE49-F238E27FC236}">
                  <a16:creationId xmlns:a16="http://schemas.microsoft.com/office/drawing/2014/main" id="{736FEDBB-DAE1-BC8D-995D-F8C686C3E332}"/>
                </a:ext>
              </a:extLst>
            </p:cNvPr>
            <p:cNvSpPr/>
            <p:nvPr/>
          </p:nvSpPr>
          <p:spPr>
            <a:xfrm>
              <a:off x="4276723" y="6051832"/>
              <a:ext cx="3613741" cy="1595250"/>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2" name="四角形: 角を丸くする 21">
              <a:extLst>
                <a:ext uri="{FF2B5EF4-FFF2-40B4-BE49-F238E27FC236}">
                  <a16:creationId xmlns:a16="http://schemas.microsoft.com/office/drawing/2014/main" id="{8227582D-71DA-B003-5529-82F24D8B5C99}"/>
                </a:ext>
              </a:extLst>
            </p:cNvPr>
            <p:cNvSpPr/>
            <p:nvPr/>
          </p:nvSpPr>
          <p:spPr>
            <a:xfrm>
              <a:off x="4364574" y="621000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3" name="四角形: 角を丸くする 22">
              <a:extLst>
                <a:ext uri="{FF2B5EF4-FFF2-40B4-BE49-F238E27FC236}">
                  <a16:creationId xmlns:a16="http://schemas.microsoft.com/office/drawing/2014/main" id="{65203FF9-3AB1-6F4F-B084-92680312DB22}"/>
                </a:ext>
              </a:extLst>
            </p:cNvPr>
            <p:cNvSpPr/>
            <p:nvPr/>
          </p:nvSpPr>
          <p:spPr>
            <a:xfrm>
              <a:off x="5015134" y="621000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4" name="四角形: 角を丸くする 23">
              <a:extLst>
                <a:ext uri="{FF2B5EF4-FFF2-40B4-BE49-F238E27FC236}">
                  <a16:creationId xmlns:a16="http://schemas.microsoft.com/office/drawing/2014/main" id="{3D0E22A8-C423-7DFB-FFF0-D4B7C987A258}"/>
                </a:ext>
              </a:extLst>
            </p:cNvPr>
            <p:cNvSpPr/>
            <p:nvPr/>
          </p:nvSpPr>
          <p:spPr>
            <a:xfrm>
              <a:off x="5659388" y="621000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grpSp>
      <p:grpSp>
        <p:nvGrpSpPr>
          <p:cNvPr id="25" name="グループ化 24">
            <a:extLst>
              <a:ext uri="{FF2B5EF4-FFF2-40B4-BE49-F238E27FC236}">
                <a16:creationId xmlns:a16="http://schemas.microsoft.com/office/drawing/2014/main" id="{008F9B5F-BDBA-B385-BC4B-92CD12683F10}"/>
              </a:ext>
            </a:extLst>
          </p:cNvPr>
          <p:cNvGrpSpPr/>
          <p:nvPr/>
        </p:nvGrpSpPr>
        <p:grpSpPr>
          <a:xfrm>
            <a:off x="4736408" y="2124717"/>
            <a:ext cx="3241732" cy="1468655"/>
            <a:chOff x="4276725" y="2563043"/>
            <a:chExt cx="3241732" cy="1468655"/>
          </a:xfrm>
        </p:grpSpPr>
        <p:sp>
          <p:nvSpPr>
            <p:cNvPr id="26" name="四角形: 角を丸くする 25">
              <a:extLst>
                <a:ext uri="{FF2B5EF4-FFF2-40B4-BE49-F238E27FC236}">
                  <a16:creationId xmlns:a16="http://schemas.microsoft.com/office/drawing/2014/main" id="{6973889E-E12D-C45C-8EDA-9926E390EFFC}"/>
                </a:ext>
              </a:extLst>
            </p:cNvPr>
            <p:cNvSpPr/>
            <p:nvPr/>
          </p:nvSpPr>
          <p:spPr>
            <a:xfrm>
              <a:off x="4276725" y="2563043"/>
              <a:ext cx="3241732" cy="1468655"/>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7" name="四角形: 角を丸くする 26">
              <a:extLst>
                <a:ext uri="{FF2B5EF4-FFF2-40B4-BE49-F238E27FC236}">
                  <a16:creationId xmlns:a16="http://schemas.microsoft.com/office/drawing/2014/main" id="{7E0F9EFD-168D-4766-9414-C5FA178A8119}"/>
                </a:ext>
              </a:extLst>
            </p:cNvPr>
            <p:cNvSpPr/>
            <p:nvPr/>
          </p:nvSpPr>
          <p:spPr>
            <a:xfrm>
              <a:off x="4355991" y="271658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8" name="四角形: 角を丸くする 27">
              <a:extLst>
                <a:ext uri="{FF2B5EF4-FFF2-40B4-BE49-F238E27FC236}">
                  <a16:creationId xmlns:a16="http://schemas.microsoft.com/office/drawing/2014/main" id="{E68248E6-6CAB-DD0E-1965-45E9255A4CF7}"/>
                </a:ext>
              </a:extLst>
            </p:cNvPr>
            <p:cNvSpPr/>
            <p:nvPr/>
          </p:nvSpPr>
          <p:spPr>
            <a:xfrm>
              <a:off x="5004725" y="271658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grpSp>
      <p:grpSp>
        <p:nvGrpSpPr>
          <p:cNvPr id="29" name="グループ化 28">
            <a:extLst>
              <a:ext uri="{FF2B5EF4-FFF2-40B4-BE49-F238E27FC236}">
                <a16:creationId xmlns:a16="http://schemas.microsoft.com/office/drawing/2014/main" id="{79BCC2A4-9788-FBCF-C804-E8243B5F9E63}"/>
              </a:ext>
            </a:extLst>
          </p:cNvPr>
          <p:cNvGrpSpPr/>
          <p:nvPr/>
        </p:nvGrpSpPr>
        <p:grpSpPr>
          <a:xfrm>
            <a:off x="8198189" y="2124718"/>
            <a:ext cx="3613742" cy="1468654"/>
            <a:chOff x="4276723" y="3732477"/>
            <a:chExt cx="3613742" cy="1468654"/>
          </a:xfrm>
        </p:grpSpPr>
        <p:sp>
          <p:nvSpPr>
            <p:cNvPr id="30" name="四角形: 角を丸くする 29">
              <a:extLst>
                <a:ext uri="{FF2B5EF4-FFF2-40B4-BE49-F238E27FC236}">
                  <a16:creationId xmlns:a16="http://schemas.microsoft.com/office/drawing/2014/main" id="{5920509F-DCA0-9908-3F27-749E5FAE29F8}"/>
                </a:ext>
              </a:extLst>
            </p:cNvPr>
            <p:cNvSpPr/>
            <p:nvPr/>
          </p:nvSpPr>
          <p:spPr>
            <a:xfrm>
              <a:off x="4276723" y="3732477"/>
              <a:ext cx="3613742" cy="1468654"/>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5D0830CE-15AE-ADBF-1C7A-0E4644164BA1}"/>
                </a:ext>
              </a:extLst>
            </p:cNvPr>
            <p:cNvSpPr/>
            <p:nvPr/>
          </p:nvSpPr>
          <p:spPr>
            <a:xfrm>
              <a:off x="4364575" y="388601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BF03DDF9-4C8E-DEE4-B226-790A545079D0}"/>
                </a:ext>
              </a:extLst>
            </p:cNvPr>
            <p:cNvSpPr/>
            <p:nvPr/>
          </p:nvSpPr>
          <p:spPr>
            <a:xfrm>
              <a:off x="5015135" y="388601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grpSp>
      <p:grpSp>
        <p:nvGrpSpPr>
          <p:cNvPr id="33" name="グループ化 32">
            <a:extLst>
              <a:ext uri="{FF2B5EF4-FFF2-40B4-BE49-F238E27FC236}">
                <a16:creationId xmlns:a16="http://schemas.microsoft.com/office/drawing/2014/main" id="{97A71AD3-1420-2B94-1FEA-1301CA606797}"/>
              </a:ext>
            </a:extLst>
          </p:cNvPr>
          <p:cNvGrpSpPr/>
          <p:nvPr/>
        </p:nvGrpSpPr>
        <p:grpSpPr>
          <a:xfrm>
            <a:off x="4736408" y="3757800"/>
            <a:ext cx="3241732" cy="1595250"/>
            <a:chOff x="4264318" y="4896289"/>
            <a:chExt cx="3241732" cy="1595250"/>
          </a:xfrm>
        </p:grpSpPr>
        <p:sp>
          <p:nvSpPr>
            <p:cNvPr id="34" name="四角形: 角を丸くする 33">
              <a:extLst>
                <a:ext uri="{FF2B5EF4-FFF2-40B4-BE49-F238E27FC236}">
                  <a16:creationId xmlns:a16="http://schemas.microsoft.com/office/drawing/2014/main" id="{9E47055C-49D4-8BB4-702E-25A98C82977C}"/>
                </a:ext>
              </a:extLst>
            </p:cNvPr>
            <p:cNvSpPr/>
            <p:nvPr/>
          </p:nvSpPr>
          <p:spPr>
            <a:xfrm>
              <a:off x="4264318" y="4896289"/>
              <a:ext cx="3241732" cy="1595250"/>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35" name="四角形: 角を丸くする 34">
              <a:extLst>
                <a:ext uri="{FF2B5EF4-FFF2-40B4-BE49-F238E27FC236}">
                  <a16:creationId xmlns:a16="http://schemas.microsoft.com/office/drawing/2014/main" id="{4E7962FF-3D8A-4C9C-5635-7EFFCCD6A28B}"/>
                </a:ext>
              </a:extLst>
            </p:cNvPr>
            <p:cNvSpPr/>
            <p:nvPr/>
          </p:nvSpPr>
          <p:spPr>
            <a:xfrm>
              <a:off x="4358373" y="504993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6" name="四角形: 角を丸くする 35">
              <a:extLst>
                <a:ext uri="{FF2B5EF4-FFF2-40B4-BE49-F238E27FC236}">
                  <a16:creationId xmlns:a16="http://schemas.microsoft.com/office/drawing/2014/main" id="{02C479A1-1E14-8D7E-F9C8-22FF51CF5BAC}"/>
                </a:ext>
              </a:extLst>
            </p:cNvPr>
            <p:cNvSpPr/>
            <p:nvPr/>
          </p:nvSpPr>
          <p:spPr>
            <a:xfrm>
              <a:off x="5015136" y="504991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grpSp>
      <p:sp>
        <p:nvSpPr>
          <p:cNvPr id="37" name="正方形/長方形 36">
            <a:extLst>
              <a:ext uri="{FF2B5EF4-FFF2-40B4-BE49-F238E27FC236}">
                <a16:creationId xmlns:a16="http://schemas.microsoft.com/office/drawing/2014/main" id="{A169DFE1-0FF8-9678-7D84-CF6647EE733F}"/>
              </a:ext>
            </a:extLst>
          </p:cNvPr>
          <p:cNvSpPr/>
          <p:nvPr/>
        </p:nvSpPr>
        <p:spPr>
          <a:xfrm>
            <a:off x="4641902" y="777433"/>
            <a:ext cx="7346863" cy="1238984"/>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正方形/長方形 37">
            <a:extLst>
              <a:ext uri="{FF2B5EF4-FFF2-40B4-BE49-F238E27FC236}">
                <a16:creationId xmlns:a16="http://schemas.microsoft.com/office/drawing/2014/main" id="{6BE32AC0-FEEE-4B65-773A-B0C26C1D3DF5}"/>
              </a:ext>
            </a:extLst>
          </p:cNvPr>
          <p:cNvSpPr/>
          <p:nvPr/>
        </p:nvSpPr>
        <p:spPr>
          <a:xfrm>
            <a:off x="4641905" y="761200"/>
            <a:ext cx="7346860" cy="1238984"/>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テキスト ボックス 38">
            <a:extLst>
              <a:ext uri="{FF2B5EF4-FFF2-40B4-BE49-F238E27FC236}">
                <a16:creationId xmlns:a16="http://schemas.microsoft.com/office/drawing/2014/main" id="{D98374D1-74F3-8180-EC72-1DC134899787}"/>
              </a:ext>
            </a:extLst>
          </p:cNvPr>
          <p:cNvSpPr txBox="1"/>
          <p:nvPr/>
        </p:nvSpPr>
        <p:spPr>
          <a:xfrm>
            <a:off x="4696614" y="1270590"/>
            <a:ext cx="7232912" cy="646331"/>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a:t>
            </a:r>
            <a:r>
              <a:rPr lang="en-US" altLang="ja-JP" sz="1200" dirty="0"/>
              <a:t> </a:t>
            </a:r>
            <a:r>
              <a:rPr lang="ja-JP" altLang="en-US" sz="1200" dirty="0"/>
              <a:t>▢健康 ▢工学 ▢国際 ▢情報 ▢人権 ▢数学</a:t>
            </a:r>
            <a:r>
              <a:rPr lang="en-US" altLang="ja-JP" sz="1200" dirty="0"/>
              <a:t> </a:t>
            </a:r>
          </a:p>
          <a:p>
            <a:r>
              <a:rPr lang="ja-JP" altLang="en-US" sz="1200" dirty="0"/>
              <a:t>▢スポーツ ▢生物 ▢福祉 ▢物理 ▢文化 ▢歴史</a:t>
            </a:r>
            <a:r>
              <a:rPr lang="en-US" altLang="ja-JP" sz="1200" dirty="0"/>
              <a:t> </a:t>
            </a:r>
            <a:r>
              <a:rPr lang="ja-JP" altLang="en-US" sz="1200" dirty="0"/>
              <a:t>▢その他</a:t>
            </a:r>
            <a:endParaRPr lang="en-US" altLang="ja-JP" sz="1200" dirty="0"/>
          </a:p>
        </p:txBody>
      </p:sp>
      <p:sp>
        <p:nvSpPr>
          <p:cNvPr id="40" name="四角形: 角を丸くする 39">
            <a:extLst>
              <a:ext uri="{FF2B5EF4-FFF2-40B4-BE49-F238E27FC236}">
                <a16:creationId xmlns:a16="http://schemas.microsoft.com/office/drawing/2014/main" id="{7C9B7181-ADB1-1296-0346-1C98883A231D}"/>
              </a:ext>
            </a:extLst>
          </p:cNvPr>
          <p:cNvSpPr/>
          <p:nvPr/>
        </p:nvSpPr>
        <p:spPr>
          <a:xfrm>
            <a:off x="4696613" y="880887"/>
            <a:ext cx="6862323"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41" name="四角形: 角を丸くする 40">
            <a:extLst>
              <a:ext uri="{FF2B5EF4-FFF2-40B4-BE49-F238E27FC236}">
                <a16:creationId xmlns:a16="http://schemas.microsoft.com/office/drawing/2014/main" id="{76E437A6-A178-5264-5BB0-0AF8F475B3A4}"/>
              </a:ext>
            </a:extLst>
          </p:cNvPr>
          <p:cNvSpPr/>
          <p:nvPr/>
        </p:nvSpPr>
        <p:spPr>
          <a:xfrm>
            <a:off x="11618176" y="880886"/>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42" name="テキスト ボックス 41">
            <a:extLst>
              <a:ext uri="{FF2B5EF4-FFF2-40B4-BE49-F238E27FC236}">
                <a16:creationId xmlns:a16="http://schemas.microsoft.com/office/drawing/2014/main" id="{B0128AA1-7986-C8A0-ECDA-441BB0EFED4B}"/>
              </a:ext>
            </a:extLst>
          </p:cNvPr>
          <p:cNvSpPr txBox="1"/>
          <p:nvPr/>
        </p:nvSpPr>
        <p:spPr>
          <a:xfrm>
            <a:off x="10773453" y="1809199"/>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43" name="四角形: 角を丸くする 42">
            <a:extLst>
              <a:ext uri="{FF2B5EF4-FFF2-40B4-BE49-F238E27FC236}">
                <a16:creationId xmlns:a16="http://schemas.microsoft.com/office/drawing/2014/main" id="{AC4769F6-4451-DFF1-81E8-602A465A68FC}"/>
              </a:ext>
            </a:extLst>
          </p:cNvPr>
          <p:cNvSpPr/>
          <p:nvPr/>
        </p:nvSpPr>
        <p:spPr>
          <a:xfrm>
            <a:off x="4736407" y="5506672"/>
            <a:ext cx="3241731"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44" name="四角形: 角を丸くする 43">
            <a:extLst>
              <a:ext uri="{FF2B5EF4-FFF2-40B4-BE49-F238E27FC236}">
                <a16:creationId xmlns:a16="http://schemas.microsoft.com/office/drawing/2014/main" id="{5FDAE6C4-C8DC-C7D7-531F-8BD2479627A0}"/>
              </a:ext>
            </a:extLst>
          </p:cNvPr>
          <p:cNvSpPr/>
          <p:nvPr/>
        </p:nvSpPr>
        <p:spPr>
          <a:xfrm>
            <a:off x="4816723" y="563244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45" name="四角形: 角を丸くする 44">
            <a:extLst>
              <a:ext uri="{FF2B5EF4-FFF2-40B4-BE49-F238E27FC236}">
                <a16:creationId xmlns:a16="http://schemas.microsoft.com/office/drawing/2014/main" id="{61E9DBBD-A657-9133-856C-E2E4ACF76A21}"/>
              </a:ext>
            </a:extLst>
          </p:cNvPr>
          <p:cNvSpPr/>
          <p:nvPr/>
        </p:nvSpPr>
        <p:spPr>
          <a:xfrm>
            <a:off x="5459746" y="563244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46" name="四角形: 角を丸くする 45">
            <a:extLst>
              <a:ext uri="{FF2B5EF4-FFF2-40B4-BE49-F238E27FC236}">
                <a16:creationId xmlns:a16="http://schemas.microsoft.com/office/drawing/2014/main" id="{AEF53F65-E08F-D788-B5D3-9DC15418938B}"/>
              </a:ext>
            </a:extLst>
          </p:cNvPr>
          <p:cNvSpPr/>
          <p:nvPr/>
        </p:nvSpPr>
        <p:spPr>
          <a:xfrm>
            <a:off x="8198188" y="5506672"/>
            <a:ext cx="3569973"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47" name="四角形: 角を丸くする 46">
            <a:extLst>
              <a:ext uri="{FF2B5EF4-FFF2-40B4-BE49-F238E27FC236}">
                <a16:creationId xmlns:a16="http://schemas.microsoft.com/office/drawing/2014/main" id="{1ED6B530-A8EB-7FA2-9CC1-9CDF74F7B690}"/>
              </a:ext>
            </a:extLst>
          </p:cNvPr>
          <p:cNvSpPr/>
          <p:nvPr/>
        </p:nvSpPr>
        <p:spPr>
          <a:xfrm>
            <a:off x="8281676" y="562539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3" name="正方形/長方形 12">
            <a:extLst>
              <a:ext uri="{FF2B5EF4-FFF2-40B4-BE49-F238E27FC236}">
                <a16:creationId xmlns:a16="http://schemas.microsoft.com/office/drawing/2014/main" id="{0DA06939-DD3A-4587-41AE-29480DD49CC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720B5E02-4597-9F41-019E-BC154507F8B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74516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1E424-8375-28F5-5482-41731863A0A2}"/>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AEE7D8FB-1CC8-FF13-2DE0-EEEA648C20F6}"/>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274E745A-3CF2-5686-E7BC-A60002A508CC}"/>
              </a:ext>
            </a:extLst>
          </p:cNvPr>
          <p:cNvSpPr/>
          <p:nvPr/>
        </p:nvSpPr>
        <p:spPr>
          <a:xfrm>
            <a:off x="3790164"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システムの概要</a:t>
            </a:r>
            <a:endParaRPr kumimoji="1" lang="ja-JP" altLang="en-US" sz="6600" dirty="0"/>
          </a:p>
        </p:txBody>
      </p:sp>
      <p:sp>
        <p:nvSpPr>
          <p:cNvPr id="9" name="四角形: 角を丸くする 8">
            <a:extLst>
              <a:ext uri="{FF2B5EF4-FFF2-40B4-BE49-F238E27FC236}">
                <a16:creationId xmlns:a16="http://schemas.microsoft.com/office/drawing/2014/main" id="{91600932-A51D-6F94-965B-8F5F312B8030}"/>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1592310E-FECF-5F09-2117-4D7EA525D0DA}"/>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97F192AE-40A7-6396-E346-7759633F170B}"/>
              </a:ext>
            </a:extLst>
          </p:cNvPr>
          <p:cNvSpPr/>
          <p:nvPr/>
        </p:nvSpPr>
        <p:spPr>
          <a:xfrm>
            <a:off x="2037743"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1194901630"/>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09052-217F-86B8-2F1A-01DE300AE1BD}"/>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35AADA16-4E8D-8D99-9C80-974CA712B644}"/>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67FBDFD9-8540-74E3-1F5C-5490EC010D76}"/>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8AB10229-ED76-A411-CA01-C00CF1897E94}"/>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ED97A25C-CB21-D278-528B-B0E9ED517FF0}"/>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8D0ACB50-BD1B-FCA4-793C-BFDEBCF24A97}"/>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2" name="テキスト ボックス 1">
            <a:extLst>
              <a:ext uri="{FF2B5EF4-FFF2-40B4-BE49-F238E27FC236}">
                <a16:creationId xmlns:a16="http://schemas.microsoft.com/office/drawing/2014/main" id="{87A1F86A-35E8-BC4A-A068-02B61D5FEC21}"/>
              </a:ext>
            </a:extLst>
          </p:cNvPr>
          <p:cNvSpPr txBox="1"/>
          <p:nvPr/>
        </p:nvSpPr>
        <p:spPr>
          <a:xfrm>
            <a:off x="-5338038" y="1955834"/>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3" name="テキスト ボックス 2">
            <a:extLst>
              <a:ext uri="{FF2B5EF4-FFF2-40B4-BE49-F238E27FC236}">
                <a16:creationId xmlns:a16="http://schemas.microsoft.com/office/drawing/2014/main" id="{FF314648-67F1-CF64-29FE-BD8B88EA1957}"/>
              </a:ext>
            </a:extLst>
          </p:cNvPr>
          <p:cNvSpPr txBox="1"/>
          <p:nvPr/>
        </p:nvSpPr>
        <p:spPr>
          <a:xfrm>
            <a:off x="-5338037" y="2325166"/>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49687420-294F-EEAF-C805-5CA44079FDB5}"/>
              </a:ext>
            </a:extLst>
          </p:cNvPr>
          <p:cNvSpPr txBox="1"/>
          <p:nvPr/>
        </p:nvSpPr>
        <p:spPr>
          <a:xfrm>
            <a:off x="-5338038" y="2694498"/>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7" name="テキスト ボックス 6">
            <a:extLst>
              <a:ext uri="{FF2B5EF4-FFF2-40B4-BE49-F238E27FC236}">
                <a16:creationId xmlns:a16="http://schemas.microsoft.com/office/drawing/2014/main" id="{47BA7274-0352-8EFC-41BD-5BBC37660A7F}"/>
              </a:ext>
            </a:extLst>
          </p:cNvPr>
          <p:cNvSpPr txBox="1"/>
          <p:nvPr/>
        </p:nvSpPr>
        <p:spPr>
          <a:xfrm>
            <a:off x="-5338039" y="3060747"/>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ECD09F29-B0F6-A00A-FA28-1D4D08E5A968}"/>
              </a:ext>
            </a:extLst>
          </p:cNvPr>
          <p:cNvSpPr txBox="1"/>
          <p:nvPr/>
        </p:nvSpPr>
        <p:spPr>
          <a:xfrm>
            <a:off x="122006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Tree>
    <p:extLst>
      <p:ext uri="{BB962C8B-B14F-4D97-AF65-F5344CB8AC3E}">
        <p14:creationId xmlns:p14="http://schemas.microsoft.com/office/powerpoint/2010/main" val="2115227750"/>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0A3E2-2275-F837-9C80-C6ECABD8ACF3}"/>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060D6BD1-7FCB-729F-1FEF-28B4E07885A8}"/>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740E3806-A522-4C21-CC81-C3FFC10A9A5B}"/>
              </a:ext>
            </a:extLst>
          </p:cNvPr>
          <p:cNvSpPr txBox="1"/>
          <p:nvPr/>
        </p:nvSpPr>
        <p:spPr>
          <a:xfrm>
            <a:off x="351567" y="1954246"/>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990D7D5D-631A-6F50-BBBD-7AB9350F7191}"/>
              </a:ext>
            </a:extLst>
          </p:cNvPr>
          <p:cNvSpPr txBox="1"/>
          <p:nvPr/>
        </p:nvSpPr>
        <p:spPr>
          <a:xfrm>
            <a:off x="351568" y="2323578"/>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19CFAF07-0DB5-FB07-96D8-6AB710C35124}"/>
              </a:ext>
            </a:extLst>
          </p:cNvPr>
          <p:cNvSpPr txBox="1"/>
          <p:nvPr/>
        </p:nvSpPr>
        <p:spPr>
          <a:xfrm>
            <a:off x="351567" y="2692910"/>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DD432BD7-D3EF-06D9-115A-43581EEAF1B6}"/>
              </a:ext>
            </a:extLst>
          </p:cNvPr>
          <p:cNvSpPr txBox="1"/>
          <p:nvPr/>
        </p:nvSpPr>
        <p:spPr>
          <a:xfrm>
            <a:off x="351566" y="305915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577134C0-7A52-C4B8-7653-BAFA333AC83A}"/>
              </a:ext>
            </a:extLst>
          </p:cNvPr>
          <p:cNvSpPr txBox="1"/>
          <p:nvPr/>
        </p:nvSpPr>
        <p:spPr>
          <a:xfrm>
            <a:off x="3515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6" name="テキスト ボックス 5">
            <a:extLst>
              <a:ext uri="{FF2B5EF4-FFF2-40B4-BE49-F238E27FC236}">
                <a16:creationId xmlns:a16="http://schemas.microsoft.com/office/drawing/2014/main" id="{6B437393-3D7A-4D4F-FEB6-779213406BD6}"/>
              </a:ext>
            </a:extLst>
          </p:cNvPr>
          <p:cNvSpPr txBox="1"/>
          <p:nvPr/>
        </p:nvSpPr>
        <p:spPr>
          <a:xfrm>
            <a:off x="12296838"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8" name="テキスト ボックス 7">
            <a:extLst>
              <a:ext uri="{FF2B5EF4-FFF2-40B4-BE49-F238E27FC236}">
                <a16:creationId xmlns:a16="http://schemas.microsoft.com/office/drawing/2014/main" id="{A7C357E6-3F72-7ECD-5C63-51C9EECF845E}"/>
              </a:ext>
            </a:extLst>
          </p:cNvPr>
          <p:cNvSpPr txBox="1"/>
          <p:nvPr/>
        </p:nvSpPr>
        <p:spPr>
          <a:xfrm>
            <a:off x="-11356478" y="3060283"/>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22</a:t>
            </a:r>
            <a:r>
              <a:rPr lang="ja-JP" altLang="en-US" dirty="0">
                <a:solidFill>
                  <a:schemeClr val="bg1"/>
                </a:solidFill>
              </a:rPr>
              <a:t>回生にアンケートを取る</a:t>
            </a:r>
            <a:endParaRPr kumimoji="1" lang="ja-JP" altLang="en-US" dirty="0">
              <a:solidFill>
                <a:schemeClr val="bg1"/>
              </a:solidFill>
            </a:endParaRPr>
          </a:p>
        </p:txBody>
      </p:sp>
      <p:sp>
        <p:nvSpPr>
          <p:cNvPr id="9" name="テキスト ボックス 8">
            <a:extLst>
              <a:ext uri="{FF2B5EF4-FFF2-40B4-BE49-F238E27FC236}">
                <a16:creationId xmlns:a16="http://schemas.microsoft.com/office/drawing/2014/main" id="{62163B4F-DFF3-F71A-68FA-56FBF4E63C97}"/>
              </a:ext>
            </a:extLst>
          </p:cNvPr>
          <p:cNvSpPr txBox="1"/>
          <p:nvPr/>
        </p:nvSpPr>
        <p:spPr>
          <a:xfrm>
            <a:off x="-11346948" y="3767138"/>
            <a:ext cx="11300679" cy="1299971"/>
          </a:xfrm>
          <a:prstGeom prst="rect">
            <a:avLst/>
          </a:prstGeom>
          <a:noFill/>
        </p:spPr>
        <p:txBody>
          <a:bodyPr wrap="square" rtlCol="0">
            <a:spAutoFit/>
          </a:bodyPr>
          <a:lstStyle/>
          <a:p>
            <a:pPr>
              <a:lnSpc>
                <a:spcPct val="150000"/>
              </a:lnSpc>
            </a:pPr>
            <a:r>
              <a:rPr lang="en-US" altLang="ja-JP" dirty="0">
                <a:solidFill>
                  <a:schemeClr val="bg1"/>
                </a:solidFill>
              </a:rPr>
              <a:t>Google Form</a:t>
            </a:r>
            <a:r>
              <a:rPr lang="ja-JP" altLang="en-US" dirty="0">
                <a:solidFill>
                  <a:schemeClr val="bg1"/>
                </a:solidFill>
              </a:rPr>
              <a:t>でアンケートを作り、利用者に答えてもらうようにお願いした。</a:t>
            </a:r>
            <a:endParaRPr lang="en-US" altLang="ja-JP" dirty="0">
              <a:solidFill>
                <a:schemeClr val="bg1"/>
              </a:solidFill>
            </a:endParaRPr>
          </a:p>
          <a:p>
            <a:pPr>
              <a:lnSpc>
                <a:spcPct val="150000"/>
              </a:lnSpc>
            </a:pPr>
            <a:r>
              <a:rPr lang="en-US" altLang="ja-JP" dirty="0">
                <a:solidFill>
                  <a:schemeClr val="bg1"/>
                </a:solidFill>
              </a:rPr>
              <a:t>｢</a:t>
            </a:r>
            <a:r>
              <a:rPr lang="ja-JP" altLang="en-US" dirty="0">
                <a:solidFill>
                  <a:schemeClr val="bg1"/>
                </a:solidFill>
              </a:rPr>
              <a:t>後輩に勧めたいか</a:t>
            </a:r>
            <a:r>
              <a:rPr lang="en-US" altLang="ja-JP" dirty="0">
                <a:solidFill>
                  <a:schemeClr val="bg1"/>
                </a:solidFill>
              </a:rPr>
              <a:t>｣｢</a:t>
            </a:r>
            <a:r>
              <a:rPr lang="ja-JP" altLang="en-US" dirty="0">
                <a:solidFill>
                  <a:schemeClr val="bg1"/>
                </a:solidFill>
              </a:rPr>
              <a:t>検索システムがあれば授業が円滑に行えたか</a:t>
            </a:r>
            <a:r>
              <a:rPr lang="en-US" altLang="ja-JP" dirty="0">
                <a:solidFill>
                  <a:schemeClr val="bg1"/>
                </a:solidFill>
              </a:rPr>
              <a:t>｣｢</a:t>
            </a:r>
            <a:r>
              <a:rPr lang="ja-JP" altLang="en-US" dirty="0">
                <a:solidFill>
                  <a:schemeClr val="bg1"/>
                </a:solidFill>
              </a:rPr>
              <a:t>今後も使用したいか</a:t>
            </a:r>
            <a:r>
              <a:rPr lang="en-US" altLang="ja-JP" dirty="0">
                <a:solidFill>
                  <a:schemeClr val="bg1"/>
                </a:solidFill>
              </a:rPr>
              <a:t>｣｢</a:t>
            </a:r>
            <a:r>
              <a:rPr lang="ja-JP" altLang="en-US" dirty="0">
                <a:solidFill>
                  <a:schemeClr val="bg1"/>
                </a:solidFill>
              </a:rPr>
              <a:t>操作しやすいか</a:t>
            </a:r>
            <a:r>
              <a:rPr lang="en-US" altLang="ja-JP" dirty="0">
                <a:solidFill>
                  <a:schemeClr val="bg1"/>
                </a:solidFill>
              </a:rPr>
              <a:t>｣</a:t>
            </a:r>
            <a:r>
              <a:rPr lang="ja-JP" altLang="en-US" dirty="0">
                <a:solidFill>
                  <a:schemeClr val="bg1"/>
                </a:solidFill>
              </a:rPr>
              <a:t>　</a:t>
            </a:r>
            <a:r>
              <a:rPr lang="en-US" altLang="ja-JP" dirty="0">
                <a:solidFill>
                  <a:schemeClr val="bg1"/>
                </a:solidFill>
              </a:rPr>
              <a:t>｢</a:t>
            </a:r>
            <a:r>
              <a:rPr lang="ja-JP" altLang="en-US" dirty="0">
                <a:solidFill>
                  <a:schemeClr val="bg1"/>
                </a:solidFill>
              </a:rPr>
              <a:t>はい</a:t>
            </a:r>
            <a:r>
              <a:rPr lang="en-US" altLang="ja-JP" dirty="0">
                <a:solidFill>
                  <a:schemeClr val="bg1"/>
                </a:solidFill>
              </a:rPr>
              <a:t>｣｢</a:t>
            </a:r>
            <a:r>
              <a:rPr lang="ja-JP" altLang="en-US" dirty="0">
                <a:solidFill>
                  <a:schemeClr val="bg1"/>
                </a:solidFill>
              </a:rPr>
              <a:t>どちらかというとはい</a:t>
            </a:r>
            <a:r>
              <a:rPr lang="en-US" altLang="ja-JP" dirty="0">
                <a:solidFill>
                  <a:schemeClr val="bg1"/>
                </a:solidFill>
              </a:rPr>
              <a:t>｣｢</a:t>
            </a:r>
            <a:r>
              <a:rPr lang="ja-JP" altLang="en-US" dirty="0">
                <a:solidFill>
                  <a:schemeClr val="bg1"/>
                </a:solidFill>
              </a:rPr>
              <a:t>どちらともいえない</a:t>
            </a:r>
            <a:r>
              <a:rPr lang="en-US" altLang="ja-JP" dirty="0">
                <a:solidFill>
                  <a:schemeClr val="bg1"/>
                </a:solidFill>
              </a:rPr>
              <a:t>｣｢</a:t>
            </a:r>
            <a:r>
              <a:rPr lang="ja-JP" altLang="en-US" dirty="0">
                <a:solidFill>
                  <a:schemeClr val="bg1"/>
                </a:solidFill>
              </a:rPr>
              <a:t>どちらかというといいえ</a:t>
            </a:r>
            <a:r>
              <a:rPr lang="en-US" altLang="ja-JP" dirty="0">
                <a:solidFill>
                  <a:schemeClr val="bg1"/>
                </a:solidFill>
              </a:rPr>
              <a:t>｣｢</a:t>
            </a:r>
            <a:r>
              <a:rPr lang="ja-JP" altLang="en-US" dirty="0">
                <a:solidFill>
                  <a:schemeClr val="bg1"/>
                </a:solidFill>
              </a:rPr>
              <a:t>いいえ</a:t>
            </a:r>
            <a:r>
              <a:rPr lang="en-US" altLang="ja-JP" dirty="0">
                <a:solidFill>
                  <a:schemeClr val="bg1"/>
                </a:solidFill>
              </a:rPr>
              <a:t>｣</a:t>
            </a:r>
            <a:r>
              <a:rPr lang="ja-JP" altLang="en-US" dirty="0">
                <a:solidFill>
                  <a:schemeClr val="bg1"/>
                </a:solidFill>
              </a:rPr>
              <a:t>で回答</a:t>
            </a:r>
            <a:endParaRPr lang="en-US" altLang="ja-JP" dirty="0">
              <a:solidFill>
                <a:schemeClr val="bg1"/>
              </a:solidFill>
            </a:endParaRPr>
          </a:p>
        </p:txBody>
      </p:sp>
    </p:spTree>
    <p:extLst>
      <p:ext uri="{BB962C8B-B14F-4D97-AF65-F5344CB8AC3E}">
        <p14:creationId xmlns:p14="http://schemas.microsoft.com/office/powerpoint/2010/main" val="34948521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192A-D567-568E-BDC8-3546CDF1C9D5}"/>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A7EC772A-28C6-441D-9BD1-D17449877339}"/>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59477942-9905-6095-E714-72C0400DF9D4}"/>
              </a:ext>
            </a:extLst>
          </p:cNvPr>
          <p:cNvSpPr txBox="1"/>
          <p:nvPr/>
        </p:nvSpPr>
        <p:spPr>
          <a:xfrm>
            <a:off x="351567" y="1580866"/>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F57F845D-2B46-A185-FB8A-F4ECB43CC3BB}"/>
              </a:ext>
            </a:extLst>
          </p:cNvPr>
          <p:cNvSpPr txBox="1"/>
          <p:nvPr/>
        </p:nvSpPr>
        <p:spPr>
          <a:xfrm>
            <a:off x="351568" y="1950198"/>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F8EED3E5-A061-2472-34EE-36E3DD94B02E}"/>
              </a:ext>
            </a:extLst>
          </p:cNvPr>
          <p:cNvSpPr txBox="1"/>
          <p:nvPr/>
        </p:nvSpPr>
        <p:spPr>
          <a:xfrm>
            <a:off x="351567" y="2319530"/>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47B4DEC7-2DE9-EB6A-2BB0-26A3FE787D82}"/>
              </a:ext>
            </a:extLst>
          </p:cNvPr>
          <p:cNvSpPr txBox="1"/>
          <p:nvPr/>
        </p:nvSpPr>
        <p:spPr>
          <a:xfrm>
            <a:off x="351566" y="268577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1AE8F082-521E-49BA-42C2-E7FE4A200699}"/>
              </a:ext>
            </a:extLst>
          </p:cNvPr>
          <p:cNvSpPr txBox="1"/>
          <p:nvPr/>
        </p:nvSpPr>
        <p:spPr>
          <a:xfrm>
            <a:off x="351571" y="3767138"/>
            <a:ext cx="11300679" cy="1299971"/>
          </a:xfrm>
          <a:prstGeom prst="rect">
            <a:avLst/>
          </a:prstGeom>
          <a:noFill/>
        </p:spPr>
        <p:txBody>
          <a:bodyPr wrap="square" rtlCol="0">
            <a:spAutoFit/>
          </a:bodyPr>
          <a:lstStyle/>
          <a:p>
            <a:pPr>
              <a:lnSpc>
                <a:spcPct val="150000"/>
              </a:lnSpc>
            </a:pPr>
            <a:r>
              <a:rPr kumimoji="1" lang="en-US" altLang="ja-JP" dirty="0">
                <a:solidFill>
                  <a:schemeClr val="bg1"/>
                </a:solidFill>
              </a:rPr>
              <a:t>Google For</a:t>
            </a:r>
            <a:r>
              <a:rPr lang="en-US" altLang="ja-JP" dirty="0">
                <a:solidFill>
                  <a:schemeClr val="bg1"/>
                </a:solidFill>
              </a:rPr>
              <a:t>m</a:t>
            </a:r>
            <a:r>
              <a:rPr lang="ja-JP" altLang="en-US" dirty="0">
                <a:solidFill>
                  <a:schemeClr val="bg1"/>
                </a:solidFill>
              </a:rPr>
              <a:t>でアンケートを作り、利用者に答えてもらうようにお願いした。</a:t>
            </a:r>
            <a:endParaRPr lang="en-US" altLang="ja-JP" dirty="0">
              <a:solidFill>
                <a:schemeClr val="bg1"/>
              </a:solidFill>
            </a:endParaRPr>
          </a:p>
          <a:p>
            <a:pPr>
              <a:lnSpc>
                <a:spcPct val="150000"/>
              </a:lnSpc>
            </a:pPr>
            <a:r>
              <a:rPr lang="en-US" altLang="ja-JP" dirty="0">
                <a:solidFill>
                  <a:schemeClr val="bg1"/>
                </a:solidFill>
              </a:rPr>
              <a:t>｢</a:t>
            </a:r>
            <a:r>
              <a:rPr lang="ja-JP" altLang="en-US" dirty="0">
                <a:solidFill>
                  <a:schemeClr val="bg1"/>
                </a:solidFill>
              </a:rPr>
              <a:t>後輩に勧めたいか</a:t>
            </a:r>
            <a:r>
              <a:rPr lang="en-US" altLang="ja-JP" dirty="0">
                <a:solidFill>
                  <a:schemeClr val="bg1"/>
                </a:solidFill>
              </a:rPr>
              <a:t>｣｢</a:t>
            </a:r>
            <a:r>
              <a:rPr lang="ja-JP" altLang="en-US" dirty="0">
                <a:solidFill>
                  <a:schemeClr val="bg1"/>
                </a:solidFill>
              </a:rPr>
              <a:t>検索システムがあれば授業が円滑に行えたか</a:t>
            </a:r>
            <a:r>
              <a:rPr lang="en-US" altLang="ja-JP" dirty="0">
                <a:solidFill>
                  <a:schemeClr val="bg1"/>
                </a:solidFill>
              </a:rPr>
              <a:t>｣｢</a:t>
            </a:r>
            <a:r>
              <a:rPr lang="ja-JP" altLang="en-US" dirty="0">
                <a:solidFill>
                  <a:schemeClr val="bg1"/>
                </a:solidFill>
              </a:rPr>
              <a:t>今後も使用したいか</a:t>
            </a:r>
            <a:r>
              <a:rPr lang="en-US" altLang="ja-JP" dirty="0">
                <a:solidFill>
                  <a:schemeClr val="bg1"/>
                </a:solidFill>
              </a:rPr>
              <a:t>｣｢</a:t>
            </a:r>
            <a:r>
              <a:rPr lang="ja-JP" altLang="en-US" dirty="0">
                <a:solidFill>
                  <a:schemeClr val="bg1"/>
                </a:solidFill>
              </a:rPr>
              <a:t>操作しやすいか</a:t>
            </a:r>
            <a:r>
              <a:rPr lang="en-US" altLang="ja-JP" dirty="0">
                <a:solidFill>
                  <a:schemeClr val="bg1"/>
                </a:solidFill>
              </a:rPr>
              <a:t>｣</a:t>
            </a:r>
            <a:r>
              <a:rPr lang="ja-JP" altLang="en-US" dirty="0">
                <a:solidFill>
                  <a:schemeClr val="bg1"/>
                </a:solidFill>
              </a:rPr>
              <a:t>　</a:t>
            </a:r>
            <a:r>
              <a:rPr lang="en-US" altLang="ja-JP" dirty="0">
                <a:solidFill>
                  <a:schemeClr val="bg1"/>
                </a:solidFill>
              </a:rPr>
              <a:t>｢</a:t>
            </a:r>
            <a:r>
              <a:rPr lang="ja-JP" altLang="en-US" dirty="0">
                <a:solidFill>
                  <a:schemeClr val="bg1"/>
                </a:solidFill>
              </a:rPr>
              <a:t>はい</a:t>
            </a:r>
            <a:r>
              <a:rPr lang="en-US" altLang="ja-JP" dirty="0">
                <a:solidFill>
                  <a:schemeClr val="bg1"/>
                </a:solidFill>
              </a:rPr>
              <a:t>｣｢</a:t>
            </a:r>
            <a:r>
              <a:rPr lang="ja-JP" altLang="en-US" dirty="0">
                <a:solidFill>
                  <a:schemeClr val="bg1"/>
                </a:solidFill>
              </a:rPr>
              <a:t>どちらかというとはい</a:t>
            </a:r>
            <a:r>
              <a:rPr lang="en-US" altLang="ja-JP" dirty="0">
                <a:solidFill>
                  <a:schemeClr val="bg1"/>
                </a:solidFill>
              </a:rPr>
              <a:t>｣｢</a:t>
            </a:r>
            <a:r>
              <a:rPr lang="ja-JP" altLang="en-US" dirty="0">
                <a:solidFill>
                  <a:schemeClr val="bg1"/>
                </a:solidFill>
              </a:rPr>
              <a:t>どちらともいえない</a:t>
            </a:r>
            <a:r>
              <a:rPr lang="en-US" altLang="ja-JP" dirty="0">
                <a:solidFill>
                  <a:schemeClr val="bg1"/>
                </a:solidFill>
              </a:rPr>
              <a:t>｣｢</a:t>
            </a:r>
            <a:r>
              <a:rPr lang="ja-JP" altLang="en-US" dirty="0">
                <a:solidFill>
                  <a:schemeClr val="bg1"/>
                </a:solidFill>
              </a:rPr>
              <a:t>どちらかというといいえ</a:t>
            </a:r>
            <a:r>
              <a:rPr lang="en-US" altLang="ja-JP" dirty="0">
                <a:solidFill>
                  <a:schemeClr val="bg1"/>
                </a:solidFill>
              </a:rPr>
              <a:t>｣｢</a:t>
            </a:r>
            <a:r>
              <a:rPr lang="ja-JP" altLang="en-US" dirty="0">
                <a:solidFill>
                  <a:schemeClr val="bg1"/>
                </a:solidFill>
              </a:rPr>
              <a:t>いいえ</a:t>
            </a:r>
            <a:r>
              <a:rPr lang="en-US" altLang="ja-JP" dirty="0">
                <a:solidFill>
                  <a:schemeClr val="bg1"/>
                </a:solidFill>
              </a:rPr>
              <a:t>｣</a:t>
            </a:r>
            <a:r>
              <a:rPr lang="ja-JP" altLang="en-US" dirty="0">
                <a:solidFill>
                  <a:schemeClr val="bg1"/>
                </a:solidFill>
              </a:rPr>
              <a:t>で回答</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5706423C-AE19-0287-8D75-11769345B327}"/>
              </a:ext>
            </a:extLst>
          </p:cNvPr>
          <p:cNvSpPr txBox="1"/>
          <p:nvPr/>
        </p:nvSpPr>
        <p:spPr>
          <a:xfrm>
            <a:off x="351565" y="3055620"/>
            <a:ext cx="5250425" cy="369332"/>
          </a:xfrm>
          <a:prstGeom prst="rect">
            <a:avLst/>
          </a:prstGeom>
          <a:noFill/>
        </p:spPr>
        <p:txBody>
          <a:bodyPr wrap="square" rtlCol="0">
            <a:spAutoFit/>
          </a:bodyPr>
          <a:lstStyle/>
          <a:p>
            <a:r>
              <a:rPr lang="ja-JP" altLang="en-US" dirty="0">
                <a:solidFill>
                  <a:schemeClr val="bg1"/>
                </a:solidFill>
              </a:rPr>
              <a:t>・</a:t>
            </a:r>
            <a:r>
              <a:rPr lang="en-US" altLang="ja-JP" dirty="0">
                <a:solidFill>
                  <a:schemeClr val="bg1"/>
                </a:solidFill>
              </a:rPr>
              <a:t>22</a:t>
            </a:r>
            <a:r>
              <a:rPr lang="ja-JP" altLang="en-US" dirty="0">
                <a:solidFill>
                  <a:schemeClr val="bg1"/>
                </a:solidFill>
              </a:rPr>
              <a:t>回生にアンケートを取る</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5C0495FA-6799-B7CA-2AB5-866FC53BE809}"/>
              </a:ext>
            </a:extLst>
          </p:cNvPr>
          <p:cNvSpPr txBox="1"/>
          <p:nvPr/>
        </p:nvSpPr>
        <p:spPr>
          <a:xfrm>
            <a:off x="122133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14" name="テキスト ボックス 13">
            <a:extLst>
              <a:ext uri="{FF2B5EF4-FFF2-40B4-BE49-F238E27FC236}">
                <a16:creationId xmlns:a16="http://schemas.microsoft.com/office/drawing/2014/main" id="{5729703D-7FCC-28E9-117B-4BA7A3E7940F}"/>
              </a:ext>
            </a:extLst>
          </p:cNvPr>
          <p:cNvSpPr txBox="1"/>
          <p:nvPr/>
        </p:nvSpPr>
        <p:spPr>
          <a:xfrm>
            <a:off x="-11356478" y="3060283"/>
            <a:ext cx="5250425" cy="369332"/>
          </a:xfrm>
          <a:prstGeom prst="rect">
            <a:avLst/>
          </a:prstGeom>
          <a:noFill/>
        </p:spPr>
        <p:txBody>
          <a:bodyPr wrap="square" rtlCol="0">
            <a:spAutoFit/>
          </a:bodyPr>
          <a:lstStyle/>
          <a:p>
            <a:r>
              <a:rPr lang="ja-JP" altLang="en-US" dirty="0">
                <a:solidFill>
                  <a:schemeClr val="bg1"/>
                </a:solidFill>
              </a:rPr>
              <a:t>・フィードバックを元に修正＆アップデート</a:t>
            </a:r>
          </a:p>
        </p:txBody>
      </p:sp>
      <p:sp>
        <p:nvSpPr>
          <p:cNvPr id="15" name="テキスト ボックス 14">
            <a:extLst>
              <a:ext uri="{FF2B5EF4-FFF2-40B4-BE49-F238E27FC236}">
                <a16:creationId xmlns:a16="http://schemas.microsoft.com/office/drawing/2014/main" id="{5D360B6E-6C87-411C-B38C-D0996FD6438C}"/>
              </a:ext>
            </a:extLst>
          </p:cNvPr>
          <p:cNvSpPr txBox="1"/>
          <p:nvPr/>
        </p:nvSpPr>
        <p:spPr>
          <a:xfrm>
            <a:off x="-11346948" y="37671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Tree>
    <p:extLst>
      <p:ext uri="{BB962C8B-B14F-4D97-AF65-F5344CB8AC3E}">
        <p14:creationId xmlns:p14="http://schemas.microsoft.com/office/powerpoint/2010/main" val="1693901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7B18-B4C7-A578-AEAD-2CFCE44A8544}"/>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C88B51B5-C677-170C-B246-F803AFA0924B}"/>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7E230695-8DF2-7EF1-3ADA-4C9A7ACE0D76}"/>
              </a:ext>
            </a:extLst>
          </p:cNvPr>
          <p:cNvSpPr txBox="1"/>
          <p:nvPr/>
        </p:nvSpPr>
        <p:spPr>
          <a:xfrm>
            <a:off x="351567" y="121574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4964F89B-E990-962C-F556-97C9787CDD47}"/>
              </a:ext>
            </a:extLst>
          </p:cNvPr>
          <p:cNvSpPr txBox="1"/>
          <p:nvPr/>
        </p:nvSpPr>
        <p:spPr>
          <a:xfrm>
            <a:off x="351568" y="158507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CFB6B888-9DEA-4FCA-6DCC-1CAB9774F63D}"/>
              </a:ext>
            </a:extLst>
          </p:cNvPr>
          <p:cNvSpPr txBox="1"/>
          <p:nvPr/>
        </p:nvSpPr>
        <p:spPr>
          <a:xfrm>
            <a:off x="351567" y="195440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90F882F1-C2E1-ECD5-9DCB-62CAC5B77723}"/>
              </a:ext>
            </a:extLst>
          </p:cNvPr>
          <p:cNvSpPr txBox="1"/>
          <p:nvPr/>
        </p:nvSpPr>
        <p:spPr>
          <a:xfrm>
            <a:off x="351566" y="232065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026400FD-86C5-A439-F490-D125BF64E5E3}"/>
              </a:ext>
            </a:extLst>
          </p:cNvPr>
          <p:cNvSpPr txBox="1"/>
          <p:nvPr/>
        </p:nvSpPr>
        <p:spPr>
          <a:xfrm>
            <a:off x="351565" y="2686903"/>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22</a:t>
            </a:r>
            <a:r>
              <a:rPr kumimoji="1" lang="ja-JP" altLang="en-US" dirty="0">
                <a:solidFill>
                  <a:schemeClr val="bg1"/>
                </a:solidFill>
              </a:rPr>
              <a:t>回生にアンケートを取る</a:t>
            </a:r>
          </a:p>
        </p:txBody>
      </p:sp>
      <p:sp>
        <p:nvSpPr>
          <p:cNvPr id="6" name="テキスト ボックス 5">
            <a:extLst>
              <a:ext uri="{FF2B5EF4-FFF2-40B4-BE49-F238E27FC236}">
                <a16:creationId xmlns:a16="http://schemas.microsoft.com/office/drawing/2014/main" id="{4F5F47D7-44F4-EEA5-0957-CB03E53293FD}"/>
              </a:ext>
            </a:extLst>
          </p:cNvPr>
          <p:cNvSpPr txBox="1"/>
          <p:nvPr/>
        </p:nvSpPr>
        <p:spPr>
          <a:xfrm>
            <a:off x="351571" y="37671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9FF0331B-B58A-6118-05FC-07C71B795AD2}"/>
              </a:ext>
            </a:extLst>
          </p:cNvPr>
          <p:cNvSpPr txBox="1"/>
          <p:nvPr/>
        </p:nvSpPr>
        <p:spPr>
          <a:xfrm>
            <a:off x="5924550" y="-4270407"/>
            <a:ext cx="6267450" cy="4208460"/>
          </a:xfrm>
          <a:prstGeom prst="rect">
            <a:avLst/>
          </a:prstGeom>
          <a:noFill/>
        </p:spPr>
        <p:txBody>
          <a:bodyPr wrap="square">
            <a:spAutoFit/>
          </a:bodyPr>
          <a:lstStyle/>
          <a:p>
            <a:pPr>
              <a:lnSpc>
                <a:spcPct val="150000"/>
              </a:lnSpc>
            </a:pPr>
            <a:r>
              <a:rPr kumimoji="1" lang="en-US" altLang="ja-JP" dirty="0">
                <a:solidFill>
                  <a:schemeClr val="bg1"/>
                </a:solidFill>
              </a:rPr>
              <a:t>0</a:t>
            </a:r>
            <a:r>
              <a:rPr kumimoji="1" lang="ja-JP" altLang="en-US" dirty="0">
                <a:solidFill>
                  <a:schemeClr val="bg1"/>
                </a:solidFill>
              </a:rPr>
              <a:t>件の時に表示が欲しい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何件中何件を表示する機能を追加。</a:t>
            </a:r>
            <a:endParaRPr kumimoji="1" lang="en-US" altLang="ja-JP" dirty="0">
              <a:solidFill>
                <a:schemeClr val="bg1"/>
              </a:solidFill>
            </a:endParaRPr>
          </a:p>
          <a:p>
            <a:pPr>
              <a:lnSpc>
                <a:spcPct val="150000"/>
              </a:lnSpc>
            </a:pPr>
            <a:r>
              <a:rPr kumimoji="1" lang="ja-JP" altLang="en-US" dirty="0">
                <a:solidFill>
                  <a:schemeClr val="bg1"/>
                </a:solidFill>
              </a:rPr>
              <a:t>並び替え機能が欲しい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並び替え機能実装。</a:t>
            </a:r>
            <a:endParaRPr kumimoji="1" lang="en-US" altLang="ja-JP" dirty="0">
              <a:solidFill>
                <a:schemeClr val="bg1"/>
              </a:solidFill>
            </a:endParaRPr>
          </a:p>
          <a:p>
            <a:pPr>
              <a:lnSpc>
                <a:spcPct val="150000"/>
              </a:lnSpc>
            </a:pPr>
            <a:r>
              <a:rPr kumimoji="1" lang="ja-JP" altLang="en-US" dirty="0">
                <a:solidFill>
                  <a:schemeClr val="bg1"/>
                </a:solidFill>
              </a:rPr>
              <a:t>お気に入り機能が欲しい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お気に入り機能実装。</a:t>
            </a:r>
            <a:endParaRPr kumimoji="1" lang="en-US" altLang="ja-JP" dirty="0">
              <a:solidFill>
                <a:schemeClr val="bg1"/>
              </a:solidFill>
            </a:endParaRPr>
          </a:p>
          <a:p>
            <a:pPr>
              <a:lnSpc>
                <a:spcPct val="150000"/>
              </a:lnSpc>
            </a:pPr>
            <a:r>
              <a:rPr lang="ja-JP" altLang="en-US" dirty="0">
                <a:solidFill>
                  <a:schemeClr val="bg1"/>
                </a:solidFill>
              </a:rPr>
              <a:t>誰からも要望なかった</a:t>
            </a:r>
            <a:endParaRPr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→ダークモードに対応。</a:t>
            </a:r>
            <a:endParaRPr lang="en-US" altLang="ja-JP" dirty="0">
              <a:solidFill>
                <a:schemeClr val="bg1"/>
              </a:solidFill>
            </a:endParaRPr>
          </a:p>
          <a:p>
            <a:pPr>
              <a:lnSpc>
                <a:spcPct val="150000"/>
              </a:lnSpc>
            </a:pPr>
            <a:r>
              <a:rPr kumimoji="1" lang="ja-JP" altLang="en-US" dirty="0">
                <a:solidFill>
                  <a:schemeClr val="bg1"/>
                </a:solidFill>
              </a:rPr>
              <a:t>誰からも要望なかった</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曖昧語検索に対応。</a:t>
            </a:r>
          </a:p>
        </p:txBody>
      </p:sp>
      <p:sp>
        <p:nvSpPr>
          <p:cNvPr id="8" name="テキスト ボックス 7">
            <a:extLst>
              <a:ext uri="{FF2B5EF4-FFF2-40B4-BE49-F238E27FC236}">
                <a16:creationId xmlns:a16="http://schemas.microsoft.com/office/drawing/2014/main" id="{BC78FF71-6782-E188-5871-9C4A465158A0}"/>
              </a:ext>
            </a:extLst>
          </p:cNvPr>
          <p:cNvSpPr txBox="1"/>
          <p:nvPr/>
        </p:nvSpPr>
        <p:spPr>
          <a:xfrm>
            <a:off x="351565" y="3055620"/>
            <a:ext cx="5250425" cy="369332"/>
          </a:xfrm>
          <a:prstGeom prst="rect">
            <a:avLst/>
          </a:prstGeom>
          <a:noFill/>
        </p:spPr>
        <p:txBody>
          <a:bodyPr wrap="square" rtlCol="0">
            <a:spAutoFit/>
          </a:bodyPr>
          <a:lstStyle/>
          <a:p>
            <a:r>
              <a:rPr kumimoji="1" lang="ja-JP" altLang="en-US" dirty="0">
                <a:solidFill>
                  <a:schemeClr val="bg1"/>
                </a:solidFill>
              </a:rPr>
              <a:t>・フィードバックを元に修正＆アップデート</a:t>
            </a:r>
          </a:p>
        </p:txBody>
      </p:sp>
      <p:sp>
        <p:nvSpPr>
          <p:cNvPr id="9" name="テキスト ボックス 8">
            <a:extLst>
              <a:ext uri="{FF2B5EF4-FFF2-40B4-BE49-F238E27FC236}">
                <a16:creationId xmlns:a16="http://schemas.microsoft.com/office/drawing/2014/main" id="{4459107F-3055-86F1-2389-904C74DDC207}"/>
              </a:ext>
            </a:extLst>
          </p:cNvPr>
          <p:cNvSpPr txBox="1"/>
          <p:nvPr/>
        </p:nvSpPr>
        <p:spPr>
          <a:xfrm>
            <a:off x="12213371" y="3767138"/>
            <a:ext cx="11300679" cy="1299971"/>
          </a:xfrm>
          <a:prstGeom prst="rect">
            <a:avLst/>
          </a:prstGeom>
          <a:noFill/>
        </p:spPr>
        <p:txBody>
          <a:bodyPr wrap="square" rtlCol="0">
            <a:spAutoFit/>
          </a:bodyPr>
          <a:lstStyle/>
          <a:p>
            <a:pPr>
              <a:lnSpc>
                <a:spcPct val="150000"/>
              </a:lnSpc>
            </a:pPr>
            <a:r>
              <a:rPr lang="en-US" altLang="ja-JP" dirty="0">
                <a:solidFill>
                  <a:schemeClr val="bg1"/>
                </a:solidFill>
              </a:rPr>
              <a:t>Google Form</a:t>
            </a:r>
            <a:r>
              <a:rPr lang="ja-JP" altLang="en-US" dirty="0">
                <a:solidFill>
                  <a:schemeClr val="bg1"/>
                </a:solidFill>
              </a:rPr>
              <a:t>でアンケートを作り、利用者に答えてもらうようにお願いした。</a:t>
            </a:r>
            <a:endParaRPr lang="en-US" altLang="ja-JP" dirty="0">
              <a:solidFill>
                <a:schemeClr val="bg1"/>
              </a:solidFill>
            </a:endParaRPr>
          </a:p>
          <a:p>
            <a:pPr>
              <a:lnSpc>
                <a:spcPct val="150000"/>
              </a:lnSpc>
            </a:pPr>
            <a:r>
              <a:rPr lang="en-US" altLang="ja-JP" dirty="0">
                <a:solidFill>
                  <a:schemeClr val="bg1"/>
                </a:solidFill>
              </a:rPr>
              <a:t>｢</a:t>
            </a:r>
            <a:r>
              <a:rPr lang="ja-JP" altLang="en-US" dirty="0">
                <a:solidFill>
                  <a:schemeClr val="bg1"/>
                </a:solidFill>
              </a:rPr>
              <a:t>後輩に勧めたいか</a:t>
            </a:r>
            <a:r>
              <a:rPr lang="en-US" altLang="ja-JP" dirty="0">
                <a:solidFill>
                  <a:schemeClr val="bg1"/>
                </a:solidFill>
              </a:rPr>
              <a:t>｣｢</a:t>
            </a:r>
            <a:r>
              <a:rPr lang="ja-JP" altLang="en-US" dirty="0">
                <a:solidFill>
                  <a:schemeClr val="bg1"/>
                </a:solidFill>
              </a:rPr>
              <a:t>検索システムがあれば授業が円滑に行えたか</a:t>
            </a:r>
            <a:r>
              <a:rPr lang="en-US" altLang="ja-JP" dirty="0">
                <a:solidFill>
                  <a:schemeClr val="bg1"/>
                </a:solidFill>
              </a:rPr>
              <a:t>｣｢</a:t>
            </a:r>
            <a:r>
              <a:rPr lang="ja-JP" altLang="en-US" dirty="0">
                <a:solidFill>
                  <a:schemeClr val="bg1"/>
                </a:solidFill>
              </a:rPr>
              <a:t>今後も使用したいか</a:t>
            </a:r>
            <a:r>
              <a:rPr lang="en-US" altLang="ja-JP" dirty="0">
                <a:solidFill>
                  <a:schemeClr val="bg1"/>
                </a:solidFill>
              </a:rPr>
              <a:t>｣｢</a:t>
            </a:r>
            <a:r>
              <a:rPr lang="ja-JP" altLang="en-US" dirty="0">
                <a:solidFill>
                  <a:schemeClr val="bg1"/>
                </a:solidFill>
              </a:rPr>
              <a:t>操作しやすいか</a:t>
            </a:r>
            <a:r>
              <a:rPr lang="en-US" altLang="ja-JP" dirty="0">
                <a:solidFill>
                  <a:schemeClr val="bg1"/>
                </a:solidFill>
              </a:rPr>
              <a:t>｣</a:t>
            </a:r>
            <a:r>
              <a:rPr lang="ja-JP" altLang="en-US" dirty="0">
                <a:solidFill>
                  <a:schemeClr val="bg1"/>
                </a:solidFill>
              </a:rPr>
              <a:t>　</a:t>
            </a:r>
            <a:r>
              <a:rPr lang="en-US" altLang="ja-JP" dirty="0">
                <a:solidFill>
                  <a:schemeClr val="bg1"/>
                </a:solidFill>
              </a:rPr>
              <a:t>｢</a:t>
            </a:r>
            <a:r>
              <a:rPr lang="ja-JP" altLang="en-US" dirty="0">
                <a:solidFill>
                  <a:schemeClr val="bg1"/>
                </a:solidFill>
              </a:rPr>
              <a:t>はい</a:t>
            </a:r>
            <a:r>
              <a:rPr lang="en-US" altLang="ja-JP" dirty="0">
                <a:solidFill>
                  <a:schemeClr val="bg1"/>
                </a:solidFill>
              </a:rPr>
              <a:t>｣｢</a:t>
            </a:r>
            <a:r>
              <a:rPr lang="ja-JP" altLang="en-US" dirty="0">
                <a:solidFill>
                  <a:schemeClr val="bg1"/>
                </a:solidFill>
              </a:rPr>
              <a:t>どちらかというとはい</a:t>
            </a:r>
            <a:r>
              <a:rPr lang="en-US" altLang="ja-JP" dirty="0">
                <a:solidFill>
                  <a:schemeClr val="bg1"/>
                </a:solidFill>
              </a:rPr>
              <a:t>｣｢</a:t>
            </a:r>
            <a:r>
              <a:rPr lang="ja-JP" altLang="en-US" dirty="0">
                <a:solidFill>
                  <a:schemeClr val="bg1"/>
                </a:solidFill>
              </a:rPr>
              <a:t>どちらともいえない</a:t>
            </a:r>
            <a:r>
              <a:rPr lang="en-US" altLang="ja-JP" dirty="0">
                <a:solidFill>
                  <a:schemeClr val="bg1"/>
                </a:solidFill>
              </a:rPr>
              <a:t>｣｢</a:t>
            </a:r>
            <a:r>
              <a:rPr lang="ja-JP" altLang="en-US" dirty="0">
                <a:solidFill>
                  <a:schemeClr val="bg1"/>
                </a:solidFill>
              </a:rPr>
              <a:t>どちらかというといいえ</a:t>
            </a:r>
            <a:r>
              <a:rPr lang="en-US" altLang="ja-JP" dirty="0">
                <a:solidFill>
                  <a:schemeClr val="bg1"/>
                </a:solidFill>
              </a:rPr>
              <a:t>｣｢</a:t>
            </a:r>
            <a:r>
              <a:rPr lang="ja-JP" altLang="en-US" dirty="0">
                <a:solidFill>
                  <a:schemeClr val="bg1"/>
                </a:solidFill>
              </a:rPr>
              <a:t>いいえ</a:t>
            </a:r>
            <a:r>
              <a:rPr lang="en-US" altLang="ja-JP" dirty="0">
                <a:solidFill>
                  <a:schemeClr val="bg1"/>
                </a:solidFill>
              </a:rPr>
              <a:t>｣</a:t>
            </a:r>
            <a:r>
              <a:rPr lang="ja-JP" altLang="en-US" dirty="0">
                <a:solidFill>
                  <a:schemeClr val="bg1"/>
                </a:solidFill>
              </a:rPr>
              <a:t>で回答</a:t>
            </a:r>
            <a:endParaRPr lang="en-US" altLang="ja-JP" dirty="0">
              <a:solidFill>
                <a:schemeClr val="bg1"/>
              </a:solidFill>
            </a:endParaRPr>
          </a:p>
        </p:txBody>
      </p:sp>
    </p:spTree>
    <p:extLst>
      <p:ext uri="{BB962C8B-B14F-4D97-AF65-F5344CB8AC3E}">
        <p14:creationId xmlns:p14="http://schemas.microsoft.com/office/powerpoint/2010/main" val="15357366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63F5A-3516-DC7F-BB25-5553CF900546}"/>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E294DDEE-91FE-AD75-9BD7-9C402CB862C3}"/>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6" name="テキスト ボックス 5">
            <a:extLst>
              <a:ext uri="{FF2B5EF4-FFF2-40B4-BE49-F238E27FC236}">
                <a16:creationId xmlns:a16="http://schemas.microsoft.com/office/drawing/2014/main" id="{297EE523-BD53-04BB-9303-13165866630D}"/>
              </a:ext>
            </a:extLst>
          </p:cNvPr>
          <p:cNvSpPr txBox="1"/>
          <p:nvPr/>
        </p:nvSpPr>
        <p:spPr>
          <a:xfrm>
            <a:off x="351571" y="55959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
        <p:nvSpPr>
          <p:cNvPr id="9" name="テキスト ボックス 8">
            <a:extLst>
              <a:ext uri="{FF2B5EF4-FFF2-40B4-BE49-F238E27FC236}">
                <a16:creationId xmlns:a16="http://schemas.microsoft.com/office/drawing/2014/main" id="{E3B24A4A-FA3F-23BB-1749-74F6870EAAE3}"/>
              </a:ext>
            </a:extLst>
          </p:cNvPr>
          <p:cNvSpPr txBox="1"/>
          <p:nvPr/>
        </p:nvSpPr>
        <p:spPr>
          <a:xfrm>
            <a:off x="5924550" y="678967"/>
            <a:ext cx="6267450" cy="4208460"/>
          </a:xfrm>
          <a:prstGeom prst="rect">
            <a:avLst/>
          </a:prstGeom>
          <a:noFill/>
        </p:spPr>
        <p:txBody>
          <a:bodyPr wrap="square">
            <a:spAutoFit/>
          </a:bodyPr>
          <a:lstStyle/>
          <a:p>
            <a:pPr>
              <a:lnSpc>
                <a:spcPct val="150000"/>
              </a:lnSpc>
            </a:pPr>
            <a:r>
              <a:rPr kumimoji="1" lang="en-US" altLang="ja-JP" dirty="0">
                <a:solidFill>
                  <a:schemeClr val="bg1"/>
                </a:solidFill>
              </a:rPr>
              <a:t>0</a:t>
            </a:r>
            <a:r>
              <a:rPr kumimoji="1" lang="ja-JP" altLang="en-US" dirty="0">
                <a:solidFill>
                  <a:schemeClr val="bg1"/>
                </a:solidFill>
              </a:rPr>
              <a:t>件の時に表示が欲しい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何件中何件を表示する機能を追加。</a:t>
            </a:r>
            <a:endParaRPr kumimoji="1" lang="en-US" altLang="ja-JP" dirty="0">
              <a:solidFill>
                <a:schemeClr val="bg1"/>
              </a:solidFill>
            </a:endParaRPr>
          </a:p>
          <a:p>
            <a:pPr>
              <a:lnSpc>
                <a:spcPct val="150000"/>
              </a:lnSpc>
            </a:pPr>
            <a:r>
              <a:rPr kumimoji="1" lang="ja-JP" altLang="en-US" dirty="0">
                <a:solidFill>
                  <a:schemeClr val="bg1"/>
                </a:solidFill>
              </a:rPr>
              <a:t>並び替え機能が欲しい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並び替え機能実装。</a:t>
            </a:r>
            <a:endParaRPr kumimoji="1" lang="en-US" altLang="ja-JP" dirty="0">
              <a:solidFill>
                <a:schemeClr val="bg1"/>
              </a:solidFill>
            </a:endParaRPr>
          </a:p>
          <a:p>
            <a:pPr>
              <a:lnSpc>
                <a:spcPct val="150000"/>
              </a:lnSpc>
            </a:pPr>
            <a:r>
              <a:rPr kumimoji="1" lang="ja-JP" altLang="en-US" dirty="0">
                <a:solidFill>
                  <a:schemeClr val="bg1"/>
                </a:solidFill>
              </a:rPr>
              <a:t>お気に入り機能が欲しい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お気に入り機能実装。</a:t>
            </a:r>
            <a:endParaRPr kumimoji="1" lang="en-US" altLang="ja-JP" dirty="0">
              <a:solidFill>
                <a:schemeClr val="bg1"/>
              </a:solidFill>
            </a:endParaRPr>
          </a:p>
          <a:p>
            <a:pPr>
              <a:lnSpc>
                <a:spcPct val="150000"/>
              </a:lnSpc>
            </a:pPr>
            <a:r>
              <a:rPr lang="ja-JP" altLang="en-US" dirty="0">
                <a:solidFill>
                  <a:schemeClr val="bg1"/>
                </a:solidFill>
              </a:rPr>
              <a:t>誰からも要望なかった</a:t>
            </a:r>
            <a:endParaRPr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→ダークモードに対応。</a:t>
            </a:r>
            <a:endParaRPr lang="en-US" altLang="ja-JP" dirty="0">
              <a:solidFill>
                <a:schemeClr val="bg1"/>
              </a:solidFill>
            </a:endParaRPr>
          </a:p>
          <a:p>
            <a:pPr>
              <a:lnSpc>
                <a:spcPct val="150000"/>
              </a:lnSpc>
            </a:pPr>
            <a:r>
              <a:rPr kumimoji="1" lang="ja-JP" altLang="en-US" dirty="0">
                <a:solidFill>
                  <a:schemeClr val="bg1"/>
                </a:solidFill>
              </a:rPr>
              <a:t>誰からも要望なかった</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曖昧語検索に対応。</a:t>
            </a:r>
          </a:p>
        </p:txBody>
      </p:sp>
      <p:sp>
        <p:nvSpPr>
          <p:cNvPr id="10" name="テキスト ボックス 9">
            <a:extLst>
              <a:ext uri="{FF2B5EF4-FFF2-40B4-BE49-F238E27FC236}">
                <a16:creationId xmlns:a16="http://schemas.microsoft.com/office/drawing/2014/main" id="{57B5F593-A13E-0452-F38A-25D7C45A438F}"/>
              </a:ext>
            </a:extLst>
          </p:cNvPr>
          <p:cNvSpPr txBox="1"/>
          <p:nvPr/>
        </p:nvSpPr>
        <p:spPr>
          <a:xfrm>
            <a:off x="351567" y="121574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11" name="テキスト ボックス 10">
            <a:extLst>
              <a:ext uri="{FF2B5EF4-FFF2-40B4-BE49-F238E27FC236}">
                <a16:creationId xmlns:a16="http://schemas.microsoft.com/office/drawing/2014/main" id="{1E20327F-F44A-AE10-06BE-E79B6C95DFC3}"/>
              </a:ext>
            </a:extLst>
          </p:cNvPr>
          <p:cNvSpPr txBox="1"/>
          <p:nvPr/>
        </p:nvSpPr>
        <p:spPr>
          <a:xfrm>
            <a:off x="351568" y="158507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26D6045B-A801-000F-09D7-C154ABD22D10}"/>
              </a:ext>
            </a:extLst>
          </p:cNvPr>
          <p:cNvSpPr txBox="1"/>
          <p:nvPr/>
        </p:nvSpPr>
        <p:spPr>
          <a:xfrm>
            <a:off x="351567" y="195440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17587C5B-6985-99F0-694B-C529071B84D5}"/>
              </a:ext>
            </a:extLst>
          </p:cNvPr>
          <p:cNvSpPr txBox="1"/>
          <p:nvPr/>
        </p:nvSpPr>
        <p:spPr>
          <a:xfrm>
            <a:off x="351566" y="232065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C9BC530C-B03D-BCA7-8FF2-C6BD9438D8EE}"/>
              </a:ext>
            </a:extLst>
          </p:cNvPr>
          <p:cNvSpPr txBox="1"/>
          <p:nvPr/>
        </p:nvSpPr>
        <p:spPr>
          <a:xfrm>
            <a:off x="351565" y="2686903"/>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22</a:t>
            </a:r>
            <a:r>
              <a:rPr kumimoji="1" lang="ja-JP" altLang="en-US" dirty="0">
                <a:solidFill>
                  <a:schemeClr val="bg1"/>
                </a:solidFill>
              </a:rPr>
              <a:t>回生にアンケートを取る</a:t>
            </a:r>
          </a:p>
        </p:txBody>
      </p:sp>
      <p:sp>
        <p:nvSpPr>
          <p:cNvPr id="15" name="テキスト ボックス 14">
            <a:extLst>
              <a:ext uri="{FF2B5EF4-FFF2-40B4-BE49-F238E27FC236}">
                <a16:creationId xmlns:a16="http://schemas.microsoft.com/office/drawing/2014/main" id="{2D648F2C-0FC7-756B-DC28-D6ABB07F6AC8}"/>
              </a:ext>
            </a:extLst>
          </p:cNvPr>
          <p:cNvSpPr txBox="1"/>
          <p:nvPr/>
        </p:nvSpPr>
        <p:spPr>
          <a:xfrm>
            <a:off x="351565" y="3055620"/>
            <a:ext cx="5250425" cy="369332"/>
          </a:xfrm>
          <a:prstGeom prst="rect">
            <a:avLst/>
          </a:prstGeom>
          <a:noFill/>
        </p:spPr>
        <p:txBody>
          <a:bodyPr wrap="square" rtlCol="0">
            <a:spAutoFit/>
          </a:bodyPr>
          <a:lstStyle/>
          <a:p>
            <a:r>
              <a:rPr kumimoji="1" lang="ja-JP" altLang="en-US" dirty="0">
                <a:solidFill>
                  <a:schemeClr val="bg1"/>
                </a:solidFill>
              </a:rPr>
              <a:t>・フィードバックを元に修正＆アップデート</a:t>
            </a:r>
          </a:p>
        </p:txBody>
      </p:sp>
    </p:spTree>
    <p:extLst>
      <p:ext uri="{BB962C8B-B14F-4D97-AF65-F5344CB8AC3E}">
        <p14:creationId xmlns:p14="http://schemas.microsoft.com/office/powerpoint/2010/main" val="18053817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8A0B8-BC45-B6FB-61EE-0D801C399C5B}"/>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51E12733-1BDB-20F3-8DEE-32B45285F6E6}"/>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6BAD4929-4041-D076-2245-1A3A18D65FB9}"/>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19387A7F-14E5-1C33-DEBE-82320E920202}"/>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BB2806F4-A0F6-300C-CBDD-DBAF62BCFFA0}"/>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B9ED453A-7918-FE23-22B6-F39FF0649377}"/>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13" name="テキスト ボックス 12">
            <a:extLst>
              <a:ext uri="{FF2B5EF4-FFF2-40B4-BE49-F238E27FC236}">
                <a16:creationId xmlns:a16="http://schemas.microsoft.com/office/drawing/2014/main" id="{1B0844D7-85AF-6539-DAA1-865F273B69D2}"/>
              </a:ext>
            </a:extLst>
          </p:cNvPr>
          <p:cNvSpPr txBox="1"/>
          <p:nvPr/>
        </p:nvSpPr>
        <p:spPr>
          <a:xfrm>
            <a:off x="12200671" y="55959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
        <p:nvSpPr>
          <p:cNvPr id="14" name="テキスト ボックス 13">
            <a:extLst>
              <a:ext uri="{FF2B5EF4-FFF2-40B4-BE49-F238E27FC236}">
                <a16:creationId xmlns:a16="http://schemas.microsoft.com/office/drawing/2014/main" id="{9AA3900A-3DFB-703E-6996-1273768C91C7}"/>
              </a:ext>
            </a:extLst>
          </p:cNvPr>
          <p:cNvSpPr txBox="1"/>
          <p:nvPr/>
        </p:nvSpPr>
        <p:spPr>
          <a:xfrm>
            <a:off x="17773650" y="678967"/>
            <a:ext cx="6267450" cy="4208460"/>
          </a:xfrm>
          <a:prstGeom prst="rect">
            <a:avLst/>
          </a:prstGeom>
          <a:noFill/>
        </p:spPr>
        <p:txBody>
          <a:bodyPr wrap="square">
            <a:spAutoFit/>
          </a:bodyPr>
          <a:lstStyle/>
          <a:p>
            <a:pPr>
              <a:lnSpc>
                <a:spcPct val="150000"/>
              </a:lnSpc>
            </a:pPr>
            <a:r>
              <a:rPr kumimoji="1" lang="en-US" altLang="ja-JP" dirty="0">
                <a:solidFill>
                  <a:schemeClr val="bg1"/>
                </a:solidFill>
              </a:rPr>
              <a:t>0</a:t>
            </a:r>
            <a:r>
              <a:rPr kumimoji="1" lang="ja-JP" altLang="en-US" dirty="0">
                <a:solidFill>
                  <a:schemeClr val="bg1"/>
                </a:solidFill>
              </a:rPr>
              <a:t>件の時に表示が欲しい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何件中何件を表示する機能を追加。</a:t>
            </a:r>
            <a:endParaRPr kumimoji="1" lang="en-US" altLang="ja-JP" dirty="0">
              <a:solidFill>
                <a:schemeClr val="bg1"/>
              </a:solidFill>
            </a:endParaRPr>
          </a:p>
          <a:p>
            <a:pPr>
              <a:lnSpc>
                <a:spcPct val="150000"/>
              </a:lnSpc>
            </a:pPr>
            <a:r>
              <a:rPr kumimoji="1" lang="ja-JP" altLang="en-US" dirty="0">
                <a:solidFill>
                  <a:schemeClr val="bg1"/>
                </a:solidFill>
              </a:rPr>
              <a:t>並び替え機能が欲しい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並び替え機能実装。</a:t>
            </a:r>
            <a:endParaRPr kumimoji="1" lang="en-US" altLang="ja-JP" dirty="0">
              <a:solidFill>
                <a:schemeClr val="bg1"/>
              </a:solidFill>
            </a:endParaRPr>
          </a:p>
          <a:p>
            <a:pPr>
              <a:lnSpc>
                <a:spcPct val="150000"/>
              </a:lnSpc>
            </a:pPr>
            <a:r>
              <a:rPr kumimoji="1" lang="ja-JP" altLang="en-US" dirty="0">
                <a:solidFill>
                  <a:schemeClr val="bg1"/>
                </a:solidFill>
              </a:rPr>
              <a:t>お気に入り機能が欲しい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お気に入り機能実装。</a:t>
            </a:r>
            <a:endParaRPr kumimoji="1" lang="en-US" altLang="ja-JP" dirty="0">
              <a:solidFill>
                <a:schemeClr val="bg1"/>
              </a:solidFill>
            </a:endParaRPr>
          </a:p>
          <a:p>
            <a:pPr>
              <a:lnSpc>
                <a:spcPct val="150000"/>
              </a:lnSpc>
            </a:pPr>
            <a:r>
              <a:rPr lang="ja-JP" altLang="en-US" dirty="0">
                <a:solidFill>
                  <a:schemeClr val="bg1"/>
                </a:solidFill>
              </a:rPr>
              <a:t>誰からも要望なかった</a:t>
            </a:r>
            <a:endParaRPr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→ダークモードに対応。</a:t>
            </a:r>
            <a:endParaRPr lang="en-US" altLang="ja-JP" dirty="0">
              <a:solidFill>
                <a:schemeClr val="bg1"/>
              </a:solidFill>
            </a:endParaRPr>
          </a:p>
          <a:p>
            <a:pPr>
              <a:lnSpc>
                <a:spcPct val="150000"/>
              </a:lnSpc>
            </a:pPr>
            <a:r>
              <a:rPr kumimoji="1" lang="ja-JP" altLang="en-US" dirty="0">
                <a:solidFill>
                  <a:schemeClr val="bg1"/>
                </a:solidFill>
              </a:rPr>
              <a:t>誰からも要望なかった</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曖昧語検索に対応。</a:t>
            </a:r>
          </a:p>
        </p:txBody>
      </p:sp>
      <p:sp>
        <p:nvSpPr>
          <p:cNvPr id="15" name="テキスト ボックス 14">
            <a:extLst>
              <a:ext uri="{FF2B5EF4-FFF2-40B4-BE49-F238E27FC236}">
                <a16:creationId xmlns:a16="http://schemas.microsoft.com/office/drawing/2014/main" id="{00335654-A769-D9F0-7DDE-C7DA8F5F6D1F}"/>
              </a:ext>
            </a:extLst>
          </p:cNvPr>
          <p:cNvSpPr txBox="1"/>
          <p:nvPr/>
        </p:nvSpPr>
        <p:spPr>
          <a:xfrm>
            <a:off x="12200667" y="121574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16" name="テキスト ボックス 15">
            <a:extLst>
              <a:ext uri="{FF2B5EF4-FFF2-40B4-BE49-F238E27FC236}">
                <a16:creationId xmlns:a16="http://schemas.microsoft.com/office/drawing/2014/main" id="{70C17390-4501-D3D6-C1DA-1AF38E6BBCE4}"/>
              </a:ext>
            </a:extLst>
          </p:cNvPr>
          <p:cNvSpPr txBox="1"/>
          <p:nvPr/>
        </p:nvSpPr>
        <p:spPr>
          <a:xfrm>
            <a:off x="12200668" y="158507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17" name="テキスト ボックス 16">
            <a:extLst>
              <a:ext uri="{FF2B5EF4-FFF2-40B4-BE49-F238E27FC236}">
                <a16:creationId xmlns:a16="http://schemas.microsoft.com/office/drawing/2014/main" id="{0A80A90D-4CB1-5F03-AD1B-51BD6B0AE065}"/>
              </a:ext>
            </a:extLst>
          </p:cNvPr>
          <p:cNvSpPr txBox="1"/>
          <p:nvPr/>
        </p:nvSpPr>
        <p:spPr>
          <a:xfrm>
            <a:off x="12200667" y="195440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18" name="テキスト ボックス 17">
            <a:extLst>
              <a:ext uri="{FF2B5EF4-FFF2-40B4-BE49-F238E27FC236}">
                <a16:creationId xmlns:a16="http://schemas.microsoft.com/office/drawing/2014/main" id="{724CBE6A-2CD3-9BD8-9C0B-5E0A7A878B47}"/>
              </a:ext>
            </a:extLst>
          </p:cNvPr>
          <p:cNvSpPr txBox="1"/>
          <p:nvPr/>
        </p:nvSpPr>
        <p:spPr>
          <a:xfrm>
            <a:off x="12200666" y="232065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9" name="テキスト ボックス 18">
            <a:extLst>
              <a:ext uri="{FF2B5EF4-FFF2-40B4-BE49-F238E27FC236}">
                <a16:creationId xmlns:a16="http://schemas.microsoft.com/office/drawing/2014/main" id="{B606F08F-803F-DA18-B5C3-FAF2EE2173BC}"/>
              </a:ext>
            </a:extLst>
          </p:cNvPr>
          <p:cNvSpPr txBox="1"/>
          <p:nvPr/>
        </p:nvSpPr>
        <p:spPr>
          <a:xfrm>
            <a:off x="12200665" y="2686903"/>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22</a:t>
            </a:r>
            <a:r>
              <a:rPr kumimoji="1" lang="ja-JP" altLang="en-US" dirty="0">
                <a:solidFill>
                  <a:schemeClr val="bg1"/>
                </a:solidFill>
              </a:rPr>
              <a:t>回生にアンケートを取る</a:t>
            </a:r>
          </a:p>
        </p:txBody>
      </p:sp>
      <p:sp>
        <p:nvSpPr>
          <p:cNvPr id="20" name="テキスト ボックス 19">
            <a:extLst>
              <a:ext uri="{FF2B5EF4-FFF2-40B4-BE49-F238E27FC236}">
                <a16:creationId xmlns:a16="http://schemas.microsoft.com/office/drawing/2014/main" id="{BE701513-F74A-CE46-1CD9-D7A979F0BB73}"/>
              </a:ext>
            </a:extLst>
          </p:cNvPr>
          <p:cNvSpPr txBox="1"/>
          <p:nvPr/>
        </p:nvSpPr>
        <p:spPr>
          <a:xfrm>
            <a:off x="12200665" y="3055620"/>
            <a:ext cx="5250425" cy="369332"/>
          </a:xfrm>
          <a:prstGeom prst="rect">
            <a:avLst/>
          </a:prstGeom>
          <a:noFill/>
        </p:spPr>
        <p:txBody>
          <a:bodyPr wrap="square" rtlCol="0">
            <a:spAutoFit/>
          </a:bodyPr>
          <a:lstStyle/>
          <a:p>
            <a:r>
              <a:rPr kumimoji="1" lang="ja-JP" altLang="en-US" dirty="0">
                <a:solidFill>
                  <a:schemeClr val="bg1"/>
                </a:solidFill>
              </a:rPr>
              <a:t>・フィードバックを元に修正＆アップデート</a:t>
            </a:r>
          </a:p>
        </p:txBody>
      </p:sp>
    </p:spTree>
    <p:extLst>
      <p:ext uri="{BB962C8B-B14F-4D97-AF65-F5344CB8AC3E}">
        <p14:creationId xmlns:p14="http://schemas.microsoft.com/office/powerpoint/2010/main" val="1800304358"/>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8333-7F5F-4DCB-4630-2A0A8E568E63}"/>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5AC62B5C-9B49-42C0-7240-B037481B5A4F}"/>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65376261-0D89-84DB-00E6-68CE50582521}"/>
              </a:ext>
            </a:extLst>
          </p:cNvPr>
          <p:cNvSpPr/>
          <p:nvPr/>
        </p:nvSpPr>
        <p:spPr>
          <a:xfrm>
            <a:off x="3835373"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CA55421-F184-8364-BDE4-EBFFF8D6E02C}"/>
              </a:ext>
            </a:extLst>
          </p:cNvPr>
          <p:cNvSpPr/>
          <p:nvPr/>
        </p:nvSpPr>
        <p:spPr>
          <a:xfrm>
            <a:off x="5473852" y="2267959"/>
            <a:ext cx="4754880" cy="232998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研究成果</a:t>
            </a:r>
            <a:endParaRPr kumimoji="1" lang="ja-JP" altLang="en-US" sz="6600" dirty="0"/>
          </a:p>
        </p:txBody>
      </p:sp>
      <p:sp>
        <p:nvSpPr>
          <p:cNvPr id="10" name="四角形: 角を丸くする 9">
            <a:extLst>
              <a:ext uri="{FF2B5EF4-FFF2-40B4-BE49-F238E27FC236}">
                <a16:creationId xmlns:a16="http://schemas.microsoft.com/office/drawing/2014/main" id="{91FB9B59-F045-6BE1-22B8-898928ED4640}"/>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E89562F2-4A27-DB83-A507-61137CAACFB2}"/>
              </a:ext>
            </a:extLst>
          </p:cNvPr>
          <p:cNvSpPr/>
          <p:nvPr/>
        </p:nvSpPr>
        <p:spPr>
          <a:xfrm>
            <a:off x="2088833"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3043222120"/>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D110-D258-6320-C6E9-6F724CA96BB1}"/>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82169D3-7159-7143-4056-1C46B8558E56}"/>
              </a:ext>
            </a:extLst>
          </p:cNvPr>
          <p:cNvSpPr/>
          <p:nvPr/>
        </p:nvSpPr>
        <p:spPr>
          <a:xfrm>
            <a:off x="-49409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569D1FE7-77E8-C55A-AF33-3C2CBD19686D}"/>
              </a:ext>
            </a:extLst>
          </p:cNvPr>
          <p:cNvSpPr/>
          <p:nvPr/>
        </p:nvSpPr>
        <p:spPr>
          <a:xfrm>
            <a:off x="-1436065" y="3093744"/>
            <a:ext cx="1352218" cy="66261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1BE84574-878E-A166-7E9B-E48E2C96E8B3}"/>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7C44BE0D-2B78-A3DB-910F-811FD0A5893D}"/>
              </a:ext>
            </a:extLst>
          </p:cNvPr>
          <p:cNvSpPr/>
          <p:nvPr/>
        </p:nvSpPr>
        <p:spPr>
          <a:xfrm>
            <a:off x="123066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4D58E993-B4F3-955E-DFCB-841C22787177}"/>
              </a:ext>
            </a:extLst>
          </p:cNvPr>
          <p:cNvSpPr/>
          <p:nvPr/>
        </p:nvSpPr>
        <p:spPr>
          <a:xfrm>
            <a:off x="-32454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107556267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540CF-2192-F346-74C0-1E39A034BFB6}"/>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5716DFB1-6938-5A41-60CA-52C8C21E7555}"/>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graphicFrame>
        <p:nvGraphicFramePr>
          <p:cNvPr id="2" name="グラフ 1">
            <a:extLst>
              <a:ext uri="{FF2B5EF4-FFF2-40B4-BE49-F238E27FC236}">
                <a16:creationId xmlns:a16="http://schemas.microsoft.com/office/drawing/2014/main" id="{21372C4C-01EE-7F22-791B-67821C32D8FE}"/>
              </a:ext>
            </a:extLst>
          </p:cNvPr>
          <p:cNvGraphicFramePr>
            <a:graphicFrameLocks/>
          </p:cNvGraphicFramePr>
          <p:nvPr>
            <p:extLst>
              <p:ext uri="{D42A27DB-BD31-4B8C-83A1-F6EECF244321}">
                <p14:modId xmlns:p14="http://schemas.microsoft.com/office/powerpoint/2010/main" val="1499216221"/>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27F6CDF5-F745-966F-F3E7-810CCE990B54}"/>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bg1"/>
                </a:solidFill>
              </a:rPr>
              <a:t>全体</a:t>
            </a:r>
          </a:p>
        </p:txBody>
      </p:sp>
      <p:sp>
        <p:nvSpPr>
          <p:cNvPr id="7" name="テキスト ボックス 6">
            <a:extLst>
              <a:ext uri="{FF2B5EF4-FFF2-40B4-BE49-F238E27FC236}">
                <a16:creationId xmlns:a16="http://schemas.microsoft.com/office/drawing/2014/main" id="{6501AA0C-9ADD-38F2-0788-66B291EE2C0D}"/>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bg1"/>
                </a:solidFill>
              </a:rPr>
              <a:t>後輩に勧めたい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0B8A14EA-7BC3-4C8B-C15A-557FCBD9A70D}"/>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204CEAA-55E7-FC13-9485-1235546FBF8C}"/>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bg1"/>
                </a:solidFill>
              </a:rPr>
              <a:t>今後も使用したい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D5FD0BB7-A113-696E-9E69-8CEAD14ADC6F}"/>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bg1"/>
                </a:solidFill>
              </a:rPr>
              <a:t>操作しやすい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1828C2BC-D2D3-8702-2547-24E509916810}"/>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a:extLst>
              <a:ext uri="{FF2B5EF4-FFF2-40B4-BE49-F238E27FC236}">
                <a16:creationId xmlns:a16="http://schemas.microsoft.com/office/drawing/2014/main" id="{1F4A80E2-C1C0-977F-C86F-B2CEBE492D44}"/>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a:extLst>
              <a:ext uri="{FF2B5EF4-FFF2-40B4-BE49-F238E27FC236}">
                <a16:creationId xmlns:a16="http://schemas.microsoft.com/office/drawing/2014/main" id="{878CC3D3-82A0-7651-2DC2-C93B96296659}"/>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a:extLst>
              <a:ext uri="{FF2B5EF4-FFF2-40B4-BE49-F238E27FC236}">
                <a16:creationId xmlns:a16="http://schemas.microsoft.com/office/drawing/2014/main" id="{6AF2F578-F173-4250-04F9-7A18078A2C02}"/>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a:extLst>
              <a:ext uri="{FF2B5EF4-FFF2-40B4-BE49-F238E27FC236}">
                <a16:creationId xmlns:a16="http://schemas.microsoft.com/office/drawing/2014/main" id="{3B95E01A-13F8-4542-1408-04EF232EE2D8}"/>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a:extLst>
              <a:ext uri="{FF2B5EF4-FFF2-40B4-BE49-F238E27FC236}">
                <a16:creationId xmlns:a16="http://schemas.microsoft.com/office/drawing/2014/main" id="{32869A58-B176-D940-F7EE-FD87BF0DC9FF}"/>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a:extLst>
              <a:ext uri="{FF2B5EF4-FFF2-40B4-BE49-F238E27FC236}">
                <a16:creationId xmlns:a16="http://schemas.microsoft.com/office/drawing/2014/main" id="{76F76CD5-3809-994B-25ED-4C886ED0547C}"/>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a:extLst>
              <a:ext uri="{FF2B5EF4-FFF2-40B4-BE49-F238E27FC236}">
                <a16:creationId xmlns:a16="http://schemas.microsoft.com/office/drawing/2014/main" id="{0E65468D-29A7-94EF-B119-A86259BCA785}"/>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a:extLst>
              <a:ext uri="{FF2B5EF4-FFF2-40B4-BE49-F238E27FC236}">
                <a16:creationId xmlns:a16="http://schemas.microsoft.com/office/drawing/2014/main" id="{D09C763A-B0A6-0DC2-C06F-60CB9AB296BD}"/>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a:extLst>
              <a:ext uri="{FF2B5EF4-FFF2-40B4-BE49-F238E27FC236}">
                <a16:creationId xmlns:a16="http://schemas.microsoft.com/office/drawing/2014/main" id="{BD764309-2365-43BC-8449-1689827A88E1}"/>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a:extLst>
              <a:ext uri="{FF2B5EF4-FFF2-40B4-BE49-F238E27FC236}">
                <a16:creationId xmlns:a16="http://schemas.microsoft.com/office/drawing/2014/main" id="{4404FB58-4C95-ED0A-624C-55968920EE91}"/>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a:extLst>
              <a:ext uri="{FF2B5EF4-FFF2-40B4-BE49-F238E27FC236}">
                <a16:creationId xmlns:a16="http://schemas.microsoft.com/office/drawing/2014/main" id="{4FC63F1F-F953-A930-7902-4C653F9338BF}"/>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a:extLst>
              <a:ext uri="{FF2B5EF4-FFF2-40B4-BE49-F238E27FC236}">
                <a16:creationId xmlns:a16="http://schemas.microsoft.com/office/drawing/2014/main" id="{68D3FE6C-C645-24E0-499F-C06F07E9AD19}"/>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7" name="テキスト ボックス 26">
            <a:extLst>
              <a:ext uri="{FF2B5EF4-FFF2-40B4-BE49-F238E27FC236}">
                <a16:creationId xmlns:a16="http://schemas.microsoft.com/office/drawing/2014/main" id="{74DD3DC3-E3ED-8525-44D9-9C635975B205}"/>
              </a:ext>
            </a:extLst>
          </p:cNvPr>
          <p:cNvSpPr txBox="1"/>
          <p:nvPr/>
        </p:nvSpPr>
        <p:spPr>
          <a:xfrm>
            <a:off x="9781706" y="36441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Tree>
    <p:extLst>
      <p:ext uri="{BB962C8B-B14F-4D97-AF65-F5344CB8AC3E}">
        <p14:creationId xmlns:p14="http://schemas.microsoft.com/office/powerpoint/2010/main" val="33070204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A27E-F14C-08AF-AD62-5CE27B34FD28}"/>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264029D2-75DB-0C99-F233-1B8912903D98}"/>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graphicFrame>
        <p:nvGraphicFramePr>
          <p:cNvPr id="2" name="グラフ 1">
            <a:extLst>
              <a:ext uri="{FF2B5EF4-FFF2-40B4-BE49-F238E27FC236}">
                <a16:creationId xmlns:a16="http://schemas.microsoft.com/office/drawing/2014/main" id="{BA4FA353-C616-E16D-19DE-2679A4BA55E7}"/>
              </a:ext>
            </a:extLst>
          </p:cNvPr>
          <p:cNvGraphicFramePr>
            <a:graphicFrameLocks/>
          </p:cNvGraphicFramePr>
          <p:nvPr>
            <p:extLst>
              <p:ext uri="{D42A27DB-BD31-4B8C-83A1-F6EECF244321}">
                <p14:modId xmlns:p14="http://schemas.microsoft.com/office/powerpoint/2010/main" val="287304814"/>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51BFD09E-4032-051E-E1B4-FF3331B5B572}"/>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bg1"/>
                </a:solidFill>
              </a:rPr>
              <a:t>全体</a:t>
            </a:r>
          </a:p>
        </p:txBody>
      </p:sp>
      <p:sp>
        <p:nvSpPr>
          <p:cNvPr id="7" name="テキスト ボックス 6">
            <a:extLst>
              <a:ext uri="{FF2B5EF4-FFF2-40B4-BE49-F238E27FC236}">
                <a16:creationId xmlns:a16="http://schemas.microsoft.com/office/drawing/2014/main" id="{2E438E0A-3B97-E83E-9622-349C6195C03F}"/>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bg1"/>
                </a:solidFill>
              </a:rPr>
              <a:t>後輩に勧めたい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2198BF53-88E8-BE0E-DF1B-53CFEA04934B}"/>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05419549-9842-ACC9-F324-D494E1D24342}"/>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bg1"/>
                </a:solidFill>
              </a:rPr>
              <a:t>今後も使用したい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628346A9-0A0E-71D2-C87C-504E3226EF8D}"/>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bg1"/>
                </a:solidFill>
              </a:rPr>
              <a:t>操作しやすい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C613CCF5-FA82-8717-B309-39C86F3FC595}"/>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a:extLst>
              <a:ext uri="{FF2B5EF4-FFF2-40B4-BE49-F238E27FC236}">
                <a16:creationId xmlns:a16="http://schemas.microsoft.com/office/drawing/2014/main" id="{23021111-3D88-B304-7B8C-B943D7C0D22B}"/>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a:extLst>
              <a:ext uri="{FF2B5EF4-FFF2-40B4-BE49-F238E27FC236}">
                <a16:creationId xmlns:a16="http://schemas.microsoft.com/office/drawing/2014/main" id="{D4645669-E45F-730D-4D1A-7DA1EE3FF414}"/>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a:extLst>
              <a:ext uri="{FF2B5EF4-FFF2-40B4-BE49-F238E27FC236}">
                <a16:creationId xmlns:a16="http://schemas.microsoft.com/office/drawing/2014/main" id="{5B69E234-1AAB-9990-90D1-8E5ECEEE58AF}"/>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a:extLst>
              <a:ext uri="{FF2B5EF4-FFF2-40B4-BE49-F238E27FC236}">
                <a16:creationId xmlns:a16="http://schemas.microsoft.com/office/drawing/2014/main" id="{01D7ECB2-F2DC-8CF6-FD86-C8ECFDC822B2}"/>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a:extLst>
              <a:ext uri="{FF2B5EF4-FFF2-40B4-BE49-F238E27FC236}">
                <a16:creationId xmlns:a16="http://schemas.microsoft.com/office/drawing/2014/main" id="{47F16600-C616-9FA8-67E3-A99D417E7648}"/>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a:extLst>
              <a:ext uri="{FF2B5EF4-FFF2-40B4-BE49-F238E27FC236}">
                <a16:creationId xmlns:a16="http://schemas.microsoft.com/office/drawing/2014/main" id="{03CAC8A6-F5A3-0DD6-F8A1-BF8C8C1C3286}"/>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a:extLst>
              <a:ext uri="{FF2B5EF4-FFF2-40B4-BE49-F238E27FC236}">
                <a16:creationId xmlns:a16="http://schemas.microsoft.com/office/drawing/2014/main" id="{A13BD14A-79BF-1723-4CDE-CBD33414EE39}"/>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a:extLst>
              <a:ext uri="{FF2B5EF4-FFF2-40B4-BE49-F238E27FC236}">
                <a16:creationId xmlns:a16="http://schemas.microsoft.com/office/drawing/2014/main" id="{8A40534E-10C4-7568-7A67-525FFCC913D9}"/>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a:extLst>
              <a:ext uri="{FF2B5EF4-FFF2-40B4-BE49-F238E27FC236}">
                <a16:creationId xmlns:a16="http://schemas.microsoft.com/office/drawing/2014/main" id="{9214A638-2EE6-29F1-225C-2E10AE8EBF1E}"/>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a:extLst>
              <a:ext uri="{FF2B5EF4-FFF2-40B4-BE49-F238E27FC236}">
                <a16:creationId xmlns:a16="http://schemas.microsoft.com/office/drawing/2014/main" id="{9BA2E107-69E5-A1CF-046B-52808755E39C}"/>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a:extLst>
              <a:ext uri="{FF2B5EF4-FFF2-40B4-BE49-F238E27FC236}">
                <a16:creationId xmlns:a16="http://schemas.microsoft.com/office/drawing/2014/main" id="{D2BFBB61-E615-7034-8A99-F079BE360158}"/>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a:extLst>
              <a:ext uri="{FF2B5EF4-FFF2-40B4-BE49-F238E27FC236}">
                <a16:creationId xmlns:a16="http://schemas.microsoft.com/office/drawing/2014/main" id="{FD926132-6F9F-AE85-783D-E3633AED3507}"/>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7" name="テキスト ボックス 26">
            <a:extLst>
              <a:ext uri="{FF2B5EF4-FFF2-40B4-BE49-F238E27FC236}">
                <a16:creationId xmlns:a16="http://schemas.microsoft.com/office/drawing/2014/main" id="{8103DD6B-FBCD-ABAC-D976-C869BA4C7938}"/>
              </a:ext>
            </a:extLst>
          </p:cNvPr>
          <p:cNvSpPr txBox="1"/>
          <p:nvPr/>
        </p:nvSpPr>
        <p:spPr>
          <a:xfrm>
            <a:off x="9720264" y="3333716"/>
            <a:ext cx="1847849" cy="923330"/>
          </a:xfrm>
          <a:prstGeom prst="rect">
            <a:avLst/>
          </a:prstGeom>
          <a:noFill/>
        </p:spPr>
        <p:txBody>
          <a:bodyPr wrap="square" rtlCol="0">
            <a:spAutoFit/>
          </a:bodyPr>
          <a:lstStyle/>
          <a:p>
            <a:r>
              <a:rPr kumimoji="1" lang="en-US" altLang="ja-JP" sz="5400" dirty="0">
                <a:solidFill>
                  <a:schemeClr val="bg1"/>
                </a:solidFill>
              </a:rPr>
              <a:t>n</a:t>
            </a:r>
            <a:r>
              <a:rPr lang="en-US" altLang="ja-JP" sz="5400" dirty="0">
                <a:solidFill>
                  <a:schemeClr val="bg1"/>
                </a:solidFill>
              </a:rPr>
              <a:t>=17</a:t>
            </a:r>
            <a:endParaRPr kumimoji="1" lang="ja-JP" altLang="en-US" sz="5400" dirty="0">
              <a:solidFill>
                <a:schemeClr val="bg1"/>
              </a:solidFill>
            </a:endParaRPr>
          </a:p>
        </p:txBody>
      </p:sp>
    </p:spTree>
    <p:extLst>
      <p:ext uri="{BB962C8B-B14F-4D97-AF65-F5344CB8AC3E}">
        <p14:creationId xmlns:p14="http://schemas.microsoft.com/office/powerpoint/2010/main" val="508100637"/>
      </p:ext>
    </p:extLst>
  </p:cSld>
  <p:clrMapOvr>
    <a:masterClrMapping/>
  </p:clrMapOvr>
  <mc:AlternateContent xmlns:mc="http://schemas.openxmlformats.org/markup-compatibility/2006" xmlns:p159="http://schemas.microsoft.com/office/powerpoint/2015/09/main">
    <mc:Choice Requires="p159">
      <p:transition spd="slow" advClick="0" advTm="1000">
        <p159:morph option="byObject"/>
      </p:transition>
    </mc:Choice>
    <mc:Fallback xmlns="">
      <p:transition spd="slow" advClick="0" advTm="1000">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826D5-ADB3-CB27-03B8-F3F56871C6A9}"/>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AEEDC9E5-15EB-57CE-12CF-43A7C8512A7A}"/>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graphicFrame>
        <p:nvGraphicFramePr>
          <p:cNvPr id="2" name="グラフ 1">
            <a:extLst>
              <a:ext uri="{FF2B5EF4-FFF2-40B4-BE49-F238E27FC236}">
                <a16:creationId xmlns:a16="http://schemas.microsoft.com/office/drawing/2014/main" id="{F2C38365-6BE8-0462-97D6-B3290F4F53AC}"/>
              </a:ext>
            </a:extLst>
          </p:cNvPr>
          <p:cNvGraphicFramePr>
            <a:graphicFrameLocks/>
          </p:cNvGraphicFramePr>
          <p:nvPr>
            <p:extLst>
              <p:ext uri="{D42A27DB-BD31-4B8C-83A1-F6EECF244321}">
                <p14:modId xmlns:p14="http://schemas.microsoft.com/office/powerpoint/2010/main" val="1381874564"/>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9A1EFA0B-F042-9A8D-6459-E94D86604DA0}"/>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F0F73151-F850-C3C5-F8D1-15A88B7321FB}"/>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tx1">
                    <a:lumMod val="50000"/>
                    <a:lumOff val="50000"/>
                  </a:schemeClr>
                </a:solidFill>
              </a:rPr>
              <a:t>後輩に勧めたい</a:t>
            </a:r>
            <a:endParaRPr kumimoji="1" lang="ja-JP" altLang="en-US" dirty="0">
              <a:solidFill>
                <a:schemeClr val="tx1">
                  <a:lumMod val="50000"/>
                  <a:lumOff val="50000"/>
                </a:schemeClr>
              </a:solidFill>
            </a:endParaRPr>
          </a:p>
        </p:txBody>
      </p:sp>
      <p:sp>
        <p:nvSpPr>
          <p:cNvPr id="11" name="テキスト ボックス 10">
            <a:extLst>
              <a:ext uri="{FF2B5EF4-FFF2-40B4-BE49-F238E27FC236}">
                <a16:creationId xmlns:a16="http://schemas.microsoft.com/office/drawing/2014/main" id="{2202D46F-5A49-14A9-B61F-85E966B29F73}"/>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D1DB60-46DB-5A1B-8B7F-7FF9D409E70F}"/>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tx1">
                    <a:lumMod val="50000"/>
                    <a:lumOff val="50000"/>
                  </a:schemeClr>
                </a:solidFill>
              </a:rPr>
              <a:t>今後も使用したい</a:t>
            </a:r>
            <a:endParaRPr kumimoji="1" lang="ja-JP" altLang="en-US" dirty="0">
              <a:solidFill>
                <a:schemeClr val="tx1">
                  <a:lumMod val="50000"/>
                  <a:lumOff val="50000"/>
                </a:schemeClr>
              </a:solidFill>
            </a:endParaRPr>
          </a:p>
        </p:txBody>
      </p:sp>
      <p:sp>
        <p:nvSpPr>
          <p:cNvPr id="13" name="テキスト ボックス 12">
            <a:extLst>
              <a:ext uri="{FF2B5EF4-FFF2-40B4-BE49-F238E27FC236}">
                <a16:creationId xmlns:a16="http://schemas.microsoft.com/office/drawing/2014/main" id="{F6B30B2A-2569-1A3C-7DDF-8A1ACA3A0957}"/>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D7B11D36-7AB8-835F-6CE7-98C52A5D5667}"/>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8C423AF6-5F11-EB31-B55A-778E036BFED2}"/>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EE490E8D-BC05-C8D2-91F4-3C4EB5E67435}"/>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3D0121C9-3B5D-1ECD-6A29-50369FB88420}"/>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2250154E-9C70-8DBE-BF92-C3716508AC86}"/>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C141029E-61B8-60B2-BF21-B962910977FC}"/>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74C2A582-6FA4-E7BB-3AFF-46FCDAC0A311}"/>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11169AA1-407D-C348-CA9B-95E40085B06E}"/>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83D42DF2-BEF2-46AB-F540-8378A2EC0859}"/>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C36447B7-17A4-1060-7FF4-3994D913124B}"/>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DE3E65C4-A12B-5834-A046-2713E9BB7D44}"/>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B0D8B2BE-A649-454C-32F3-9B7EF6ACACE2}"/>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2C229899-8282-2F82-BC3E-B2487A50E258}"/>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3" name="テキスト ボックス 2">
            <a:extLst>
              <a:ext uri="{FF2B5EF4-FFF2-40B4-BE49-F238E27FC236}">
                <a16:creationId xmlns:a16="http://schemas.microsoft.com/office/drawing/2014/main" id="{0A720A10-BBE0-9FEF-D500-04EAAA85B8EC}"/>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4351D16E-452F-D6A2-B625-DBEF453EDACD}"/>
              </a:ext>
            </a:extLst>
          </p:cNvPr>
          <p:cNvSpPr txBox="1"/>
          <p:nvPr/>
        </p:nvSpPr>
        <p:spPr>
          <a:xfrm>
            <a:off x="4284325" y="2486407"/>
            <a:ext cx="2804844" cy="369332"/>
          </a:xfrm>
          <a:prstGeom prst="rect">
            <a:avLst/>
          </a:prstGeom>
          <a:noFill/>
        </p:spPr>
        <p:txBody>
          <a:bodyPr wrap="square" rtlCol="0">
            <a:spAutoFit/>
          </a:bodyPr>
          <a:lstStyle/>
          <a:p>
            <a:r>
              <a:rPr kumimoji="1" lang="ja-JP" altLang="en-US" dirty="0"/>
              <a:t>肯定的な回答が</a:t>
            </a:r>
            <a:r>
              <a:rPr kumimoji="1" lang="en-US" altLang="ja-JP" dirty="0"/>
              <a:t>80%</a:t>
            </a:r>
            <a:endParaRPr kumimoji="1" lang="ja-JP" altLang="en-US" dirty="0"/>
          </a:p>
        </p:txBody>
      </p:sp>
      <p:sp>
        <p:nvSpPr>
          <p:cNvPr id="33" name="テキスト ボックス 32">
            <a:extLst>
              <a:ext uri="{FF2B5EF4-FFF2-40B4-BE49-F238E27FC236}">
                <a16:creationId xmlns:a16="http://schemas.microsoft.com/office/drawing/2014/main" id="{309A2DE2-BA14-5F1E-661F-69101D82B826}"/>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dirty="0">
                <a:solidFill>
                  <a:schemeClr val="bg1"/>
                </a:solidFill>
              </a:rPr>
              <a:t>「探究の目的は達成された」と言える</a:t>
            </a:r>
            <a:endParaRPr kumimoji="1" lang="ja-JP" altLang="en-US" sz="2400" dirty="0">
              <a:solidFill>
                <a:schemeClr val="bg1"/>
              </a:solidFill>
            </a:endParaRPr>
          </a:p>
        </p:txBody>
      </p:sp>
    </p:spTree>
    <p:extLst>
      <p:ext uri="{BB962C8B-B14F-4D97-AF65-F5344CB8AC3E}">
        <p14:creationId xmlns:p14="http://schemas.microsoft.com/office/powerpoint/2010/main" val="40546425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A13A-CC69-F2F5-960E-F1AD0B7A9CAD}"/>
            </a:ext>
          </a:extLst>
        </p:cNvPr>
        <p:cNvGrpSpPr/>
        <p:nvPr/>
      </p:nvGrpSpPr>
      <p:grpSpPr>
        <a:xfrm>
          <a:off x="0" y="0"/>
          <a:ext cx="0" cy="0"/>
          <a:chOff x="0" y="0"/>
          <a:chExt cx="0" cy="0"/>
        </a:xfrm>
      </p:grpSpPr>
      <p:graphicFrame>
        <p:nvGraphicFramePr>
          <p:cNvPr id="2" name="グラフ 1">
            <a:extLst>
              <a:ext uri="{FF2B5EF4-FFF2-40B4-BE49-F238E27FC236}">
                <a16:creationId xmlns:a16="http://schemas.microsoft.com/office/drawing/2014/main" id="{4FCA109A-4E2A-3048-64F9-2A783FA8D2BA}"/>
              </a:ext>
            </a:extLst>
          </p:cNvPr>
          <p:cNvGraphicFramePr>
            <a:graphicFrameLocks/>
          </p:cNvGraphicFramePr>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762F9FBD-1B64-F96B-7F16-58E6847ADD6E}"/>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7B5B958C-1C85-79CC-5E2D-121EB94D2C1E}"/>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tx1">
                    <a:lumMod val="50000"/>
                    <a:lumOff val="50000"/>
                  </a:schemeClr>
                </a:solidFill>
              </a:rPr>
              <a:t>後輩に勧めたい</a:t>
            </a:r>
            <a:endParaRPr kumimoji="1" lang="ja-JP" altLang="en-US" dirty="0">
              <a:solidFill>
                <a:schemeClr val="tx1">
                  <a:lumMod val="50000"/>
                  <a:lumOff val="50000"/>
                </a:schemeClr>
              </a:solidFill>
            </a:endParaRPr>
          </a:p>
        </p:txBody>
      </p:sp>
      <p:sp>
        <p:nvSpPr>
          <p:cNvPr id="11" name="テキスト ボックス 10">
            <a:extLst>
              <a:ext uri="{FF2B5EF4-FFF2-40B4-BE49-F238E27FC236}">
                <a16:creationId xmlns:a16="http://schemas.microsoft.com/office/drawing/2014/main" id="{AFD804B6-B4AB-9EA7-69EB-FB6F399358DB}"/>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9C550464-BA92-FEBE-301A-ECB420473FCF}"/>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tx1">
                    <a:lumMod val="50000"/>
                    <a:lumOff val="50000"/>
                  </a:schemeClr>
                </a:solidFill>
              </a:rPr>
              <a:t>今後も使用したい</a:t>
            </a:r>
            <a:endParaRPr kumimoji="1" lang="ja-JP" altLang="en-US" dirty="0">
              <a:solidFill>
                <a:schemeClr val="tx1">
                  <a:lumMod val="50000"/>
                  <a:lumOff val="50000"/>
                </a:schemeClr>
              </a:solidFill>
            </a:endParaRPr>
          </a:p>
        </p:txBody>
      </p:sp>
      <p:sp>
        <p:nvSpPr>
          <p:cNvPr id="13" name="テキスト ボックス 12">
            <a:extLst>
              <a:ext uri="{FF2B5EF4-FFF2-40B4-BE49-F238E27FC236}">
                <a16:creationId xmlns:a16="http://schemas.microsoft.com/office/drawing/2014/main" id="{CC8A897B-D20C-52AC-08D7-3D963518A93C}"/>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6AF64C07-63FC-796A-23F0-BF3A9A39ADE8}"/>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C75DB67A-2A9D-FD51-F0BC-25E80A63882F}"/>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15296B3C-1906-FDD6-3BF3-BE1427843DD9}"/>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111D1701-FB05-8956-B861-8E89EF0D7790}"/>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69873BD3-D57B-F665-8186-55EB82C33D7B}"/>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E084F586-7C62-31FB-496A-B3A297582CB7}"/>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D61D13DB-D3F4-04DA-57F0-1C8BAD69BF50}"/>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DE7542E5-4AC2-B6C2-C545-31A0E1820B9E}"/>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614936D8-0AC5-68BC-965C-04E3AD7DA54D}"/>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5F2D3702-1385-6447-B29A-828688359FE0}"/>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E36068DB-7C3C-EB07-506A-3C56F6BC588A}"/>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414C97FC-E22B-BA48-9C45-D3A180D96DAB}"/>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98B31D2C-223A-67B7-8EDB-5CE68BC60DCB}"/>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3" name="テキスト ボックス 2">
            <a:extLst>
              <a:ext uri="{FF2B5EF4-FFF2-40B4-BE49-F238E27FC236}">
                <a16:creationId xmlns:a16="http://schemas.microsoft.com/office/drawing/2014/main" id="{375EAA8E-2AFB-B446-82CE-44220F7E394E}"/>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91779754-2F80-6A0A-BC94-85867B9C5E18}"/>
              </a:ext>
            </a:extLst>
          </p:cNvPr>
          <p:cNvSpPr txBox="1"/>
          <p:nvPr/>
        </p:nvSpPr>
        <p:spPr>
          <a:xfrm>
            <a:off x="4284325" y="2486407"/>
            <a:ext cx="2804844" cy="369332"/>
          </a:xfrm>
          <a:prstGeom prst="rect">
            <a:avLst/>
          </a:prstGeom>
          <a:noFill/>
        </p:spPr>
        <p:txBody>
          <a:bodyPr wrap="square" rtlCol="0">
            <a:spAutoFit/>
          </a:bodyPr>
          <a:lstStyle/>
          <a:p>
            <a:r>
              <a:rPr kumimoji="1" lang="ja-JP" altLang="en-US" dirty="0"/>
              <a:t>肯定的な回答が</a:t>
            </a:r>
            <a:r>
              <a:rPr kumimoji="1" lang="en-US" altLang="ja-JP" dirty="0"/>
              <a:t>80%</a:t>
            </a:r>
            <a:endParaRPr kumimoji="1" lang="ja-JP" altLang="en-US" dirty="0"/>
          </a:p>
        </p:txBody>
      </p:sp>
      <p:pic>
        <p:nvPicPr>
          <p:cNvPr id="5" name="図 4" descr="タイムライン&#10;&#10;AI 生成コンテンツは誤りを含む可能性があります。">
            <a:extLst>
              <a:ext uri="{FF2B5EF4-FFF2-40B4-BE49-F238E27FC236}">
                <a16:creationId xmlns:a16="http://schemas.microsoft.com/office/drawing/2014/main" id="{BE2DBF9B-D71D-77D2-3CE6-1CD7F69297FF}"/>
              </a:ext>
            </a:extLst>
          </p:cNvPr>
          <p:cNvPicPr>
            <a:picLocks noGrp="1" noRot="1" noChangeAspect="1" noMove="1" noResize="1" noEditPoints="1" noAdjustHandles="1" noChangeArrowheads="1" noChangeShapeType="1" noCrop="1"/>
          </p:cNvPicPr>
          <p:nvPr/>
        </p:nvPicPr>
        <p:blipFill>
          <a:blip r:embed="rId4">
            <a:extLst>
              <a:ext uri="{BEBA8EAE-BF5A-486C-A8C5-ECC9F3942E4B}">
                <a14:imgProps xmlns:a14="http://schemas.microsoft.com/office/drawing/2010/main">
                  <a14:imgLayer r:embed="rId5">
                    <a14:imgEffect>
                      <a14:artisticBlur/>
                    </a14:imgEffect>
                    <a14:imgEffect>
                      <a14:sharpenSoften amount="-50000"/>
                    </a14:imgEffect>
                    <a14:imgEffect>
                      <a14:saturation sat="90000"/>
                    </a14:imgEffect>
                    <a14:imgEffect>
                      <a14:brightnessContrast bright="-50000" contrast="-5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3" name="テキスト ボックス 32">
            <a:extLst>
              <a:ext uri="{FF2B5EF4-FFF2-40B4-BE49-F238E27FC236}">
                <a16:creationId xmlns:a16="http://schemas.microsoft.com/office/drawing/2014/main" id="{B6D75F61-EB47-A63E-98BA-4ADE60F6A1CE}"/>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u="sng" dirty="0">
                <a:solidFill>
                  <a:schemeClr val="bg1"/>
                </a:solidFill>
              </a:rPr>
              <a:t>「探究の目的は達成された」と言える</a:t>
            </a:r>
            <a:endParaRPr kumimoji="1" lang="ja-JP" altLang="en-US" sz="2400" u="sng" dirty="0">
              <a:solidFill>
                <a:schemeClr val="bg1"/>
              </a:solidFill>
            </a:endParaRPr>
          </a:p>
        </p:txBody>
      </p:sp>
      <p:sp>
        <p:nvSpPr>
          <p:cNvPr id="9" name="四角形: 角を丸くする 8">
            <a:extLst>
              <a:ext uri="{FF2B5EF4-FFF2-40B4-BE49-F238E27FC236}">
                <a16:creationId xmlns:a16="http://schemas.microsoft.com/office/drawing/2014/main" id="{0310ED2E-DB30-8F87-A5AD-7CC88164663C}"/>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テキスト ボックス 9">
            <a:extLst>
              <a:ext uri="{FF2B5EF4-FFF2-40B4-BE49-F238E27FC236}">
                <a16:creationId xmlns:a16="http://schemas.microsoft.com/office/drawing/2014/main" id="{3F4D66A7-2464-343C-0EF5-D3E8CBFA292F}"/>
              </a:ext>
            </a:extLst>
          </p:cNvPr>
          <p:cNvSpPr txBox="1"/>
          <p:nvPr/>
        </p:nvSpPr>
        <p:spPr>
          <a:xfrm>
            <a:off x="8629073" y="5953871"/>
            <a:ext cx="2610065" cy="830997"/>
          </a:xfrm>
          <a:prstGeom prst="rect">
            <a:avLst/>
          </a:prstGeom>
          <a:noFill/>
        </p:spPr>
        <p:txBody>
          <a:bodyPr wrap="square" rtlCol="0">
            <a:spAutoFit/>
          </a:bodyPr>
          <a:lstStyle/>
          <a:p>
            <a:r>
              <a:rPr lang="ja-JP" altLang="en-US" sz="2400" dirty="0">
                <a:solidFill>
                  <a:schemeClr val="bg1"/>
                </a:solidFill>
              </a:rPr>
              <a:t>←ホントに</a:t>
            </a:r>
            <a:r>
              <a:rPr lang="en-US" altLang="ja-JP" sz="2400" dirty="0">
                <a:solidFill>
                  <a:schemeClr val="bg1"/>
                </a:solidFill>
              </a:rPr>
              <a:t>(?_?)</a:t>
            </a:r>
          </a:p>
          <a:p>
            <a:r>
              <a:rPr lang="ja-JP" altLang="en-US" sz="2400" dirty="0">
                <a:solidFill>
                  <a:schemeClr val="bg1"/>
                </a:solidFill>
              </a:rPr>
              <a:t>　パパっと証明</a:t>
            </a:r>
            <a:r>
              <a:rPr lang="en-US" altLang="ja-JP" sz="2400" i="1" dirty="0">
                <a:solidFill>
                  <a:schemeClr val="bg1"/>
                </a:solidFill>
              </a:rPr>
              <a:t>!!</a:t>
            </a:r>
            <a:endParaRPr lang="ja-JP" altLang="en-US" sz="2400" i="1" dirty="0">
              <a:solidFill>
                <a:schemeClr val="bg1"/>
              </a:solidFill>
            </a:endParaRPr>
          </a:p>
        </p:txBody>
      </p:sp>
    </p:spTree>
    <p:extLst>
      <p:ext uri="{BB962C8B-B14F-4D97-AF65-F5344CB8AC3E}">
        <p14:creationId xmlns:p14="http://schemas.microsoft.com/office/powerpoint/2010/main" val="11194605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571C4-B116-45BB-E2B4-7387130A7913}"/>
            </a:ext>
          </a:extLst>
        </p:cNvPr>
        <p:cNvGrpSpPr/>
        <p:nvPr/>
      </p:nvGrpSpPr>
      <p:grpSpPr>
        <a:xfrm>
          <a:off x="0" y="0"/>
          <a:ext cx="0" cy="0"/>
          <a:chOff x="0" y="0"/>
          <a:chExt cx="0" cy="0"/>
        </a:xfrm>
      </p:grpSpPr>
      <p:graphicFrame>
        <p:nvGraphicFramePr>
          <p:cNvPr id="2" name="グラフ 1">
            <a:extLst>
              <a:ext uri="{FF2B5EF4-FFF2-40B4-BE49-F238E27FC236}">
                <a16:creationId xmlns:a16="http://schemas.microsoft.com/office/drawing/2014/main" id="{40AAECAB-AD37-6A31-2D14-747E4D56F43A}"/>
              </a:ext>
            </a:extLst>
          </p:cNvPr>
          <p:cNvGraphicFramePr>
            <a:graphicFrameLocks/>
          </p:cNvGraphicFramePr>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4351A0ED-0DE2-3225-23C8-2588233DAB2F}"/>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33238A0A-3A1E-7F59-A4BE-A0AB0EF13DBA}"/>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tx1">
                    <a:lumMod val="50000"/>
                    <a:lumOff val="50000"/>
                  </a:schemeClr>
                </a:solidFill>
              </a:rPr>
              <a:t>後輩に勧めたい</a:t>
            </a:r>
            <a:endParaRPr kumimoji="1" lang="ja-JP" altLang="en-US" dirty="0">
              <a:solidFill>
                <a:schemeClr val="tx1">
                  <a:lumMod val="50000"/>
                  <a:lumOff val="50000"/>
                </a:schemeClr>
              </a:solidFill>
            </a:endParaRPr>
          </a:p>
        </p:txBody>
      </p:sp>
      <p:sp>
        <p:nvSpPr>
          <p:cNvPr id="11" name="テキスト ボックス 10">
            <a:extLst>
              <a:ext uri="{FF2B5EF4-FFF2-40B4-BE49-F238E27FC236}">
                <a16:creationId xmlns:a16="http://schemas.microsoft.com/office/drawing/2014/main" id="{FE893291-255D-E71D-BDF5-6834241ADF0B}"/>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87086FB8-216A-2992-AD55-E959FBB10E9B}"/>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tx1">
                    <a:lumMod val="50000"/>
                    <a:lumOff val="50000"/>
                  </a:schemeClr>
                </a:solidFill>
              </a:rPr>
              <a:t>今後も使用したい</a:t>
            </a:r>
            <a:endParaRPr kumimoji="1" lang="ja-JP" altLang="en-US" dirty="0">
              <a:solidFill>
                <a:schemeClr val="tx1">
                  <a:lumMod val="50000"/>
                  <a:lumOff val="50000"/>
                </a:schemeClr>
              </a:solidFill>
            </a:endParaRPr>
          </a:p>
        </p:txBody>
      </p:sp>
      <p:sp>
        <p:nvSpPr>
          <p:cNvPr id="13" name="テキスト ボックス 12">
            <a:extLst>
              <a:ext uri="{FF2B5EF4-FFF2-40B4-BE49-F238E27FC236}">
                <a16:creationId xmlns:a16="http://schemas.microsoft.com/office/drawing/2014/main" id="{06EF8B4D-0348-EFD6-B0C1-8DC8D82199BF}"/>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A3E509BF-4FF7-36F8-6434-F0A0BB498CF6}"/>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2E4FECAA-C672-452E-DAB6-9C51E4D1150C}"/>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231C7E8D-2C00-1522-9073-3940AEA661D5}"/>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6D835F80-3FB4-C7AB-B48C-40C473BA9E91}"/>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2A047485-F912-A7D6-40F4-36EE5E0E5D03}"/>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940488B4-F671-012D-D5D8-F3AD996DD836}"/>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1DF4B130-DEED-F25E-D207-5C83C110AC4C}"/>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787CDF01-3576-0618-EEFF-D21B6AC869B4}"/>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CC50CB6A-F52F-FD33-1739-27C9A8A554BF}"/>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428216CB-7082-326C-70B3-A451FF63C1C2}"/>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A5B034A0-4A10-45CF-8DBE-2271E4A02018}"/>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E9B5AA7E-CD5D-594F-9292-391E3F318BB9}"/>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19752866-F892-7EC2-BFBD-177B6E275429}"/>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3" name="テキスト ボックス 2">
            <a:extLst>
              <a:ext uri="{FF2B5EF4-FFF2-40B4-BE49-F238E27FC236}">
                <a16:creationId xmlns:a16="http://schemas.microsoft.com/office/drawing/2014/main" id="{D2917CBC-FC46-1162-3412-E07E89C7A394}"/>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8A33F6C2-DBC1-9309-8467-B8AF74CE5089}"/>
              </a:ext>
            </a:extLst>
          </p:cNvPr>
          <p:cNvSpPr txBox="1"/>
          <p:nvPr/>
        </p:nvSpPr>
        <p:spPr>
          <a:xfrm>
            <a:off x="4284325" y="2486407"/>
            <a:ext cx="2804844" cy="369332"/>
          </a:xfrm>
          <a:prstGeom prst="rect">
            <a:avLst/>
          </a:prstGeom>
          <a:noFill/>
        </p:spPr>
        <p:txBody>
          <a:bodyPr wrap="square" rtlCol="0">
            <a:spAutoFit/>
          </a:bodyPr>
          <a:lstStyle/>
          <a:p>
            <a:r>
              <a:rPr kumimoji="1" lang="ja-JP" altLang="en-US" dirty="0"/>
              <a:t>肯定的な回答が</a:t>
            </a:r>
            <a:r>
              <a:rPr kumimoji="1" lang="en-US" altLang="ja-JP" dirty="0"/>
              <a:t>80%</a:t>
            </a:r>
            <a:endParaRPr kumimoji="1" lang="ja-JP" altLang="en-US" dirty="0"/>
          </a:p>
        </p:txBody>
      </p:sp>
      <p:pic>
        <p:nvPicPr>
          <p:cNvPr id="5" name="図 4" descr="タイムライン&#10;&#10;AI 生成コンテンツは誤りを含む可能性があります。">
            <a:extLst>
              <a:ext uri="{FF2B5EF4-FFF2-40B4-BE49-F238E27FC236}">
                <a16:creationId xmlns:a16="http://schemas.microsoft.com/office/drawing/2014/main" id="{08A6B05A-B523-B384-EB16-F088F592359C}"/>
              </a:ext>
            </a:extLst>
          </p:cNvPr>
          <p:cNvPicPr>
            <a:picLocks noGrp="1" noRot="1" noChangeAspect="1" noMove="1" noResize="1" noEditPoints="1" noAdjustHandles="1" noChangeArrowheads="1" noChangeShapeType="1" noCrop="1"/>
          </p:cNvPicPr>
          <p:nvPr/>
        </p:nvPicPr>
        <p:blipFill>
          <a:blip r:embed="rId4">
            <a:extLst>
              <a:ext uri="{BEBA8EAE-BF5A-486C-A8C5-ECC9F3942E4B}">
                <a14:imgProps xmlns:a14="http://schemas.microsoft.com/office/drawing/2010/main">
                  <a14:imgLayer r:embed="rId5">
                    <a14:imgEffect>
                      <a14:artisticBlur/>
                    </a14:imgEffect>
                    <a14:imgEffect>
                      <a14:sharpenSoften amount="-50000"/>
                    </a14:imgEffect>
                    <a14:imgEffect>
                      <a14:saturation sat="90000"/>
                    </a14:imgEffect>
                    <a14:imgEffect>
                      <a14:brightnessContrast bright="-50000" contrast="-5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3" name="テキスト ボックス 32">
            <a:extLst>
              <a:ext uri="{FF2B5EF4-FFF2-40B4-BE49-F238E27FC236}">
                <a16:creationId xmlns:a16="http://schemas.microsoft.com/office/drawing/2014/main" id="{4C654F2C-6E4A-8C0C-462F-CB28D8943B90}"/>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u="sng" dirty="0">
                <a:solidFill>
                  <a:schemeClr val="bg1"/>
                </a:solidFill>
              </a:rPr>
              <a:t>「探究の目的は達成された」と言える</a:t>
            </a:r>
            <a:endParaRPr kumimoji="1" lang="ja-JP" altLang="en-US" sz="2400" u="sng" dirty="0">
              <a:solidFill>
                <a:schemeClr val="bg1"/>
              </a:solidFill>
            </a:endParaRPr>
          </a:p>
        </p:txBody>
      </p:sp>
      <p:sp>
        <p:nvSpPr>
          <p:cNvPr id="9" name="四角形: 角を丸くする 8">
            <a:extLst>
              <a:ext uri="{FF2B5EF4-FFF2-40B4-BE49-F238E27FC236}">
                <a16:creationId xmlns:a16="http://schemas.microsoft.com/office/drawing/2014/main" id="{AD16A6AD-3778-8F80-9336-019F954BD169}"/>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テキスト ボックス 9">
            <a:extLst>
              <a:ext uri="{FF2B5EF4-FFF2-40B4-BE49-F238E27FC236}">
                <a16:creationId xmlns:a16="http://schemas.microsoft.com/office/drawing/2014/main" id="{98533261-20CD-BD78-C09F-409F774A3178}"/>
              </a:ext>
            </a:extLst>
          </p:cNvPr>
          <p:cNvSpPr txBox="1"/>
          <p:nvPr/>
        </p:nvSpPr>
        <p:spPr>
          <a:xfrm>
            <a:off x="8629073" y="5953871"/>
            <a:ext cx="2610065" cy="830997"/>
          </a:xfrm>
          <a:prstGeom prst="rect">
            <a:avLst/>
          </a:prstGeom>
          <a:noFill/>
        </p:spPr>
        <p:txBody>
          <a:bodyPr wrap="square" rtlCol="0">
            <a:spAutoFit/>
          </a:bodyPr>
          <a:lstStyle/>
          <a:p>
            <a:r>
              <a:rPr kumimoji="1" lang="ja-JP" altLang="en-US" sz="2400" dirty="0">
                <a:solidFill>
                  <a:schemeClr val="bg1"/>
                </a:solidFill>
              </a:rPr>
              <a:t>←</a:t>
            </a:r>
            <a:r>
              <a:rPr lang="ja-JP" altLang="en-US" sz="2400" dirty="0">
                <a:solidFill>
                  <a:schemeClr val="bg1"/>
                </a:solidFill>
              </a:rPr>
              <a:t>ホントに</a:t>
            </a:r>
            <a:r>
              <a:rPr lang="en-US" altLang="ja-JP" sz="2400" dirty="0">
                <a:solidFill>
                  <a:schemeClr val="bg1"/>
                </a:solidFill>
              </a:rPr>
              <a:t>(?_?)</a:t>
            </a:r>
          </a:p>
          <a:p>
            <a:r>
              <a:rPr lang="ja-JP" altLang="en-US" sz="2400" dirty="0">
                <a:solidFill>
                  <a:schemeClr val="bg1"/>
                </a:solidFill>
              </a:rPr>
              <a:t>　</a:t>
            </a:r>
            <a:r>
              <a:rPr kumimoji="1" lang="ja-JP" altLang="en-US" sz="2400" dirty="0">
                <a:solidFill>
                  <a:schemeClr val="bg1"/>
                </a:solidFill>
              </a:rPr>
              <a:t>パパっと証明</a:t>
            </a:r>
            <a:r>
              <a:rPr kumimoji="1" lang="en-US" altLang="ja-JP" sz="2400" i="1" dirty="0">
                <a:solidFill>
                  <a:schemeClr val="bg1"/>
                </a:solidFill>
              </a:rPr>
              <a:t>!!</a:t>
            </a:r>
            <a:endParaRPr kumimoji="1" lang="ja-JP" altLang="en-US" sz="2400" i="1" dirty="0">
              <a:solidFill>
                <a:schemeClr val="bg1"/>
              </a:solidFill>
            </a:endParaRPr>
          </a:p>
        </p:txBody>
      </p:sp>
      <p:sp>
        <p:nvSpPr>
          <p:cNvPr id="29" name="テキスト ボックス 28">
            <a:extLst>
              <a:ext uri="{FF2B5EF4-FFF2-40B4-BE49-F238E27FC236}">
                <a16:creationId xmlns:a16="http://schemas.microsoft.com/office/drawing/2014/main" id="{CB1A7394-9174-E105-F31D-61557F924529}"/>
              </a:ext>
            </a:extLst>
          </p:cNvPr>
          <p:cNvSpPr txBox="1"/>
          <p:nvPr/>
        </p:nvSpPr>
        <p:spPr>
          <a:xfrm>
            <a:off x="1457208" y="518306"/>
            <a:ext cx="9174495" cy="5180457"/>
          </a:xfrm>
          <a:prstGeom prst="rect">
            <a:avLst/>
          </a:prstGeom>
          <a:noFill/>
        </p:spPr>
        <p:txBody>
          <a:bodyPr wrap="square" rtlCol="0">
            <a:spAutoFit/>
          </a:bodyPr>
          <a:lstStyle/>
          <a:p>
            <a:pPr>
              <a:lnSpc>
                <a:spcPts val="4000"/>
              </a:lnSpc>
            </a:pPr>
            <a:r>
              <a:rPr lang="en-US" altLang="ja-JP" sz="2400" dirty="0">
                <a:solidFill>
                  <a:schemeClr val="bg1"/>
                </a:solidFill>
              </a:rPr>
              <a:t>｢</a:t>
            </a:r>
            <a:r>
              <a:rPr lang="ja-JP" altLang="en-US" sz="2400" dirty="0">
                <a:solidFill>
                  <a:schemeClr val="bg1"/>
                </a:solidFill>
              </a:rPr>
              <a:t>アンケートは無作為に回答され</a:t>
            </a:r>
            <a:r>
              <a:rPr lang="en-US" altLang="ja-JP" sz="2400" dirty="0">
                <a:solidFill>
                  <a:schemeClr val="bg1"/>
                </a:solidFill>
              </a:rPr>
              <a:t>､</a:t>
            </a:r>
            <a:r>
              <a:rPr lang="ja-JP" altLang="en-US" sz="2400" dirty="0">
                <a:solidFill>
                  <a:schemeClr val="bg1"/>
                </a:solidFill>
              </a:rPr>
              <a:t>偶然</a:t>
            </a:r>
            <a:r>
              <a:rPr lang="en-US" altLang="ja-JP" sz="2400" dirty="0">
                <a:solidFill>
                  <a:schemeClr val="bg1"/>
                </a:solidFill>
              </a:rPr>
              <a:t>80%</a:t>
            </a:r>
            <a:r>
              <a:rPr lang="ja-JP" altLang="en-US" sz="2400" dirty="0">
                <a:solidFill>
                  <a:schemeClr val="bg1"/>
                </a:solidFill>
              </a:rPr>
              <a:t>を超えた</a:t>
            </a:r>
            <a:r>
              <a:rPr lang="en-US" altLang="ja-JP" sz="2400" dirty="0">
                <a:solidFill>
                  <a:schemeClr val="bg1"/>
                </a:solidFill>
              </a:rPr>
              <a:t>｣</a:t>
            </a:r>
            <a:r>
              <a:rPr lang="ja-JP" altLang="en-US" sz="2400" dirty="0">
                <a:solidFill>
                  <a:schemeClr val="bg1"/>
                </a:solidFill>
              </a:rPr>
              <a:t>と仮定。</a:t>
            </a:r>
            <a:endParaRPr lang="en-US" altLang="ja-JP" sz="2400" dirty="0">
              <a:solidFill>
                <a:schemeClr val="bg1"/>
              </a:solidFill>
            </a:endParaRPr>
          </a:p>
          <a:p>
            <a:pPr>
              <a:lnSpc>
                <a:spcPts val="4000"/>
              </a:lnSpc>
            </a:pPr>
            <a:r>
              <a:rPr kumimoji="1" lang="ja-JP" altLang="en-US" sz="2400" dirty="0">
                <a:solidFill>
                  <a:schemeClr val="bg1"/>
                </a:solidFill>
              </a:rPr>
              <a:t>有意水準を</a:t>
            </a:r>
            <a:r>
              <a:rPr kumimoji="1" lang="en-US" altLang="ja-JP" sz="2400" dirty="0">
                <a:solidFill>
                  <a:schemeClr val="bg1"/>
                </a:solidFill>
              </a:rPr>
              <a:t>0.05(5%)</a:t>
            </a:r>
            <a:r>
              <a:rPr kumimoji="1" lang="ja-JP" altLang="en-US" sz="2400" dirty="0">
                <a:solidFill>
                  <a:schemeClr val="bg1"/>
                </a:solidFill>
              </a:rPr>
              <a:t>とする。</a:t>
            </a:r>
            <a:endParaRPr kumimoji="1" lang="en-US" altLang="ja-JP" sz="2400" dirty="0">
              <a:solidFill>
                <a:schemeClr val="bg1"/>
              </a:solidFill>
            </a:endParaRPr>
          </a:p>
          <a:p>
            <a:pPr>
              <a:lnSpc>
                <a:spcPts val="4000"/>
              </a:lnSpc>
            </a:pPr>
            <a:r>
              <a:rPr lang="en-US" altLang="ja-JP" sz="2400" dirty="0">
                <a:solidFill>
                  <a:schemeClr val="bg1"/>
                </a:solidFill>
              </a:rPr>
              <a:t>｢</a:t>
            </a:r>
            <a:r>
              <a:rPr lang="ja-JP" altLang="en-US" sz="2400" dirty="0">
                <a:solidFill>
                  <a:schemeClr val="bg1"/>
                </a:solidFill>
              </a:rPr>
              <a:t>はい</a:t>
            </a:r>
            <a:r>
              <a:rPr lang="en-US" altLang="ja-JP" sz="2400" dirty="0">
                <a:solidFill>
                  <a:schemeClr val="bg1"/>
                </a:solidFill>
              </a:rPr>
              <a:t>｣｢</a:t>
            </a:r>
            <a:r>
              <a:rPr lang="ja-JP" altLang="en-US" sz="2400" dirty="0">
                <a:solidFill>
                  <a:schemeClr val="bg1"/>
                </a:solidFill>
              </a:rPr>
              <a:t>どちらかというとはい</a:t>
            </a:r>
            <a:r>
              <a:rPr lang="en-US" altLang="ja-JP" sz="2400" dirty="0">
                <a:solidFill>
                  <a:schemeClr val="bg1"/>
                </a:solidFill>
              </a:rPr>
              <a:t>｣</a:t>
            </a:r>
            <a:r>
              <a:rPr lang="ja-JP" altLang="en-US" sz="2400" dirty="0">
                <a:solidFill>
                  <a:schemeClr val="bg1"/>
                </a:solidFill>
              </a:rPr>
              <a:t>に回答される確率はそれぞれ</a:t>
            </a:r>
            <a:r>
              <a:rPr lang="en-US" altLang="ja-JP" sz="2400" dirty="0">
                <a:solidFill>
                  <a:schemeClr val="bg1"/>
                </a:solidFill>
              </a:rPr>
              <a:t>1/5</a:t>
            </a:r>
            <a:r>
              <a:rPr lang="ja-JP" altLang="en-US" sz="2400" dirty="0">
                <a:solidFill>
                  <a:schemeClr val="bg1"/>
                </a:solidFill>
              </a:rPr>
              <a:t>。</a:t>
            </a:r>
            <a:endParaRPr lang="en-US" altLang="ja-JP" sz="2400" dirty="0">
              <a:solidFill>
                <a:schemeClr val="bg1"/>
              </a:solidFill>
            </a:endParaRPr>
          </a:p>
          <a:p>
            <a:pPr>
              <a:lnSpc>
                <a:spcPts val="4000"/>
              </a:lnSpc>
            </a:pPr>
            <a:r>
              <a:rPr kumimoji="1" lang="en-US" altLang="ja-JP" sz="2400" dirty="0">
                <a:solidFill>
                  <a:schemeClr val="bg1"/>
                </a:solidFill>
              </a:rPr>
              <a:t>｢</a:t>
            </a:r>
            <a:r>
              <a:rPr kumimoji="1" lang="ja-JP" altLang="en-US" sz="2400" dirty="0">
                <a:solidFill>
                  <a:schemeClr val="bg1"/>
                </a:solidFill>
              </a:rPr>
              <a:t>はい</a:t>
            </a:r>
            <a:r>
              <a:rPr kumimoji="1" lang="en-US" altLang="ja-JP" sz="2400" dirty="0">
                <a:solidFill>
                  <a:schemeClr val="bg1"/>
                </a:solidFill>
              </a:rPr>
              <a:t>｣｢</a:t>
            </a:r>
            <a:r>
              <a:rPr lang="ja-JP" altLang="en-US" sz="2400" dirty="0">
                <a:solidFill>
                  <a:schemeClr val="bg1"/>
                </a:solidFill>
              </a:rPr>
              <a:t>どちらかというとはい</a:t>
            </a:r>
            <a:r>
              <a:rPr kumimoji="1" lang="en-US" altLang="ja-JP" sz="2400" dirty="0">
                <a:solidFill>
                  <a:schemeClr val="bg1"/>
                </a:solidFill>
              </a:rPr>
              <a:t>｣</a:t>
            </a:r>
            <a:r>
              <a:rPr kumimoji="1" lang="ja-JP" altLang="en-US" sz="2400" dirty="0">
                <a:solidFill>
                  <a:schemeClr val="bg1"/>
                </a:solidFill>
              </a:rPr>
              <a:t>が偶然</a:t>
            </a:r>
            <a:r>
              <a:rPr kumimoji="1" lang="en-US" altLang="ja-JP" sz="2400" dirty="0">
                <a:solidFill>
                  <a:schemeClr val="bg1"/>
                </a:solidFill>
              </a:rPr>
              <a:t>80%</a:t>
            </a:r>
            <a:r>
              <a:rPr kumimoji="1" lang="ja-JP" altLang="en-US" sz="2400" dirty="0">
                <a:solidFill>
                  <a:schemeClr val="bg1"/>
                </a:solidFill>
              </a:rPr>
              <a:t>を超える確率は</a:t>
            </a:r>
            <a:endParaRPr lang="en-US" altLang="ja-JP" sz="2400" dirty="0">
              <a:solidFill>
                <a:schemeClr val="bg1"/>
              </a:solidFill>
            </a:endParaRPr>
          </a:p>
          <a:p>
            <a:pPr>
              <a:lnSpc>
                <a:spcPts val="4000"/>
              </a:lnSpc>
            </a:pPr>
            <a:endParaRPr kumimoji="1" lang="en-US" altLang="ja-JP" sz="2400" dirty="0">
              <a:solidFill>
                <a:schemeClr val="bg1"/>
              </a:solidFill>
            </a:endParaRPr>
          </a:p>
          <a:p>
            <a:pPr>
              <a:lnSpc>
                <a:spcPts val="4000"/>
              </a:lnSpc>
            </a:pPr>
            <a:endParaRPr kumimoji="1" lang="en-US" altLang="ja-JP" sz="2000" dirty="0">
              <a:solidFill>
                <a:schemeClr val="bg1"/>
              </a:solidFill>
            </a:endParaRPr>
          </a:p>
          <a:p>
            <a:pPr>
              <a:lnSpc>
                <a:spcPts val="4000"/>
              </a:lnSpc>
            </a:pPr>
            <a:r>
              <a:rPr lang="ja-JP" altLang="en-US" sz="2400" dirty="0">
                <a:solidFill>
                  <a:schemeClr val="bg1"/>
                </a:solidFill>
              </a:rPr>
              <a:t>となる。</a:t>
            </a:r>
            <a:endParaRPr lang="en-US" altLang="ja-JP" sz="2400" dirty="0">
              <a:solidFill>
                <a:schemeClr val="bg1"/>
              </a:solidFill>
            </a:endParaRPr>
          </a:p>
          <a:p>
            <a:pPr>
              <a:lnSpc>
                <a:spcPts val="4000"/>
              </a:lnSpc>
            </a:pPr>
            <a:r>
              <a:rPr lang="en-US" altLang="ja-JP" sz="2400" dirty="0">
                <a:solidFill>
                  <a:schemeClr val="bg1"/>
                </a:solidFill>
              </a:rPr>
              <a:t>0.0004541&lt;&lt;0.05</a:t>
            </a:r>
            <a:r>
              <a:rPr lang="ja-JP" altLang="en-US" sz="2400" dirty="0">
                <a:solidFill>
                  <a:schemeClr val="bg1"/>
                </a:solidFill>
              </a:rPr>
              <a:t>なので、仮定は誤り。</a:t>
            </a:r>
            <a:endParaRPr lang="en-US" altLang="ja-JP" sz="2400" dirty="0">
              <a:solidFill>
                <a:schemeClr val="bg1"/>
              </a:solidFill>
            </a:endParaRPr>
          </a:p>
          <a:p>
            <a:pPr>
              <a:lnSpc>
                <a:spcPts val="4000"/>
              </a:lnSpc>
            </a:pPr>
            <a:r>
              <a:rPr lang="ja-JP" altLang="en-US" sz="2400" dirty="0">
                <a:solidFill>
                  <a:schemeClr val="bg1"/>
                </a:solidFill>
              </a:rPr>
              <a:t>よって</a:t>
            </a:r>
            <a:r>
              <a:rPr lang="en-US" altLang="ja-JP" sz="2400" dirty="0">
                <a:solidFill>
                  <a:schemeClr val="bg1"/>
                </a:solidFill>
              </a:rPr>
              <a:t>､｢</a:t>
            </a:r>
            <a:r>
              <a:rPr lang="ja-JP" altLang="en-US" sz="2400" dirty="0">
                <a:solidFill>
                  <a:schemeClr val="bg1"/>
                </a:solidFill>
              </a:rPr>
              <a:t>はい</a:t>
            </a:r>
            <a:r>
              <a:rPr lang="en-US" altLang="ja-JP" sz="2400" dirty="0">
                <a:solidFill>
                  <a:schemeClr val="bg1"/>
                </a:solidFill>
              </a:rPr>
              <a:t>｣｢</a:t>
            </a:r>
            <a:r>
              <a:rPr lang="ja-JP" altLang="en-US" sz="2400" dirty="0">
                <a:solidFill>
                  <a:schemeClr val="bg1"/>
                </a:solidFill>
              </a:rPr>
              <a:t>どちらかというとはい</a:t>
            </a:r>
            <a:r>
              <a:rPr lang="en-US" altLang="ja-JP" sz="2400" dirty="0">
                <a:solidFill>
                  <a:schemeClr val="bg1"/>
                </a:solidFill>
              </a:rPr>
              <a:t>｣</a:t>
            </a:r>
            <a:r>
              <a:rPr lang="ja-JP" altLang="en-US" sz="2400" dirty="0">
                <a:solidFill>
                  <a:schemeClr val="bg1"/>
                </a:solidFill>
              </a:rPr>
              <a:t>の回答が</a:t>
            </a:r>
            <a:endParaRPr lang="en-US" altLang="ja-JP" sz="2400" dirty="0">
              <a:solidFill>
                <a:schemeClr val="bg1"/>
              </a:solidFill>
            </a:endParaRPr>
          </a:p>
          <a:p>
            <a:pPr algn="r">
              <a:lnSpc>
                <a:spcPts val="4000"/>
              </a:lnSpc>
            </a:pPr>
            <a:r>
              <a:rPr lang="en-US" altLang="ja-JP" sz="2400" dirty="0">
                <a:solidFill>
                  <a:schemeClr val="bg1"/>
                </a:solidFill>
              </a:rPr>
              <a:t>80%</a:t>
            </a:r>
            <a:r>
              <a:rPr lang="ja-JP" altLang="en-US" sz="2400" dirty="0">
                <a:solidFill>
                  <a:schemeClr val="bg1"/>
                </a:solidFill>
              </a:rPr>
              <a:t>を超えたのは偶然ではない。</a:t>
            </a:r>
            <a:endParaRPr lang="en-US" altLang="ja-JP" sz="2400" dirty="0">
              <a:solidFill>
                <a:schemeClr val="bg1"/>
              </a:solidFill>
            </a:endParaRPr>
          </a:p>
        </p:txBody>
      </p:sp>
      <p:grpSp>
        <p:nvGrpSpPr>
          <p:cNvPr id="8" name="グループ化 7">
            <a:extLst>
              <a:ext uri="{FF2B5EF4-FFF2-40B4-BE49-F238E27FC236}">
                <a16:creationId xmlns:a16="http://schemas.microsoft.com/office/drawing/2014/main" id="{60DCB26A-4FE5-01CF-AD23-92CD9E4FB4D2}"/>
              </a:ext>
            </a:extLst>
          </p:cNvPr>
          <p:cNvGrpSpPr/>
          <p:nvPr/>
        </p:nvGrpSpPr>
        <p:grpSpPr>
          <a:xfrm>
            <a:off x="1409699" y="2562840"/>
            <a:ext cx="9080581" cy="1138494"/>
            <a:chOff x="-2918460" y="7576012"/>
            <a:chExt cx="9080581" cy="1138494"/>
          </a:xfrm>
        </p:grpSpPr>
        <p:sp>
          <p:nvSpPr>
            <p:cNvPr id="30" name="テキスト ボックス 29">
              <a:extLst>
                <a:ext uri="{FF2B5EF4-FFF2-40B4-BE49-F238E27FC236}">
                  <a16:creationId xmlns:a16="http://schemas.microsoft.com/office/drawing/2014/main" id="{64BBC4F4-8F1F-9BA0-A8E7-D7ADAF7F9AB2}"/>
                </a:ext>
              </a:extLst>
            </p:cNvPr>
            <p:cNvSpPr txBox="1"/>
            <p:nvPr/>
          </p:nvSpPr>
          <p:spPr>
            <a:xfrm>
              <a:off x="-2559275" y="7576012"/>
              <a:ext cx="8721396" cy="929357"/>
            </a:xfrm>
            <a:prstGeom prst="rect">
              <a:avLst/>
            </a:prstGeom>
            <a:noFill/>
          </p:spPr>
          <p:txBody>
            <a:bodyPr wrap="square">
              <a:spAutoFit/>
            </a:bodyPr>
            <a:lstStyle/>
            <a:p>
              <a:pPr algn="ctr">
                <a:lnSpc>
                  <a:spcPct val="150000"/>
                </a:lnSpc>
              </a:pPr>
              <a:r>
                <a:rPr kumimoji="1" lang="en-US" altLang="ja-JP" sz="4000" dirty="0">
                  <a:solidFill>
                    <a:schemeClr val="bg1"/>
                  </a:solidFill>
                </a:rPr>
                <a:t>Σ{</a:t>
              </a:r>
              <a:r>
                <a:rPr kumimoji="1" lang="en-US" altLang="ja-JP" sz="4000" baseline="-2000" dirty="0">
                  <a:solidFill>
                    <a:schemeClr val="bg1"/>
                  </a:solidFill>
                </a:rPr>
                <a:t>17</a:t>
              </a:r>
              <a:r>
                <a:rPr kumimoji="1" lang="en-US" altLang="ja-JP" sz="4000" dirty="0">
                  <a:solidFill>
                    <a:schemeClr val="bg1"/>
                  </a:solidFill>
                </a:rPr>
                <a:t>C</a:t>
              </a:r>
              <a:r>
                <a:rPr kumimoji="1" lang="en-US" altLang="ja-JP" sz="4000" baseline="-2000" dirty="0">
                  <a:solidFill>
                    <a:schemeClr val="bg1"/>
                  </a:solidFill>
                </a:rPr>
                <a:t>k</a:t>
              </a:r>
              <a:r>
                <a:rPr kumimoji="1" lang="ja-JP" altLang="en-US" sz="4000" dirty="0">
                  <a:solidFill>
                    <a:schemeClr val="bg1"/>
                  </a:solidFill>
                </a:rPr>
                <a:t>・</a:t>
              </a:r>
              <a:r>
                <a:rPr kumimoji="1" lang="en-US" altLang="ja-JP" sz="4000" dirty="0">
                  <a:solidFill>
                    <a:schemeClr val="bg1"/>
                  </a:solidFill>
                </a:rPr>
                <a:t>(   )</a:t>
              </a:r>
              <a:r>
                <a:rPr kumimoji="1" lang="en-US" altLang="ja-JP" sz="4000" baseline="50000" dirty="0">
                  <a:solidFill>
                    <a:schemeClr val="bg1"/>
                  </a:solidFill>
                </a:rPr>
                <a:t>k</a:t>
              </a:r>
              <a:r>
                <a:rPr kumimoji="1" lang="ja-JP" altLang="en-US" sz="4000" dirty="0">
                  <a:solidFill>
                    <a:schemeClr val="bg1"/>
                  </a:solidFill>
                </a:rPr>
                <a:t>・</a:t>
              </a:r>
              <a:r>
                <a:rPr kumimoji="1" lang="en-US" altLang="ja-JP" sz="4000" dirty="0">
                  <a:solidFill>
                    <a:schemeClr val="bg1"/>
                  </a:solidFill>
                </a:rPr>
                <a:t>(   )</a:t>
              </a:r>
              <a:r>
                <a:rPr kumimoji="1" lang="en-US" altLang="ja-JP" sz="4000" baseline="50000" dirty="0">
                  <a:solidFill>
                    <a:schemeClr val="bg1"/>
                  </a:solidFill>
                </a:rPr>
                <a:t>(17-k)</a:t>
              </a:r>
              <a:r>
                <a:rPr kumimoji="1" lang="en-US" altLang="ja-JP" sz="4000" dirty="0">
                  <a:solidFill>
                    <a:schemeClr val="bg1"/>
                  </a:solidFill>
                </a:rPr>
                <a:t>}</a:t>
              </a:r>
              <a:r>
                <a:rPr kumimoji="1" lang="ja-JP" altLang="en-US" sz="4000" dirty="0">
                  <a:solidFill>
                    <a:schemeClr val="bg1"/>
                  </a:solidFill>
                </a:rPr>
                <a:t>≒</a:t>
              </a:r>
              <a:r>
                <a:rPr kumimoji="1" lang="en-US" altLang="ja-JP" sz="4000" dirty="0">
                  <a:solidFill>
                    <a:schemeClr val="bg1"/>
                  </a:solidFill>
                </a:rPr>
                <a:t>0.0004541</a:t>
              </a:r>
            </a:p>
          </p:txBody>
        </p:sp>
        <p:sp>
          <p:nvSpPr>
            <p:cNvPr id="31" name="テキスト ボックス 30">
              <a:extLst>
                <a:ext uri="{FF2B5EF4-FFF2-40B4-BE49-F238E27FC236}">
                  <a16:creationId xmlns:a16="http://schemas.microsoft.com/office/drawing/2014/main" id="{5058981B-DFAB-26D5-BF50-0FA1E9C74202}"/>
                </a:ext>
              </a:extLst>
            </p:cNvPr>
            <p:cNvSpPr txBox="1"/>
            <p:nvPr/>
          </p:nvSpPr>
          <p:spPr>
            <a:xfrm>
              <a:off x="-291688" y="7849860"/>
              <a:ext cx="710788" cy="849848"/>
            </a:xfrm>
            <a:prstGeom prst="rect">
              <a:avLst/>
            </a:prstGeom>
            <a:noFill/>
          </p:spPr>
          <p:txBody>
            <a:bodyPr wrap="square" lIns="0" tIns="0" rIns="0" bIns="0">
              <a:spAutoFit/>
            </a:bodyPr>
            <a:lstStyle/>
            <a:p>
              <a:pPr algn="ctr">
                <a:lnSpc>
                  <a:spcPts val="2000"/>
                </a:lnSpc>
              </a:pPr>
              <a:r>
                <a:rPr lang="en-US" altLang="ja-JP" sz="4000" dirty="0">
                  <a:solidFill>
                    <a:schemeClr val="bg1"/>
                  </a:solidFill>
                </a:rPr>
                <a:t>2</a:t>
              </a:r>
            </a:p>
            <a:p>
              <a:pPr algn="ctr">
                <a:lnSpc>
                  <a:spcPts val="2000"/>
                </a:lnSpc>
              </a:pPr>
              <a:r>
                <a:rPr kumimoji="1" lang="en-US" altLang="ja-JP" sz="4000" dirty="0">
                  <a:solidFill>
                    <a:schemeClr val="bg1"/>
                  </a:solidFill>
                </a:rPr>
                <a:t>―</a:t>
              </a:r>
            </a:p>
            <a:p>
              <a:pPr algn="ctr">
                <a:lnSpc>
                  <a:spcPts val="2000"/>
                </a:lnSpc>
              </a:pPr>
              <a:r>
                <a:rPr kumimoji="1" lang="en-US" altLang="ja-JP" sz="4000" dirty="0">
                  <a:solidFill>
                    <a:schemeClr val="bg1"/>
                  </a:solidFill>
                </a:rPr>
                <a:t>5</a:t>
              </a:r>
            </a:p>
          </p:txBody>
        </p:sp>
        <p:sp>
          <p:nvSpPr>
            <p:cNvPr id="32" name="テキスト ボックス 31">
              <a:extLst>
                <a:ext uri="{FF2B5EF4-FFF2-40B4-BE49-F238E27FC236}">
                  <a16:creationId xmlns:a16="http://schemas.microsoft.com/office/drawing/2014/main" id="{96EE0772-D55F-1A0A-FCEC-7F186CD5B4A2}"/>
                </a:ext>
              </a:extLst>
            </p:cNvPr>
            <p:cNvSpPr txBox="1"/>
            <p:nvPr/>
          </p:nvSpPr>
          <p:spPr>
            <a:xfrm>
              <a:off x="1232312" y="7849860"/>
              <a:ext cx="710788" cy="849848"/>
            </a:xfrm>
            <a:prstGeom prst="rect">
              <a:avLst/>
            </a:prstGeom>
            <a:noFill/>
          </p:spPr>
          <p:txBody>
            <a:bodyPr wrap="square" lIns="0" tIns="0" rIns="0" bIns="0">
              <a:spAutoFit/>
            </a:bodyPr>
            <a:lstStyle/>
            <a:p>
              <a:pPr algn="ctr">
                <a:lnSpc>
                  <a:spcPts val="2000"/>
                </a:lnSpc>
              </a:pPr>
              <a:r>
                <a:rPr lang="en-US" altLang="ja-JP" sz="4000" dirty="0">
                  <a:solidFill>
                    <a:schemeClr val="bg1"/>
                  </a:solidFill>
                </a:rPr>
                <a:t>3</a:t>
              </a:r>
            </a:p>
            <a:p>
              <a:pPr algn="ctr">
                <a:lnSpc>
                  <a:spcPts val="2000"/>
                </a:lnSpc>
              </a:pPr>
              <a:r>
                <a:rPr kumimoji="1" lang="en-US" altLang="ja-JP" sz="4000" dirty="0">
                  <a:solidFill>
                    <a:schemeClr val="bg1"/>
                  </a:solidFill>
                </a:rPr>
                <a:t>―</a:t>
              </a:r>
            </a:p>
            <a:p>
              <a:pPr algn="ctr">
                <a:lnSpc>
                  <a:spcPts val="2000"/>
                </a:lnSpc>
              </a:pPr>
              <a:r>
                <a:rPr kumimoji="1" lang="en-US" altLang="ja-JP" sz="4000" dirty="0">
                  <a:solidFill>
                    <a:schemeClr val="bg1"/>
                  </a:solidFill>
                </a:rPr>
                <a:t>5</a:t>
              </a:r>
            </a:p>
          </p:txBody>
        </p:sp>
        <p:sp>
          <p:nvSpPr>
            <p:cNvPr id="34" name="テキスト ボックス 33">
              <a:extLst>
                <a:ext uri="{FF2B5EF4-FFF2-40B4-BE49-F238E27FC236}">
                  <a16:creationId xmlns:a16="http://schemas.microsoft.com/office/drawing/2014/main" id="{871A184F-6128-DF97-6844-46D5922D5448}"/>
                </a:ext>
              </a:extLst>
            </p:cNvPr>
            <p:cNvSpPr txBox="1"/>
            <p:nvPr/>
          </p:nvSpPr>
          <p:spPr>
            <a:xfrm>
              <a:off x="-2887980" y="8406729"/>
              <a:ext cx="1452056" cy="307777"/>
            </a:xfrm>
            <a:prstGeom prst="rect">
              <a:avLst/>
            </a:prstGeom>
            <a:noFill/>
          </p:spPr>
          <p:txBody>
            <a:bodyPr wrap="square" lIns="0" tIns="0" rIns="0" bIns="0">
              <a:spAutoFit/>
            </a:bodyPr>
            <a:lstStyle/>
            <a:p>
              <a:pPr algn="ctr"/>
              <a:r>
                <a:rPr lang="en-US" altLang="ja-JP" sz="2000" dirty="0">
                  <a:solidFill>
                    <a:schemeClr val="bg1"/>
                  </a:solidFill>
                </a:rPr>
                <a:t>k=14</a:t>
              </a:r>
              <a:endParaRPr kumimoji="1" lang="en-US" altLang="ja-JP" sz="2000" dirty="0">
                <a:solidFill>
                  <a:schemeClr val="bg1"/>
                </a:solidFill>
              </a:endParaRPr>
            </a:p>
          </p:txBody>
        </p:sp>
        <p:sp>
          <p:nvSpPr>
            <p:cNvPr id="35" name="テキスト ボックス 34">
              <a:extLst>
                <a:ext uri="{FF2B5EF4-FFF2-40B4-BE49-F238E27FC236}">
                  <a16:creationId xmlns:a16="http://schemas.microsoft.com/office/drawing/2014/main" id="{5FD8F6CF-FC03-790B-752D-1EB20BC5C162}"/>
                </a:ext>
              </a:extLst>
            </p:cNvPr>
            <p:cNvSpPr txBox="1"/>
            <p:nvPr/>
          </p:nvSpPr>
          <p:spPr>
            <a:xfrm>
              <a:off x="-2918460" y="7576012"/>
              <a:ext cx="1452056" cy="307777"/>
            </a:xfrm>
            <a:prstGeom prst="rect">
              <a:avLst/>
            </a:prstGeom>
            <a:noFill/>
          </p:spPr>
          <p:txBody>
            <a:bodyPr wrap="square" lIns="0" tIns="0" rIns="0" bIns="0">
              <a:spAutoFit/>
            </a:bodyPr>
            <a:lstStyle/>
            <a:p>
              <a:pPr algn="ctr"/>
              <a:r>
                <a:rPr kumimoji="1" lang="en-US" altLang="ja-JP" sz="2000" dirty="0">
                  <a:solidFill>
                    <a:schemeClr val="bg1"/>
                  </a:solidFill>
                </a:rPr>
                <a:t>17</a:t>
              </a:r>
            </a:p>
          </p:txBody>
        </p:sp>
      </p:grpSp>
    </p:spTree>
    <p:extLst>
      <p:ext uri="{BB962C8B-B14F-4D97-AF65-F5344CB8AC3E}">
        <p14:creationId xmlns:p14="http://schemas.microsoft.com/office/powerpoint/2010/main" val="14540300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FB2CB-4340-DD73-DD58-2F625EC1F4F1}"/>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2A8920C0-81B5-18F5-263A-4A7F557938FE}"/>
              </a:ext>
            </a:extLst>
          </p:cNvPr>
          <p:cNvSpPr/>
          <p:nvPr/>
        </p:nvSpPr>
        <p:spPr>
          <a:xfrm>
            <a:off x="-49409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93651EBB-AF13-E68D-FF4F-B14E49181314}"/>
              </a:ext>
            </a:extLst>
          </p:cNvPr>
          <p:cNvSpPr/>
          <p:nvPr/>
        </p:nvSpPr>
        <p:spPr>
          <a:xfrm>
            <a:off x="-1436065" y="3093744"/>
            <a:ext cx="1352218" cy="66261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1E0EDD82-A78E-D2C5-9F1B-A74203895DB3}"/>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F7D37E7D-3DE2-E340-EB2B-D0056BE56FD1}"/>
              </a:ext>
            </a:extLst>
          </p:cNvPr>
          <p:cNvSpPr/>
          <p:nvPr/>
        </p:nvSpPr>
        <p:spPr>
          <a:xfrm>
            <a:off x="123066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E3E62BD1-3034-C513-E892-966B0FA9AD6B}"/>
              </a:ext>
            </a:extLst>
          </p:cNvPr>
          <p:cNvSpPr/>
          <p:nvPr/>
        </p:nvSpPr>
        <p:spPr>
          <a:xfrm>
            <a:off x="-32454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graphicFrame>
        <p:nvGraphicFramePr>
          <p:cNvPr id="2" name="グラフ 1">
            <a:extLst>
              <a:ext uri="{FF2B5EF4-FFF2-40B4-BE49-F238E27FC236}">
                <a16:creationId xmlns:a16="http://schemas.microsoft.com/office/drawing/2014/main" id="{C18848D7-CFD7-A5BC-640F-54B304F895C4}"/>
              </a:ext>
            </a:extLst>
          </p:cNvPr>
          <p:cNvGraphicFramePr>
            <a:graphicFrameLocks/>
          </p:cNvGraphicFramePr>
          <p:nvPr>
            <p:extLst>
              <p:ext uri="{D42A27DB-BD31-4B8C-83A1-F6EECF244321}">
                <p14:modId xmlns:p14="http://schemas.microsoft.com/office/powerpoint/2010/main" val="3140771629"/>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FF571112-6B72-8F23-F694-F4DC0288111C}"/>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FC37364C-7A7C-B4D0-05D4-A571AB9E7AF9}"/>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bg1"/>
                </a:solidFill>
              </a:rPr>
              <a:t>後輩に勧めたい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754A8BE8-C0C1-6617-AFD0-FD8E7518FCBF}"/>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tx1">
                    <a:lumMod val="50000"/>
                    <a:lumOff val="50000"/>
                  </a:schemeClr>
                </a:solidFill>
              </a:rPr>
              <a:t>検索システムがあれば授業が円滑に行えた</a:t>
            </a:r>
            <a:endParaRPr kumimoji="1" lang="ja-JP" altLang="en-US" dirty="0">
              <a:solidFill>
                <a:schemeClr val="tx1">
                  <a:lumMod val="50000"/>
                  <a:lumOff val="50000"/>
                </a:schemeClr>
              </a:solidFill>
            </a:endParaRPr>
          </a:p>
        </p:txBody>
      </p:sp>
      <p:sp>
        <p:nvSpPr>
          <p:cNvPr id="12" name="テキスト ボックス 11">
            <a:extLst>
              <a:ext uri="{FF2B5EF4-FFF2-40B4-BE49-F238E27FC236}">
                <a16:creationId xmlns:a16="http://schemas.microsoft.com/office/drawing/2014/main" id="{D293F8E1-73D2-A855-434B-4D3AF6249069}"/>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bg1"/>
                </a:solidFill>
              </a:rPr>
              <a:t>今後も使用したい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89FDB77A-BF1C-3777-19FE-2BA2673F66AE}"/>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F90F46E6-C94A-73A8-CBC4-752F800901B6}"/>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49332108-F2EE-31AE-8417-E7B00E9D119A}"/>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7A68083D-670A-8513-D593-06F812863504}"/>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FB0AAA5A-DD51-605C-5633-09B13C2DCDD0}"/>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A7A4FC48-37ED-3558-F20C-AC2BDC0C83BE}"/>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B39F8181-1638-E8EE-B4B7-B41951618558}"/>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D6AC0C8A-213E-4957-ACF9-301EC856D99C}"/>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6C99DC1A-0ED5-EC0E-C1A2-C0335AEB57D1}"/>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251C231A-E95F-5110-36C3-6962950185EE}"/>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1D157E54-2B36-B276-71A7-5679B0E574DA}"/>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E68372CD-321C-65A4-0C05-CA7D30D59BE6}"/>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F86419AC-2A8D-0229-32C4-EB67D5DDA6F0}"/>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214DB5C7-67ED-E7D4-1092-CF88D3787523}"/>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7" name="テキスト ボックス 26" hidden="1">
            <a:extLst>
              <a:ext uri="{FF2B5EF4-FFF2-40B4-BE49-F238E27FC236}">
                <a16:creationId xmlns:a16="http://schemas.microsoft.com/office/drawing/2014/main" id="{77E7BF4E-D409-5169-D9CB-7CB15402F902}"/>
              </a:ext>
            </a:extLst>
          </p:cNvPr>
          <p:cNvSpPr txBox="1"/>
          <p:nvPr/>
        </p:nvSpPr>
        <p:spPr>
          <a:xfrm>
            <a:off x="9781706" y="36441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C4B43B3F-2E4C-5C05-1590-F72A97940600}"/>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87E2AB14-1410-2A1C-D83C-451323082633}"/>
              </a:ext>
            </a:extLst>
          </p:cNvPr>
          <p:cNvSpPr txBox="1"/>
          <p:nvPr/>
        </p:nvSpPr>
        <p:spPr>
          <a:xfrm>
            <a:off x="5229547" y="1902619"/>
            <a:ext cx="2804844" cy="369332"/>
          </a:xfrm>
          <a:prstGeom prst="rect">
            <a:avLst/>
          </a:prstGeom>
          <a:noFill/>
        </p:spPr>
        <p:txBody>
          <a:bodyPr wrap="square" rtlCol="0">
            <a:spAutoFit/>
          </a:bodyPr>
          <a:lstStyle/>
          <a:p>
            <a:r>
              <a:rPr kumimoji="1" lang="ja-JP" altLang="en-US" dirty="0"/>
              <a:t>肯定的な回答が</a:t>
            </a:r>
            <a:r>
              <a:rPr lang="en-US" altLang="ja-JP" dirty="0"/>
              <a:t>9</a:t>
            </a:r>
            <a:r>
              <a:rPr kumimoji="1" lang="en-US" altLang="ja-JP" dirty="0"/>
              <a:t>0%</a:t>
            </a:r>
            <a:r>
              <a:rPr kumimoji="1" lang="ja-JP" altLang="en-US" dirty="0"/>
              <a:t>以上</a:t>
            </a:r>
          </a:p>
        </p:txBody>
      </p:sp>
      <p:sp>
        <p:nvSpPr>
          <p:cNvPr id="29" name="テキスト ボックス 28">
            <a:extLst>
              <a:ext uri="{FF2B5EF4-FFF2-40B4-BE49-F238E27FC236}">
                <a16:creationId xmlns:a16="http://schemas.microsoft.com/office/drawing/2014/main" id="{53D2E679-C79D-0200-ABA6-907CE55C10CA}"/>
              </a:ext>
            </a:extLst>
          </p:cNvPr>
          <p:cNvSpPr txBox="1"/>
          <p:nvPr/>
        </p:nvSpPr>
        <p:spPr>
          <a:xfrm>
            <a:off x="5229547" y="3045444"/>
            <a:ext cx="2804844" cy="369332"/>
          </a:xfrm>
          <a:prstGeom prst="rect">
            <a:avLst/>
          </a:prstGeom>
          <a:noFill/>
        </p:spPr>
        <p:txBody>
          <a:bodyPr wrap="square" rtlCol="0">
            <a:spAutoFit/>
          </a:bodyPr>
          <a:lstStyle/>
          <a:p>
            <a:r>
              <a:rPr kumimoji="1" lang="ja-JP" altLang="en-US" dirty="0"/>
              <a:t>肯定的な回答が</a:t>
            </a:r>
            <a:r>
              <a:rPr lang="en-US" altLang="ja-JP" dirty="0"/>
              <a:t>100%</a:t>
            </a:r>
            <a:endParaRPr kumimoji="1" lang="ja-JP" altLang="en-US" dirty="0"/>
          </a:p>
        </p:txBody>
      </p:sp>
      <p:sp>
        <p:nvSpPr>
          <p:cNvPr id="30" name="テキスト ボックス 29">
            <a:extLst>
              <a:ext uri="{FF2B5EF4-FFF2-40B4-BE49-F238E27FC236}">
                <a16:creationId xmlns:a16="http://schemas.microsoft.com/office/drawing/2014/main" id="{92FCE20F-0A8E-B0A0-70B1-7BF295A074F7}"/>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dirty="0">
                <a:solidFill>
                  <a:schemeClr val="bg1"/>
                </a:solidFill>
              </a:rPr>
              <a:t>「今後も開発を継続する意義がある」と言える</a:t>
            </a:r>
            <a:endParaRPr kumimoji="1" lang="ja-JP" altLang="en-US" sz="2400" dirty="0">
              <a:solidFill>
                <a:schemeClr val="bg1"/>
              </a:solidFill>
            </a:endParaRPr>
          </a:p>
        </p:txBody>
      </p:sp>
    </p:spTree>
    <p:extLst>
      <p:ext uri="{BB962C8B-B14F-4D97-AF65-F5344CB8AC3E}">
        <p14:creationId xmlns:p14="http://schemas.microsoft.com/office/powerpoint/2010/main" val="3977007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D4847-80A2-3F84-28D0-1060A6462741}"/>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58A05086-E691-5288-19B7-98FD5BAB5696}"/>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4B9DFA9C-A6AD-7295-2DCB-96200D217BDE}"/>
              </a:ext>
            </a:extLst>
          </p:cNvPr>
          <p:cNvSpPr/>
          <p:nvPr/>
        </p:nvSpPr>
        <p:spPr>
          <a:xfrm>
            <a:off x="3835373"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A2CDAD4-D4E8-17B3-95AA-8FAE0DED7002}"/>
              </a:ext>
            </a:extLst>
          </p:cNvPr>
          <p:cNvSpPr/>
          <p:nvPr/>
        </p:nvSpPr>
        <p:spPr>
          <a:xfrm>
            <a:off x="5473852" y="2267959"/>
            <a:ext cx="4754880" cy="232998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研究成果</a:t>
            </a:r>
            <a:endParaRPr kumimoji="1" lang="ja-JP" altLang="en-US" sz="6600" dirty="0"/>
          </a:p>
        </p:txBody>
      </p:sp>
      <p:sp>
        <p:nvSpPr>
          <p:cNvPr id="10" name="四角形: 角を丸くする 9">
            <a:extLst>
              <a:ext uri="{FF2B5EF4-FFF2-40B4-BE49-F238E27FC236}">
                <a16:creationId xmlns:a16="http://schemas.microsoft.com/office/drawing/2014/main" id="{9F6E0984-F509-A00D-02D1-F22566C8E2EA}"/>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E2138AB0-C8EF-A325-CC19-AB38DC78B754}"/>
              </a:ext>
            </a:extLst>
          </p:cNvPr>
          <p:cNvSpPr/>
          <p:nvPr/>
        </p:nvSpPr>
        <p:spPr>
          <a:xfrm>
            <a:off x="2088833"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3232270493"/>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0D203-0FAE-1F26-1751-05BAD31D91AF}"/>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BD238C5E-E577-9F5B-53AB-F521424E123B}"/>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BA30E26A-97BE-95DE-8266-E4CC6E6BD69A}"/>
              </a:ext>
            </a:extLst>
          </p:cNvPr>
          <p:cNvSpPr/>
          <p:nvPr/>
        </p:nvSpPr>
        <p:spPr>
          <a:xfrm>
            <a:off x="3835373"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E66BA5FC-D74C-B308-0621-68B0A26882DA}"/>
              </a:ext>
            </a:extLst>
          </p:cNvPr>
          <p:cNvSpPr/>
          <p:nvPr/>
        </p:nvSpPr>
        <p:spPr>
          <a:xfrm>
            <a:off x="5581913" y="3094812"/>
            <a:ext cx="1363978"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692E6636-1F16-4F75-AABB-A2D9A138BEB5}"/>
              </a:ext>
            </a:extLst>
          </p:cNvPr>
          <p:cNvSpPr/>
          <p:nvPr/>
        </p:nvSpPr>
        <p:spPr>
          <a:xfrm>
            <a:off x="7177100" y="2264009"/>
            <a:ext cx="4754882" cy="232998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結果と展望</a:t>
            </a:r>
          </a:p>
        </p:txBody>
      </p:sp>
      <p:sp>
        <p:nvSpPr>
          <p:cNvPr id="4" name="四角形: 角を丸くする 3">
            <a:extLst>
              <a:ext uri="{FF2B5EF4-FFF2-40B4-BE49-F238E27FC236}">
                <a16:creationId xmlns:a16="http://schemas.microsoft.com/office/drawing/2014/main" id="{4A2A3ECE-D4DF-EBE4-1151-2B142173CAE2}"/>
              </a:ext>
            </a:extLst>
          </p:cNvPr>
          <p:cNvSpPr/>
          <p:nvPr/>
        </p:nvSpPr>
        <p:spPr>
          <a:xfrm>
            <a:off x="2088833"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2484478393"/>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1BB6-23E0-9B81-E03A-76AF31F386D3}"/>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1FEC66D1-8376-B5E1-0C3B-F6AFDABD271B}"/>
              </a:ext>
            </a:extLst>
          </p:cNvPr>
          <p:cNvSpPr/>
          <p:nvPr/>
        </p:nvSpPr>
        <p:spPr>
          <a:xfrm>
            <a:off x="-667572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166897A8-C99C-2A94-A806-45A1B0F81ADF}"/>
              </a:ext>
            </a:extLst>
          </p:cNvPr>
          <p:cNvSpPr/>
          <p:nvPr/>
        </p:nvSpPr>
        <p:spPr>
          <a:xfrm>
            <a:off x="-3182647"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3B4DDDA5-5BD0-51AF-F66F-3A788A2ED950}"/>
              </a:ext>
            </a:extLst>
          </p:cNvPr>
          <p:cNvSpPr/>
          <p:nvPr/>
        </p:nvSpPr>
        <p:spPr>
          <a:xfrm>
            <a:off x="-1436107" y="3094812"/>
            <a:ext cx="1363978"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C352E56B-30BD-E4E6-316F-89042C89BB2E}"/>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4" name="四角形: 角を丸くする 3">
            <a:extLst>
              <a:ext uri="{FF2B5EF4-FFF2-40B4-BE49-F238E27FC236}">
                <a16:creationId xmlns:a16="http://schemas.microsoft.com/office/drawing/2014/main" id="{A020F560-9C4B-3BFB-AC96-FE30936B32A7}"/>
              </a:ext>
            </a:extLst>
          </p:cNvPr>
          <p:cNvSpPr/>
          <p:nvPr/>
        </p:nvSpPr>
        <p:spPr>
          <a:xfrm>
            <a:off x="-4929187"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3" name="テキスト ボックス 2">
            <a:extLst>
              <a:ext uri="{FF2B5EF4-FFF2-40B4-BE49-F238E27FC236}">
                <a16:creationId xmlns:a16="http://schemas.microsoft.com/office/drawing/2014/main" id="{D0CA063B-3E68-9DF2-2128-3231F74232B8}"/>
              </a:ext>
            </a:extLst>
          </p:cNvPr>
          <p:cNvSpPr txBox="1"/>
          <p:nvPr/>
        </p:nvSpPr>
        <p:spPr>
          <a:xfrm>
            <a:off x="6096679" y="3615590"/>
            <a:ext cx="5295900" cy="369332"/>
          </a:xfrm>
          <a:prstGeom prst="rect">
            <a:avLst/>
          </a:prstGeom>
          <a:noFill/>
        </p:spPr>
        <p:txBody>
          <a:bodyPr wrap="square" rtlCol="0">
            <a:spAutoFit/>
          </a:bodyPr>
          <a:lstStyle/>
          <a:p>
            <a:r>
              <a:rPr kumimoji="1" lang="ja-JP" altLang="en-US" dirty="0"/>
              <a:t>今後、より一層開発を進めていきたい</a:t>
            </a:r>
          </a:p>
        </p:txBody>
      </p:sp>
      <mc:AlternateContent xmlns:mc="http://schemas.openxmlformats.org/markup-compatibility/2006" xmlns:p14="http://schemas.microsoft.com/office/powerpoint/2010/main">
        <mc:Choice Requires="p14">
          <p:contentPart p14:bwMode="auto" r:id="rId3">
            <p14:nvContentPartPr>
              <p14:cNvPr id="14" name="インク 13">
                <a:extLst>
                  <a:ext uri="{FF2B5EF4-FFF2-40B4-BE49-F238E27FC236}">
                    <a16:creationId xmlns:a16="http://schemas.microsoft.com/office/drawing/2014/main" id="{025D0200-0A18-9C47-F0D9-257FA7C62996}"/>
                  </a:ext>
                </a:extLst>
              </p14:cNvPr>
              <p14:cNvContentPartPr/>
              <p14:nvPr/>
            </p14:nvContentPartPr>
            <p14:xfrm>
              <a:off x="1193790" y="-863660"/>
              <a:ext cx="360" cy="360"/>
            </p14:xfrm>
          </p:contentPart>
        </mc:Choice>
        <mc:Fallback xmlns="">
          <p:pic>
            <p:nvPicPr>
              <p:cNvPr id="14" name="インク 13">
                <a:extLst>
                  <a:ext uri="{FF2B5EF4-FFF2-40B4-BE49-F238E27FC236}">
                    <a16:creationId xmlns:a16="http://schemas.microsoft.com/office/drawing/2014/main" id="{025D0200-0A18-9C47-F0D9-257FA7C62996}"/>
                  </a:ext>
                </a:extLst>
              </p:cNvPr>
              <p:cNvPicPr/>
              <p:nvPr/>
            </p:nvPicPr>
            <p:blipFill>
              <a:blip r:embed="rId4"/>
              <a:stretch>
                <a:fillRect/>
              </a:stretch>
            </p:blipFill>
            <p:spPr>
              <a:xfrm>
                <a:off x="1184790" y="-8726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2" name="インク 141">
                <a:extLst>
                  <a:ext uri="{FF2B5EF4-FFF2-40B4-BE49-F238E27FC236}">
                    <a16:creationId xmlns:a16="http://schemas.microsoft.com/office/drawing/2014/main" id="{E2A048BD-1362-1A46-2892-C40F0F579F3A}"/>
                  </a:ext>
                </a:extLst>
              </p14:cNvPr>
              <p14:cNvContentPartPr/>
              <p14:nvPr/>
            </p14:nvContentPartPr>
            <p14:xfrm>
              <a:off x="-35250" y="-1425620"/>
              <a:ext cx="7200" cy="8280"/>
            </p14:xfrm>
          </p:contentPart>
        </mc:Choice>
        <mc:Fallback xmlns="">
          <p:pic>
            <p:nvPicPr>
              <p:cNvPr id="142" name="インク 141">
                <a:extLst>
                  <a:ext uri="{FF2B5EF4-FFF2-40B4-BE49-F238E27FC236}">
                    <a16:creationId xmlns:a16="http://schemas.microsoft.com/office/drawing/2014/main" id="{E2A048BD-1362-1A46-2892-C40F0F579F3A}"/>
                  </a:ext>
                </a:extLst>
              </p:cNvPr>
              <p:cNvPicPr/>
              <p:nvPr/>
            </p:nvPicPr>
            <p:blipFill>
              <a:blip r:embed="rId6"/>
              <a:stretch>
                <a:fillRect/>
              </a:stretch>
            </p:blipFill>
            <p:spPr>
              <a:xfrm>
                <a:off x="-43890" y="-1434260"/>
                <a:ext cx="24840" cy="25920"/>
              </a:xfrm>
              <a:prstGeom prst="rect">
                <a:avLst/>
              </a:prstGeom>
            </p:spPr>
          </p:pic>
        </mc:Fallback>
      </mc:AlternateContent>
    </p:spTree>
    <p:extLst>
      <p:ext uri="{BB962C8B-B14F-4D97-AF65-F5344CB8AC3E}">
        <p14:creationId xmlns:p14="http://schemas.microsoft.com/office/powerpoint/2010/main" val="39288806"/>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0DCD-B1D6-7FF2-4C65-1DB92EB201D3}"/>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16D8F218-AAEC-E000-BB38-6F081868BB95}"/>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187" name="テキスト ボックス 186">
            <a:extLst>
              <a:ext uri="{FF2B5EF4-FFF2-40B4-BE49-F238E27FC236}">
                <a16:creationId xmlns:a16="http://schemas.microsoft.com/office/drawing/2014/main" id="{1F6F4B09-5286-E254-DDAA-809F701A4099}"/>
              </a:ext>
            </a:extLst>
          </p:cNvPr>
          <p:cNvSpPr txBox="1"/>
          <p:nvPr/>
        </p:nvSpPr>
        <p:spPr>
          <a:xfrm>
            <a:off x="5438775" y="307634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188" name="テキスト ボックス 187">
            <a:extLst>
              <a:ext uri="{FF2B5EF4-FFF2-40B4-BE49-F238E27FC236}">
                <a16:creationId xmlns:a16="http://schemas.microsoft.com/office/drawing/2014/main" id="{AD0C0A1E-1AD5-65FF-DD62-C954B0AF8EB8}"/>
              </a:ext>
            </a:extLst>
          </p:cNvPr>
          <p:cNvSpPr txBox="1"/>
          <p:nvPr/>
        </p:nvSpPr>
        <p:spPr>
          <a:xfrm>
            <a:off x="1884362" y="4371201"/>
            <a:ext cx="8423275" cy="646331"/>
          </a:xfrm>
          <a:prstGeom prst="rect">
            <a:avLst/>
          </a:prstGeom>
          <a:noFill/>
        </p:spPr>
        <p:txBody>
          <a:bodyPr wrap="square" rtlCol="0">
            <a:spAutoFit/>
          </a:bodyPr>
          <a:lstStyle/>
          <a:p>
            <a:pPr algn="r"/>
            <a:r>
              <a:rPr kumimoji="1" lang="en-US" altLang="ja-JP" dirty="0">
                <a:noFill/>
              </a:rPr>
              <a:t>｢</a:t>
            </a:r>
            <a:r>
              <a:rPr kumimoji="1" lang="ja-JP" altLang="en-US" dirty="0">
                <a:noFill/>
              </a:rPr>
              <a:t>ポスター検索システムがあれば探究の授業が円滑に行えたか</a:t>
            </a:r>
            <a:r>
              <a:rPr kumimoji="1" lang="en-US" altLang="ja-JP" dirty="0">
                <a:noFill/>
              </a:rPr>
              <a:t>｣</a:t>
            </a:r>
            <a:r>
              <a:rPr kumimoji="1" lang="ja-JP" altLang="en-US" dirty="0">
                <a:noFill/>
              </a:rPr>
              <a:t>の質問において、</a:t>
            </a:r>
            <a:endParaRPr kumimoji="1" lang="en-US" altLang="ja-JP" dirty="0">
              <a:noFill/>
            </a:endParaRPr>
          </a:p>
          <a:p>
            <a:pPr algn="r"/>
            <a:r>
              <a:rPr lang="ja-JP" altLang="en-US" dirty="0">
                <a:noFill/>
              </a:rPr>
              <a:t>肯定的な回答が</a:t>
            </a:r>
            <a:r>
              <a:rPr lang="en-US" altLang="ja-JP" dirty="0">
                <a:noFill/>
              </a:rPr>
              <a:t>80%</a:t>
            </a:r>
            <a:r>
              <a:rPr lang="ja-JP" altLang="en-US" dirty="0">
                <a:noFill/>
              </a:rPr>
              <a:t>を超えているので、</a:t>
            </a:r>
            <a:endParaRPr kumimoji="1" lang="ja-JP" altLang="en-US" dirty="0">
              <a:noFill/>
            </a:endParaRPr>
          </a:p>
        </p:txBody>
      </p:sp>
    </p:spTree>
    <p:extLst>
      <p:ext uri="{BB962C8B-B14F-4D97-AF65-F5344CB8AC3E}">
        <p14:creationId xmlns:p14="http://schemas.microsoft.com/office/powerpoint/2010/main" val="6069967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AE98-B7B2-E0B6-09A7-C8CBB074F583}"/>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E6211596-E017-6C39-627E-EF2D662DC3D1}"/>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3" name="テキスト ボックス 2">
            <a:extLst>
              <a:ext uri="{FF2B5EF4-FFF2-40B4-BE49-F238E27FC236}">
                <a16:creationId xmlns:a16="http://schemas.microsoft.com/office/drawing/2014/main" id="{362FB940-FD06-7811-6288-ADA2C855CCA0}"/>
              </a:ext>
            </a:extLst>
          </p:cNvPr>
          <p:cNvSpPr txBox="1"/>
          <p:nvPr/>
        </p:nvSpPr>
        <p:spPr>
          <a:xfrm>
            <a:off x="5438775" y="181269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4" name="テキスト ボックス 3">
            <a:extLst>
              <a:ext uri="{FF2B5EF4-FFF2-40B4-BE49-F238E27FC236}">
                <a16:creationId xmlns:a16="http://schemas.microsoft.com/office/drawing/2014/main" id="{CFCFE445-F6AC-17E2-F402-96A12FEF4E34}"/>
              </a:ext>
            </a:extLst>
          </p:cNvPr>
          <p:cNvSpPr txBox="1"/>
          <p:nvPr/>
        </p:nvSpPr>
        <p:spPr>
          <a:xfrm>
            <a:off x="1884362" y="3107551"/>
            <a:ext cx="8423275" cy="646331"/>
          </a:xfrm>
          <a:prstGeom prst="rect">
            <a:avLst/>
          </a:prstGeom>
          <a:noFill/>
        </p:spPr>
        <p:txBody>
          <a:bodyPr wrap="square" rtlCol="0">
            <a:spAutoFit/>
          </a:bodyPr>
          <a:lstStyle/>
          <a:p>
            <a:pPr algn="r"/>
            <a:r>
              <a:rPr kumimoji="1" lang="en-US" altLang="ja-JP" dirty="0">
                <a:solidFill>
                  <a:schemeClr val="bg1"/>
                </a:solidFill>
              </a:rPr>
              <a:t>｢</a:t>
            </a:r>
            <a:r>
              <a:rPr kumimoji="1" lang="ja-JP" altLang="en-US" dirty="0">
                <a:solidFill>
                  <a:schemeClr val="bg1"/>
                </a:solidFill>
              </a:rPr>
              <a:t>ポスター検索システムがあれば探究の授業が円滑に行えたか</a:t>
            </a:r>
            <a:r>
              <a:rPr kumimoji="1" lang="en-US" altLang="ja-JP" dirty="0">
                <a:solidFill>
                  <a:schemeClr val="bg1"/>
                </a:solidFill>
              </a:rPr>
              <a:t>｣</a:t>
            </a:r>
            <a:r>
              <a:rPr kumimoji="1" lang="ja-JP" altLang="en-US" dirty="0">
                <a:solidFill>
                  <a:schemeClr val="bg1"/>
                </a:solidFill>
              </a:rPr>
              <a:t>の質問において、</a:t>
            </a:r>
            <a:endParaRPr kumimoji="1" lang="en-US" altLang="ja-JP" dirty="0">
              <a:solidFill>
                <a:schemeClr val="bg1"/>
              </a:solidFill>
            </a:endParaRPr>
          </a:p>
          <a:p>
            <a:pPr algn="r"/>
            <a:r>
              <a:rPr lang="ja-JP" altLang="en-US" dirty="0">
                <a:solidFill>
                  <a:schemeClr val="bg1"/>
                </a:solidFill>
              </a:rPr>
              <a:t>肯定的な回答が</a:t>
            </a:r>
            <a:r>
              <a:rPr lang="en-US" altLang="ja-JP" dirty="0">
                <a:solidFill>
                  <a:schemeClr val="bg1"/>
                </a:solidFill>
              </a:rPr>
              <a:t>80%</a:t>
            </a:r>
            <a:r>
              <a:rPr lang="ja-JP" altLang="en-US" dirty="0">
                <a:solidFill>
                  <a:schemeClr val="bg1"/>
                </a:solidFill>
              </a:rPr>
              <a:t>を超えているので、</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69F1A6C0-61B5-F9D0-0580-9DE2B99176E5}"/>
              </a:ext>
            </a:extLst>
          </p:cNvPr>
          <p:cNvSpPr txBox="1"/>
          <p:nvPr/>
        </p:nvSpPr>
        <p:spPr>
          <a:xfrm>
            <a:off x="-99060" y="4147234"/>
            <a:ext cx="12430760" cy="2554545"/>
          </a:xfrm>
          <a:prstGeom prst="rect">
            <a:avLst/>
          </a:prstGeom>
          <a:noFill/>
        </p:spPr>
        <p:txBody>
          <a:bodyPr wrap="square" rtlCol="0">
            <a:spAutoFit/>
          </a:bodyPr>
          <a:lstStyle/>
          <a:p>
            <a:pPr algn="ctr"/>
            <a:r>
              <a:rPr kumimoji="1" lang="ja-JP" altLang="en-US" sz="8000" b="1" dirty="0">
                <a:noFill/>
              </a:rPr>
              <a:t>探究の授業が円滑になった</a:t>
            </a:r>
            <a:r>
              <a:rPr kumimoji="1" lang="ja-JP" altLang="en-US" sz="4000" dirty="0">
                <a:noFill/>
              </a:rPr>
              <a:t>と</a:t>
            </a:r>
            <a:r>
              <a:rPr kumimoji="1" lang="ja-JP" altLang="en-US" sz="8000" dirty="0">
                <a:noFill/>
              </a:rPr>
              <a:t>言える</a:t>
            </a:r>
          </a:p>
        </p:txBody>
      </p:sp>
    </p:spTree>
    <p:extLst>
      <p:ext uri="{BB962C8B-B14F-4D97-AF65-F5344CB8AC3E}">
        <p14:creationId xmlns:p14="http://schemas.microsoft.com/office/powerpoint/2010/main" val="38069419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7DECB-524A-E25F-17DA-3D1ED71F47D0}"/>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75FC535F-F00D-9DA3-B22C-04E5050FFB14}"/>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513" name="テキスト ボックス 512">
            <a:extLst>
              <a:ext uri="{FF2B5EF4-FFF2-40B4-BE49-F238E27FC236}">
                <a16:creationId xmlns:a16="http://schemas.microsoft.com/office/drawing/2014/main" id="{852DE4AD-233C-A3A2-3AB1-82BC29998E7F}"/>
              </a:ext>
            </a:extLst>
          </p:cNvPr>
          <p:cNvSpPr txBox="1"/>
          <p:nvPr/>
        </p:nvSpPr>
        <p:spPr>
          <a:xfrm>
            <a:off x="5438775" y="44109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514" name="テキスト ボックス 513">
            <a:extLst>
              <a:ext uri="{FF2B5EF4-FFF2-40B4-BE49-F238E27FC236}">
                <a16:creationId xmlns:a16="http://schemas.microsoft.com/office/drawing/2014/main" id="{8FEF76B4-E38C-D9D8-4FFF-6DD6AE72EAF5}"/>
              </a:ext>
            </a:extLst>
          </p:cNvPr>
          <p:cNvSpPr txBox="1"/>
          <p:nvPr/>
        </p:nvSpPr>
        <p:spPr>
          <a:xfrm>
            <a:off x="1884362" y="1735951"/>
            <a:ext cx="8423275" cy="646331"/>
          </a:xfrm>
          <a:prstGeom prst="rect">
            <a:avLst/>
          </a:prstGeom>
          <a:noFill/>
        </p:spPr>
        <p:txBody>
          <a:bodyPr wrap="square" rtlCol="0">
            <a:spAutoFit/>
          </a:bodyPr>
          <a:lstStyle/>
          <a:p>
            <a:pPr algn="r"/>
            <a:r>
              <a:rPr kumimoji="1" lang="en-US" altLang="ja-JP" dirty="0">
                <a:solidFill>
                  <a:schemeClr val="bg1"/>
                </a:solidFill>
              </a:rPr>
              <a:t>｢</a:t>
            </a:r>
            <a:r>
              <a:rPr kumimoji="1" lang="ja-JP" altLang="en-US" dirty="0">
                <a:solidFill>
                  <a:schemeClr val="bg1"/>
                </a:solidFill>
              </a:rPr>
              <a:t>ポスター検索システムがあれば探究の授業が円滑に行えたか</a:t>
            </a:r>
            <a:r>
              <a:rPr kumimoji="1" lang="en-US" altLang="ja-JP" dirty="0">
                <a:solidFill>
                  <a:schemeClr val="bg1"/>
                </a:solidFill>
              </a:rPr>
              <a:t>｣</a:t>
            </a:r>
            <a:r>
              <a:rPr kumimoji="1" lang="ja-JP" altLang="en-US" dirty="0">
                <a:solidFill>
                  <a:schemeClr val="bg1"/>
                </a:solidFill>
              </a:rPr>
              <a:t>の質問において、</a:t>
            </a:r>
            <a:endParaRPr kumimoji="1" lang="en-US" altLang="ja-JP" dirty="0">
              <a:solidFill>
                <a:schemeClr val="bg1"/>
              </a:solidFill>
            </a:endParaRPr>
          </a:p>
          <a:p>
            <a:pPr algn="r"/>
            <a:r>
              <a:rPr lang="ja-JP" altLang="en-US" dirty="0">
                <a:solidFill>
                  <a:schemeClr val="bg1"/>
                </a:solidFill>
              </a:rPr>
              <a:t>肯定的な回答が</a:t>
            </a:r>
            <a:r>
              <a:rPr lang="en-US" altLang="ja-JP" dirty="0">
                <a:solidFill>
                  <a:schemeClr val="bg1"/>
                </a:solidFill>
              </a:rPr>
              <a:t>80%</a:t>
            </a:r>
            <a:r>
              <a:rPr lang="ja-JP" altLang="en-US" dirty="0">
                <a:solidFill>
                  <a:schemeClr val="bg1"/>
                </a:solidFill>
              </a:rPr>
              <a:t>を超えているので、</a:t>
            </a:r>
            <a:endParaRPr kumimoji="1" lang="ja-JP" altLang="en-US" dirty="0">
              <a:solidFill>
                <a:schemeClr val="bg1"/>
              </a:solidFill>
            </a:endParaRPr>
          </a:p>
        </p:txBody>
      </p:sp>
      <p:sp>
        <p:nvSpPr>
          <p:cNvPr id="515" name="テキスト ボックス 514">
            <a:extLst>
              <a:ext uri="{FF2B5EF4-FFF2-40B4-BE49-F238E27FC236}">
                <a16:creationId xmlns:a16="http://schemas.microsoft.com/office/drawing/2014/main" id="{9CA1B021-CFFF-AB8C-7ADD-F7E87C89C387}"/>
              </a:ext>
            </a:extLst>
          </p:cNvPr>
          <p:cNvSpPr txBox="1"/>
          <p:nvPr/>
        </p:nvSpPr>
        <p:spPr>
          <a:xfrm>
            <a:off x="-99060" y="2775634"/>
            <a:ext cx="12430760" cy="2554545"/>
          </a:xfrm>
          <a:prstGeom prst="rect">
            <a:avLst/>
          </a:prstGeom>
          <a:noFill/>
        </p:spPr>
        <p:txBody>
          <a:bodyPr wrap="square" rtlCol="0">
            <a:spAutoFit/>
          </a:bodyPr>
          <a:lstStyle/>
          <a:p>
            <a:pPr algn="ctr"/>
            <a:r>
              <a:rPr kumimoji="1" lang="ja-JP" altLang="en-US" sz="8000" b="1" dirty="0">
                <a:solidFill>
                  <a:schemeClr val="bg1"/>
                </a:solidFill>
              </a:rPr>
              <a:t>探究の授業が円滑になった</a:t>
            </a:r>
            <a:r>
              <a:rPr kumimoji="1" lang="ja-JP" altLang="en-US" sz="4000" dirty="0">
                <a:solidFill>
                  <a:schemeClr val="bg1"/>
                </a:solidFill>
              </a:rPr>
              <a:t>と</a:t>
            </a:r>
            <a:r>
              <a:rPr kumimoji="1" lang="ja-JP" altLang="en-US" sz="8000" dirty="0">
                <a:solidFill>
                  <a:schemeClr val="bg1"/>
                </a:solidFill>
              </a:rPr>
              <a:t>言える</a:t>
            </a:r>
          </a:p>
        </p:txBody>
      </p:sp>
      <p:sp>
        <p:nvSpPr>
          <p:cNvPr id="2" name="テキスト ボックス 1">
            <a:extLst>
              <a:ext uri="{FF2B5EF4-FFF2-40B4-BE49-F238E27FC236}">
                <a16:creationId xmlns:a16="http://schemas.microsoft.com/office/drawing/2014/main" id="{589D1021-A652-852F-390A-F2FCDA29C328}"/>
              </a:ext>
            </a:extLst>
          </p:cNvPr>
          <p:cNvSpPr txBox="1"/>
          <p:nvPr/>
        </p:nvSpPr>
        <p:spPr>
          <a:xfrm>
            <a:off x="-10283496" y="3246258"/>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01BC1B2C-5308-FD14-F2E3-D7E593C62D79}"/>
              </a:ext>
            </a:extLst>
          </p:cNvPr>
          <p:cNvSpPr txBox="1"/>
          <p:nvPr/>
        </p:nvSpPr>
        <p:spPr>
          <a:xfrm>
            <a:off x="-8306300" y="4877686"/>
            <a:ext cx="6096000" cy="369332"/>
          </a:xfrm>
          <a:prstGeom prst="rect">
            <a:avLst/>
          </a:prstGeom>
          <a:noFill/>
        </p:spPr>
        <p:txBody>
          <a:bodyPr wrap="square" rtlCol="0">
            <a:spAutoFit/>
          </a:bodyPr>
          <a:lstStyle/>
          <a:p>
            <a:pPr algn="ctr"/>
            <a:r>
              <a:rPr lang="en-US" altLang="ja-JP" dirty="0">
                <a:solidFill>
                  <a:schemeClr val="bg1"/>
                </a:solidFill>
              </a:rPr>
              <a:t>17</a:t>
            </a:r>
            <a:r>
              <a:rPr lang="ja-JP" altLang="en-US" dirty="0">
                <a:solidFill>
                  <a:schemeClr val="bg1"/>
                </a:solidFill>
              </a:rPr>
              <a:t>件しか集められなかったが、</a:t>
            </a:r>
            <a:r>
              <a:rPr lang="en-US" altLang="ja-JP" dirty="0">
                <a:solidFill>
                  <a:schemeClr val="bg1"/>
                </a:solidFill>
              </a:rPr>
              <a:t>100</a:t>
            </a:r>
            <a:r>
              <a:rPr lang="ja-JP" altLang="en-US" dirty="0">
                <a:solidFill>
                  <a:schemeClr val="bg1"/>
                </a:solidFill>
              </a:rPr>
              <a:t>件くらい集めたい</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482B6B61-68B1-55D4-CAAE-1F82FBCAECCD}"/>
              </a:ext>
            </a:extLst>
          </p:cNvPr>
          <p:cNvSpPr txBox="1"/>
          <p:nvPr/>
        </p:nvSpPr>
        <p:spPr>
          <a:xfrm>
            <a:off x="-4983480" y="3243763"/>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5" name="テキスト ボックス 4">
            <a:extLst>
              <a:ext uri="{FF2B5EF4-FFF2-40B4-BE49-F238E27FC236}">
                <a16:creationId xmlns:a16="http://schemas.microsoft.com/office/drawing/2014/main" id="{E62C810D-AFB5-1520-3805-9D870BAB6C6C}"/>
              </a:ext>
            </a:extLst>
          </p:cNvPr>
          <p:cNvSpPr txBox="1"/>
          <p:nvPr/>
        </p:nvSpPr>
        <p:spPr>
          <a:xfrm>
            <a:off x="8450759" y="5723531"/>
            <a:ext cx="8423275" cy="369332"/>
          </a:xfrm>
          <a:prstGeom prst="rect">
            <a:avLst/>
          </a:prstGeom>
          <a:noFill/>
        </p:spPr>
        <p:txBody>
          <a:bodyPr wrap="square" rtlCol="0">
            <a:spAutoFit/>
          </a:bodyPr>
          <a:lstStyle/>
          <a:p>
            <a:pPr algn="r"/>
            <a:r>
              <a:rPr kumimoji="1" lang="ja-JP" altLang="en-US" dirty="0">
                <a:solidFill>
                  <a:schemeClr val="bg1"/>
                </a:solidFill>
              </a:rPr>
              <a:t>ただ、</a:t>
            </a:r>
            <a:r>
              <a:rPr kumimoji="1" lang="en-US" altLang="ja-JP" dirty="0">
                <a:solidFill>
                  <a:schemeClr val="bg1"/>
                </a:solidFill>
              </a:rPr>
              <a:t>80%</a:t>
            </a:r>
            <a:r>
              <a:rPr kumimoji="1" lang="ja-JP" altLang="en-US" dirty="0">
                <a:solidFill>
                  <a:schemeClr val="bg1"/>
                </a:solidFill>
              </a:rPr>
              <a:t>で本当に言い切れるのかは未検証</a:t>
            </a:r>
          </a:p>
        </p:txBody>
      </p:sp>
    </p:spTree>
    <p:extLst>
      <p:ext uri="{BB962C8B-B14F-4D97-AF65-F5344CB8AC3E}">
        <p14:creationId xmlns:p14="http://schemas.microsoft.com/office/powerpoint/2010/main" val="14840767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B7FC-92EF-B567-92AE-E4B62FDB1265}"/>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3B7DF301-543A-CDB5-C749-2A575C0AC475}"/>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C39538F2-53D3-2B9D-8EA7-66E86792BD4C}"/>
              </a:ext>
            </a:extLst>
          </p:cNvPr>
          <p:cNvSpPr txBox="1"/>
          <p:nvPr/>
        </p:nvSpPr>
        <p:spPr>
          <a:xfrm>
            <a:off x="795984" y="3246258"/>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C5C6D17E-9FC7-A7A7-051B-94C8DA1D6398}"/>
              </a:ext>
            </a:extLst>
          </p:cNvPr>
          <p:cNvSpPr txBox="1"/>
          <p:nvPr/>
        </p:nvSpPr>
        <p:spPr>
          <a:xfrm>
            <a:off x="2773180" y="4877686"/>
            <a:ext cx="6096000" cy="369332"/>
          </a:xfrm>
          <a:prstGeom prst="rect">
            <a:avLst/>
          </a:prstGeom>
          <a:noFill/>
        </p:spPr>
        <p:txBody>
          <a:bodyPr wrap="square" rtlCol="0">
            <a:spAutoFit/>
          </a:bodyPr>
          <a:lstStyle/>
          <a:p>
            <a:pPr algn="ctr"/>
            <a:r>
              <a:rPr lang="en-US" altLang="ja-JP" dirty="0">
                <a:solidFill>
                  <a:schemeClr val="bg1"/>
                </a:solidFill>
              </a:rPr>
              <a:t>17</a:t>
            </a:r>
            <a:r>
              <a:rPr lang="ja-JP" altLang="en-US" dirty="0">
                <a:solidFill>
                  <a:schemeClr val="bg1"/>
                </a:solidFill>
              </a:rPr>
              <a:t>件しか集められなかったが、</a:t>
            </a:r>
            <a:r>
              <a:rPr lang="en-US" altLang="ja-JP" dirty="0">
                <a:solidFill>
                  <a:schemeClr val="bg1"/>
                </a:solidFill>
              </a:rPr>
              <a:t>100</a:t>
            </a:r>
            <a:r>
              <a:rPr lang="ja-JP" altLang="en-US" dirty="0">
                <a:solidFill>
                  <a:schemeClr val="bg1"/>
                </a:solidFill>
              </a:rPr>
              <a:t>件くらい集めたい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FF1121F7-E4F7-7787-F1DD-25E5928518D3}"/>
              </a:ext>
            </a:extLst>
          </p:cNvPr>
          <p:cNvSpPr txBox="1"/>
          <p:nvPr/>
        </p:nvSpPr>
        <p:spPr>
          <a:xfrm>
            <a:off x="6096000" y="3243763"/>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18" name="テキスト ボックス 17">
            <a:extLst>
              <a:ext uri="{FF2B5EF4-FFF2-40B4-BE49-F238E27FC236}">
                <a16:creationId xmlns:a16="http://schemas.microsoft.com/office/drawing/2014/main" id="{8CE53402-CD0E-9FC3-A896-BC71ED2842C3}"/>
              </a:ext>
            </a:extLst>
          </p:cNvPr>
          <p:cNvSpPr txBox="1"/>
          <p:nvPr/>
        </p:nvSpPr>
        <p:spPr>
          <a:xfrm>
            <a:off x="-10557816" y="2891488"/>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19" name="テキスト ボックス 18">
            <a:extLst>
              <a:ext uri="{FF2B5EF4-FFF2-40B4-BE49-F238E27FC236}">
                <a16:creationId xmlns:a16="http://schemas.microsoft.com/office/drawing/2014/main" id="{5F4AD6E6-19DB-BC3D-3481-BECB46FDC3A2}"/>
              </a:ext>
            </a:extLst>
          </p:cNvPr>
          <p:cNvSpPr txBox="1"/>
          <p:nvPr/>
        </p:nvSpPr>
        <p:spPr>
          <a:xfrm>
            <a:off x="-5254420" y="3246258"/>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20" name="テキスト ボックス 19">
            <a:extLst>
              <a:ext uri="{FF2B5EF4-FFF2-40B4-BE49-F238E27FC236}">
                <a16:creationId xmlns:a16="http://schemas.microsoft.com/office/drawing/2014/main" id="{E8E056FF-6FA7-0E6E-DCF9-692BDE9AA3F3}"/>
              </a:ext>
            </a:extLst>
          </p:cNvPr>
          <p:cNvSpPr txBox="1"/>
          <p:nvPr/>
        </p:nvSpPr>
        <p:spPr>
          <a:xfrm>
            <a:off x="-11039253" y="3260820"/>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21" name="テキスト ボックス 20">
            <a:extLst>
              <a:ext uri="{FF2B5EF4-FFF2-40B4-BE49-F238E27FC236}">
                <a16:creationId xmlns:a16="http://schemas.microsoft.com/office/drawing/2014/main" id="{F2D0C31A-A4F6-FF1D-85CB-00F1C13D24F1}"/>
              </a:ext>
            </a:extLst>
          </p:cNvPr>
          <p:cNvSpPr txBox="1"/>
          <p:nvPr/>
        </p:nvSpPr>
        <p:spPr>
          <a:xfrm>
            <a:off x="-8750756" y="4691016"/>
            <a:ext cx="6995658" cy="646331"/>
          </a:xfrm>
          <a:prstGeom prst="rect">
            <a:avLst/>
          </a:prstGeom>
          <a:noFill/>
        </p:spPr>
        <p:txBody>
          <a:bodyPr wrap="square" rtlCol="0">
            <a:spAutoFit/>
          </a:bodyPr>
          <a:lstStyle/>
          <a:p>
            <a:pPr algn="ctr"/>
            <a:r>
              <a:rPr kumimoji="1" lang="ja-JP" altLang="en-US" dirty="0">
                <a:solidFill>
                  <a:schemeClr val="bg1"/>
                </a:solidFill>
              </a:rPr>
              <a:t>ポスター検索システムを使った授業と使ってない授業を行い、</a:t>
            </a:r>
            <a:endParaRPr kumimoji="1" lang="en-US" altLang="ja-JP" dirty="0">
              <a:solidFill>
                <a:schemeClr val="bg1"/>
              </a:solidFill>
            </a:endParaRPr>
          </a:p>
          <a:p>
            <a:pPr algn="ctr"/>
            <a:r>
              <a:rPr kumimoji="1" lang="ja-JP" altLang="en-US" dirty="0">
                <a:solidFill>
                  <a:schemeClr val="bg1"/>
                </a:solidFill>
              </a:rPr>
              <a:t>同じ作業をするのにかかった時間を比較するなど</a:t>
            </a:r>
          </a:p>
        </p:txBody>
      </p:sp>
      <p:sp>
        <p:nvSpPr>
          <p:cNvPr id="24" name="テキスト ボックス 23">
            <a:extLst>
              <a:ext uri="{FF2B5EF4-FFF2-40B4-BE49-F238E27FC236}">
                <a16:creationId xmlns:a16="http://schemas.microsoft.com/office/drawing/2014/main" id="{71FCDF9F-DDC2-4E35-F09C-3A646CE35EA7}"/>
              </a:ext>
            </a:extLst>
          </p:cNvPr>
          <p:cNvSpPr txBox="1"/>
          <p:nvPr/>
        </p:nvSpPr>
        <p:spPr>
          <a:xfrm>
            <a:off x="5438775" y="-488021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25" name="テキスト ボックス 24">
            <a:extLst>
              <a:ext uri="{FF2B5EF4-FFF2-40B4-BE49-F238E27FC236}">
                <a16:creationId xmlns:a16="http://schemas.microsoft.com/office/drawing/2014/main" id="{D8F78FCC-315F-3308-3B63-2C630A04975C}"/>
              </a:ext>
            </a:extLst>
          </p:cNvPr>
          <p:cNvSpPr txBox="1"/>
          <p:nvPr/>
        </p:nvSpPr>
        <p:spPr>
          <a:xfrm>
            <a:off x="1884362" y="-3585349"/>
            <a:ext cx="8423275" cy="646331"/>
          </a:xfrm>
          <a:prstGeom prst="rect">
            <a:avLst/>
          </a:prstGeom>
          <a:noFill/>
        </p:spPr>
        <p:txBody>
          <a:bodyPr wrap="square" rtlCol="0">
            <a:spAutoFit/>
          </a:bodyPr>
          <a:lstStyle/>
          <a:p>
            <a:pPr algn="r"/>
            <a:r>
              <a:rPr kumimoji="1" lang="en-US" altLang="ja-JP" dirty="0">
                <a:solidFill>
                  <a:schemeClr val="bg1"/>
                </a:solidFill>
              </a:rPr>
              <a:t>｢</a:t>
            </a:r>
            <a:r>
              <a:rPr kumimoji="1" lang="ja-JP" altLang="en-US" dirty="0">
                <a:solidFill>
                  <a:schemeClr val="bg1"/>
                </a:solidFill>
              </a:rPr>
              <a:t>ポスター検索システムがあれば探究の授業が円滑に行えたか</a:t>
            </a:r>
            <a:r>
              <a:rPr kumimoji="1" lang="en-US" altLang="ja-JP" dirty="0">
                <a:solidFill>
                  <a:schemeClr val="bg1"/>
                </a:solidFill>
              </a:rPr>
              <a:t>｣</a:t>
            </a:r>
            <a:r>
              <a:rPr kumimoji="1" lang="ja-JP" altLang="en-US" dirty="0">
                <a:solidFill>
                  <a:schemeClr val="bg1"/>
                </a:solidFill>
              </a:rPr>
              <a:t>の質問において、</a:t>
            </a:r>
            <a:endParaRPr kumimoji="1" lang="en-US" altLang="ja-JP" dirty="0">
              <a:solidFill>
                <a:schemeClr val="bg1"/>
              </a:solidFill>
            </a:endParaRPr>
          </a:p>
          <a:p>
            <a:pPr algn="r"/>
            <a:r>
              <a:rPr lang="ja-JP" altLang="en-US" dirty="0">
                <a:solidFill>
                  <a:schemeClr val="bg1"/>
                </a:solidFill>
              </a:rPr>
              <a:t>肯定的な回答が</a:t>
            </a:r>
            <a:r>
              <a:rPr lang="en-US" altLang="ja-JP" dirty="0">
                <a:solidFill>
                  <a:schemeClr val="bg1"/>
                </a:solidFill>
              </a:rPr>
              <a:t>80%</a:t>
            </a:r>
            <a:r>
              <a:rPr lang="ja-JP" altLang="en-US" dirty="0">
                <a:solidFill>
                  <a:schemeClr val="bg1"/>
                </a:solidFill>
              </a:rPr>
              <a:t>を超えているので、</a:t>
            </a:r>
            <a:endParaRPr kumimoji="1" lang="ja-JP" altLang="en-US" dirty="0">
              <a:solidFill>
                <a:schemeClr val="bg1"/>
              </a:solidFill>
            </a:endParaRPr>
          </a:p>
        </p:txBody>
      </p:sp>
      <p:sp>
        <p:nvSpPr>
          <p:cNvPr id="26" name="テキスト ボックス 25">
            <a:extLst>
              <a:ext uri="{FF2B5EF4-FFF2-40B4-BE49-F238E27FC236}">
                <a16:creationId xmlns:a16="http://schemas.microsoft.com/office/drawing/2014/main" id="{7DE0D46A-DE52-99B6-8F82-4CCDE5BE4736}"/>
              </a:ext>
            </a:extLst>
          </p:cNvPr>
          <p:cNvSpPr txBox="1"/>
          <p:nvPr/>
        </p:nvSpPr>
        <p:spPr>
          <a:xfrm>
            <a:off x="-99060" y="-2545666"/>
            <a:ext cx="12430760" cy="2554545"/>
          </a:xfrm>
          <a:prstGeom prst="rect">
            <a:avLst/>
          </a:prstGeom>
          <a:noFill/>
        </p:spPr>
        <p:txBody>
          <a:bodyPr wrap="square" rtlCol="0">
            <a:spAutoFit/>
          </a:bodyPr>
          <a:lstStyle/>
          <a:p>
            <a:pPr algn="ctr"/>
            <a:r>
              <a:rPr kumimoji="1" lang="ja-JP" altLang="en-US" sz="8000" b="1" dirty="0">
                <a:solidFill>
                  <a:schemeClr val="bg1"/>
                </a:solidFill>
              </a:rPr>
              <a:t>探究の授業が円滑になった</a:t>
            </a:r>
            <a:r>
              <a:rPr kumimoji="1" lang="ja-JP" altLang="en-US" sz="4000" dirty="0">
                <a:solidFill>
                  <a:schemeClr val="bg1"/>
                </a:solidFill>
              </a:rPr>
              <a:t>と</a:t>
            </a:r>
            <a:r>
              <a:rPr kumimoji="1" lang="ja-JP" altLang="en-US" sz="8000" dirty="0">
                <a:solidFill>
                  <a:schemeClr val="bg1"/>
                </a:solidFill>
              </a:rPr>
              <a:t>言える</a:t>
            </a:r>
          </a:p>
        </p:txBody>
      </p:sp>
    </p:spTree>
    <p:extLst>
      <p:ext uri="{BB962C8B-B14F-4D97-AF65-F5344CB8AC3E}">
        <p14:creationId xmlns:p14="http://schemas.microsoft.com/office/powerpoint/2010/main" val="22764607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2243F-999F-05DC-7461-55C89E68B36B}"/>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C0154B6A-8862-B817-1149-8C1920663156}"/>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C664519F-98B5-E92E-137E-33C990A822F1}"/>
              </a:ext>
            </a:extLst>
          </p:cNvPr>
          <p:cNvSpPr txBox="1"/>
          <p:nvPr/>
        </p:nvSpPr>
        <p:spPr>
          <a:xfrm>
            <a:off x="795984" y="2891488"/>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FF48E536-1641-3578-5395-F280C165FEEC}"/>
              </a:ext>
            </a:extLst>
          </p:cNvPr>
          <p:cNvSpPr txBox="1"/>
          <p:nvPr/>
        </p:nvSpPr>
        <p:spPr>
          <a:xfrm>
            <a:off x="6099380" y="3198633"/>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E59BBD43-3295-FC1A-E60B-B95257939AD7}"/>
              </a:ext>
            </a:extLst>
          </p:cNvPr>
          <p:cNvSpPr txBox="1"/>
          <p:nvPr/>
        </p:nvSpPr>
        <p:spPr>
          <a:xfrm>
            <a:off x="314547" y="3260820"/>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FF1D8680-311F-4F77-0F87-AFB539771210}"/>
              </a:ext>
            </a:extLst>
          </p:cNvPr>
          <p:cNvSpPr txBox="1"/>
          <p:nvPr/>
        </p:nvSpPr>
        <p:spPr>
          <a:xfrm>
            <a:off x="803480" y="2399004"/>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98BF6D70-CBB3-F580-2388-9CA1122BA2BB}"/>
              </a:ext>
            </a:extLst>
          </p:cNvPr>
          <p:cNvSpPr txBox="1"/>
          <p:nvPr/>
        </p:nvSpPr>
        <p:spPr>
          <a:xfrm>
            <a:off x="6096000" y="2399004"/>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17" name="テキスト ボックス 16">
            <a:extLst>
              <a:ext uri="{FF2B5EF4-FFF2-40B4-BE49-F238E27FC236}">
                <a16:creationId xmlns:a16="http://schemas.microsoft.com/office/drawing/2014/main" id="{4B128E2F-C4A2-AB58-2C89-09B41B89C68C}"/>
              </a:ext>
            </a:extLst>
          </p:cNvPr>
          <p:cNvSpPr txBox="1"/>
          <p:nvPr/>
        </p:nvSpPr>
        <p:spPr>
          <a:xfrm>
            <a:off x="2603044" y="4691016"/>
            <a:ext cx="6995658" cy="646331"/>
          </a:xfrm>
          <a:prstGeom prst="rect">
            <a:avLst/>
          </a:prstGeom>
          <a:noFill/>
        </p:spPr>
        <p:txBody>
          <a:bodyPr wrap="square" rtlCol="0">
            <a:spAutoFit/>
          </a:bodyPr>
          <a:lstStyle/>
          <a:p>
            <a:pPr algn="ctr"/>
            <a:r>
              <a:rPr kumimoji="1" lang="ja-JP" altLang="en-US" dirty="0">
                <a:solidFill>
                  <a:schemeClr val="bg1"/>
                </a:solidFill>
              </a:rPr>
              <a:t>ポスター検索システムを使った授業と使ってない授業を行い、</a:t>
            </a:r>
            <a:endParaRPr kumimoji="1" lang="en-US" altLang="ja-JP" dirty="0">
              <a:solidFill>
                <a:schemeClr val="bg1"/>
              </a:solidFill>
            </a:endParaRPr>
          </a:p>
          <a:p>
            <a:pPr algn="ctr"/>
            <a:r>
              <a:rPr kumimoji="1" lang="ja-JP" altLang="en-US" dirty="0">
                <a:solidFill>
                  <a:schemeClr val="bg1"/>
                </a:solidFill>
              </a:rPr>
              <a:t>同じ作業をするのにかかった時間を比較するなど</a:t>
            </a:r>
          </a:p>
        </p:txBody>
      </p:sp>
      <p:sp>
        <p:nvSpPr>
          <p:cNvPr id="19" name="テキスト ボックス 18">
            <a:extLst>
              <a:ext uri="{FF2B5EF4-FFF2-40B4-BE49-F238E27FC236}">
                <a16:creationId xmlns:a16="http://schemas.microsoft.com/office/drawing/2014/main" id="{8887198B-11B9-1E06-63A2-778284729159}"/>
              </a:ext>
            </a:extLst>
          </p:cNvPr>
          <p:cNvSpPr txBox="1"/>
          <p:nvPr/>
        </p:nvSpPr>
        <p:spPr>
          <a:xfrm>
            <a:off x="12269605" y="4877686"/>
            <a:ext cx="6096000" cy="369332"/>
          </a:xfrm>
          <a:prstGeom prst="rect">
            <a:avLst/>
          </a:prstGeom>
          <a:noFill/>
        </p:spPr>
        <p:txBody>
          <a:bodyPr wrap="square" rtlCol="0">
            <a:spAutoFit/>
          </a:bodyPr>
          <a:lstStyle/>
          <a:p>
            <a:pPr algn="ctr"/>
            <a:r>
              <a:rPr lang="en-US" altLang="ja-JP" dirty="0">
                <a:solidFill>
                  <a:schemeClr val="bg1"/>
                </a:solidFill>
              </a:rPr>
              <a:t>17</a:t>
            </a:r>
            <a:r>
              <a:rPr lang="ja-JP" altLang="en-US" dirty="0">
                <a:solidFill>
                  <a:schemeClr val="bg1"/>
                </a:solidFill>
              </a:rPr>
              <a:t>件しか集められなかったが、</a:t>
            </a:r>
            <a:r>
              <a:rPr lang="en-US" altLang="ja-JP" dirty="0">
                <a:solidFill>
                  <a:schemeClr val="bg1"/>
                </a:solidFill>
              </a:rPr>
              <a:t>100</a:t>
            </a:r>
            <a:r>
              <a:rPr lang="ja-JP" altLang="en-US" dirty="0">
                <a:solidFill>
                  <a:schemeClr val="bg1"/>
                </a:solidFill>
              </a:rPr>
              <a:t>件くらい集めたい</a:t>
            </a:r>
            <a:endParaRPr kumimoji="1" lang="ja-JP" altLang="en-US" dirty="0">
              <a:solidFill>
                <a:schemeClr val="bg1"/>
              </a:solidFill>
            </a:endParaRPr>
          </a:p>
        </p:txBody>
      </p:sp>
      <p:sp>
        <p:nvSpPr>
          <p:cNvPr id="22" name="テキスト ボックス 21">
            <a:extLst>
              <a:ext uri="{FF2B5EF4-FFF2-40B4-BE49-F238E27FC236}">
                <a16:creationId xmlns:a16="http://schemas.microsoft.com/office/drawing/2014/main" id="{80B99251-212E-8D54-1826-2310351984A7}"/>
              </a:ext>
            </a:extLst>
          </p:cNvPr>
          <p:cNvSpPr txBox="1"/>
          <p:nvPr/>
        </p:nvSpPr>
        <p:spPr>
          <a:xfrm>
            <a:off x="-10481929"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25" name="テキスト ボックス 24">
            <a:extLst>
              <a:ext uri="{FF2B5EF4-FFF2-40B4-BE49-F238E27FC236}">
                <a16:creationId xmlns:a16="http://schemas.microsoft.com/office/drawing/2014/main" id="{670F82F9-0623-B0F4-A085-58BDF1B7E24C}"/>
              </a:ext>
            </a:extLst>
          </p:cNvPr>
          <p:cNvSpPr txBox="1"/>
          <p:nvPr/>
        </p:nvSpPr>
        <p:spPr>
          <a:xfrm>
            <a:off x="-5233341"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26" name="テキスト ボックス 25">
            <a:extLst>
              <a:ext uri="{FF2B5EF4-FFF2-40B4-BE49-F238E27FC236}">
                <a16:creationId xmlns:a16="http://schemas.microsoft.com/office/drawing/2014/main" id="{7CA3C16C-DE59-5705-78CD-B5F575867F6A}"/>
              </a:ext>
            </a:extLst>
          </p:cNvPr>
          <p:cNvSpPr txBox="1"/>
          <p:nvPr/>
        </p:nvSpPr>
        <p:spPr>
          <a:xfrm>
            <a:off x="-9629573"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42613572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235E6-D1B2-1997-95B3-FDAEB0BAB85D}"/>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DAD931BB-0836-9BA4-8035-4EE7598DB01B}"/>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B7B32C1B-CE74-561A-4F3A-22E94E882EDD}"/>
              </a:ext>
            </a:extLst>
          </p:cNvPr>
          <p:cNvSpPr txBox="1"/>
          <p:nvPr/>
        </p:nvSpPr>
        <p:spPr>
          <a:xfrm>
            <a:off x="795984" y="2136674"/>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542F5892-5DFA-D665-99CF-B26A918B4F86}"/>
              </a:ext>
            </a:extLst>
          </p:cNvPr>
          <p:cNvSpPr txBox="1"/>
          <p:nvPr/>
        </p:nvSpPr>
        <p:spPr>
          <a:xfrm>
            <a:off x="6091884"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A263A822-D1EA-53E2-7910-BCA7E79472DD}"/>
              </a:ext>
            </a:extLst>
          </p:cNvPr>
          <p:cNvSpPr txBox="1"/>
          <p:nvPr/>
        </p:nvSpPr>
        <p:spPr>
          <a:xfrm>
            <a:off x="314547" y="2506006"/>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FED1DF80-5B5B-F539-2456-6CEBDE8F3AA7}"/>
              </a:ext>
            </a:extLst>
          </p:cNvPr>
          <p:cNvSpPr txBox="1"/>
          <p:nvPr/>
        </p:nvSpPr>
        <p:spPr>
          <a:xfrm>
            <a:off x="803480" y="1644190"/>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5C55AC7A-66BA-DE10-6D5F-59DF448E5733}"/>
              </a:ext>
            </a:extLst>
          </p:cNvPr>
          <p:cNvSpPr txBox="1"/>
          <p:nvPr/>
        </p:nvSpPr>
        <p:spPr>
          <a:xfrm>
            <a:off x="6096000" y="1644190"/>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7" name="テキスト ボックス 6">
            <a:extLst>
              <a:ext uri="{FF2B5EF4-FFF2-40B4-BE49-F238E27FC236}">
                <a16:creationId xmlns:a16="http://schemas.microsoft.com/office/drawing/2014/main" id="{27370006-3815-04F9-0541-1FC273944162}"/>
              </a:ext>
            </a:extLst>
          </p:cNvPr>
          <p:cNvSpPr txBox="1"/>
          <p:nvPr/>
        </p:nvSpPr>
        <p:spPr>
          <a:xfrm>
            <a:off x="871871"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11" name="テキスト ボックス 10">
            <a:extLst>
              <a:ext uri="{FF2B5EF4-FFF2-40B4-BE49-F238E27FC236}">
                <a16:creationId xmlns:a16="http://schemas.microsoft.com/office/drawing/2014/main" id="{38733A5E-121E-11F0-FDC3-B521E4B3CDC3}"/>
              </a:ext>
            </a:extLst>
          </p:cNvPr>
          <p:cNvSpPr txBox="1"/>
          <p:nvPr/>
        </p:nvSpPr>
        <p:spPr>
          <a:xfrm>
            <a:off x="6099380" y="2436477"/>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18" name="テキスト ボックス 17">
            <a:extLst>
              <a:ext uri="{FF2B5EF4-FFF2-40B4-BE49-F238E27FC236}">
                <a16:creationId xmlns:a16="http://schemas.microsoft.com/office/drawing/2014/main" id="{9BD4B7FF-DBED-69D4-190E-6C73A39E0305}"/>
              </a:ext>
            </a:extLst>
          </p:cNvPr>
          <p:cNvSpPr txBox="1"/>
          <p:nvPr/>
        </p:nvSpPr>
        <p:spPr>
          <a:xfrm>
            <a:off x="14509294" y="4691016"/>
            <a:ext cx="6995658" cy="646331"/>
          </a:xfrm>
          <a:prstGeom prst="rect">
            <a:avLst/>
          </a:prstGeom>
          <a:noFill/>
        </p:spPr>
        <p:txBody>
          <a:bodyPr wrap="square" rtlCol="0">
            <a:spAutoFit/>
          </a:bodyPr>
          <a:lstStyle/>
          <a:p>
            <a:pPr algn="ctr"/>
            <a:r>
              <a:rPr kumimoji="1" lang="ja-JP" altLang="en-US" dirty="0">
                <a:solidFill>
                  <a:schemeClr val="bg1"/>
                </a:solidFill>
              </a:rPr>
              <a:t>ポスター検索システムを使った授業と使ってない授業を行い、</a:t>
            </a:r>
            <a:endParaRPr kumimoji="1" lang="en-US" altLang="ja-JP" dirty="0">
              <a:solidFill>
                <a:schemeClr val="bg1"/>
              </a:solidFill>
            </a:endParaRPr>
          </a:p>
          <a:p>
            <a:pPr algn="ctr"/>
            <a:r>
              <a:rPr kumimoji="1" lang="ja-JP" altLang="en-US" dirty="0">
                <a:solidFill>
                  <a:schemeClr val="bg1"/>
                </a:solidFill>
              </a:rPr>
              <a:t>同じ作業をするのにかかった時間を比較するなど</a:t>
            </a:r>
          </a:p>
        </p:txBody>
      </p:sp>
      <p:sp>
        <p:nvSpPr>
          <p:cNvPr id="21" name="テキスト ボックス 20">
            <a:extLst>
              <a:ext uri="{FF2B5EF4-FFF2-40B4-BE49-F238E27FC236}">
                <a16:creationId xmlns:a16="http://schemas.microsoft.com/office/drawing/2014/main" id="{4DDA00AC-71E4-88E5-2FAE-74134830ECD6}"/>
              </a:ext>
            </a:extLst>
          </p:cNvPr>
          <p:cNvSpPr txBox="1"/>
          <p:nvPr/>
        </p:nvSpPr>
        <p:spPr>
          <a:xfrm>
            <a:off x="-5280966" y="3616919"/>
            <a:ext cx="5224720" cy="369332"/>
          </a:xfrm>
          <a:prstGeom prst="rect">
            <a:avLst/>
          </a:prstGeom>
          <a:noFill/>
        </p:spPr>
        <p:txBody>
          <a:bodyPr wrap="square" rtlCol="0">
            <a:spAutoFit/>
          </a:bodyPr>
          <a:lstStyle/>
          <a:p>
            <a:r>
              <a:rPr lang="ja-JP" altLang="en-US" dirty="0">
                <a:solidFill>
                  <a:schemeClr val="bg1"/>
                </a:solidFill>
              </a:rPr>
              <a:t>→サーバーに移す</a:t>
            </a:r>
            <a:endParaRPr kumimoji="1" lang="ja-JP" altLang="en-US" dirty="0">
              <a:solidFill>
                <a:schemeClr val="bg1"/>
              </a:solidFill>
            </a:endParaRPr>
          </a:p>
        </p:txBody>
      </p:sp>
      <p:sp>
        <p:nvSpPr>
          <p:cNvPr id="22" name="テキスト ボックス 21">
            <a:extLst>
              <a:ext uri="{FF2B5EF4-FFF2-40B4-BE49-F238E27FC236}">
                <a16:creationId xmlns:a16="http://schemas.microsoft.com/office/drawing/2014/main" id="{2C2A8B4E-F629-3AEA-0772-C66B3B62D7F8}"/>
              </a:ext>
            </a:extLst>
          </p:cNvPr>
          <p:cNvSpPr txBox="1"/>
          <p:nvPr/>
        </p:nvSpPr>
        <p:spPr>
          <a:xfrm>
            <a:off x="-9677198" y="4651707"/>
            <a:ext cx="8807456" cy="1200329"/>
          </a:xfrm>
          <a:prstGeom prst="rect">
            <a:avLst/>
          </a:prstGeom>
          <a:noFill/>
        </p:spPr>
        <p:txBody>
          <a:bodyPr wrap="square" rtlCol="0">
            <a:spAutoFit/>
          </a:bodyPr>
          <a:lstStyle/>
          <a:p>
            <a:r>
              <a:rPr kumimoji="1" lang="ja-JP" altLang="en-US" dirty="0">
                <a:solidFill>
                  <a:schemeClr val="bg1"/>
                </a:solidFill>
              </a:rPr>
              <a:t>学校外からでもアクセスできる</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lang="ja-JP" altLang="en-US" dirty="0">
                <a:solidFill>
                  <a:schemeClr val="bg1"/>
                </a:solidFill>
              </a:rPr>
              <a:t>サーバーサイドの処理が使える</a:t>
            </a:r>
            <a:endParaRPr lang="en-US" altLang="ja-JP" dirty="0">
              <a:solidFill>
                <a:schemeClr val="bg1"/>
              </a:solidFill>
            </a:endParaRPr>
          </a:p>
          <a:p>
            <a:r>
              <a:rPr kumimoji="1" lang="ja-JP" altLang="en-US" dirty="0">
                <a:solidFill>
                  <a:schemeClr val="bg1"/>
                </a:solidFill>
              </a:rPr>
              <a:t>・ポスターの追加が劇的に簡単に</a:t>
            </a:r>
            <a:endParaRPr kumimoji="1" lang="en-US" altLang="ja-JP" dirty="0">
              <a:solidFill>
                <a:schemeClr val="bg1"/>
              </a:solidFill>
            </a:endParaRPr>
          </a:p>
          <a:p>
            <a:r>
              <a:rPr kumimoji="1" lang="ja-JP" altLang="en-US" dirty="0">
                <a:solidFill>
                  <a:schemeClr val="bg1"/>
                </a:solidFill>
              </a:rPr>
              <a:t>・コメントなどの機能も実装できる</a:t>
            </a:r>
          </a:p>
        </p:txBody>
      </p:sp>
      <p:sp>
        <p:nvSpPr>
          <p:cNvPr id="23" name="テキスト ボックス 22">
            <a:extLst>
              <a:ext uri="{FF2B5EF4-FFF2-40B4-BE49-F238E27FC236}">
                <a16:creationId xmlns:a16="http://schemas.microsoft.com/office/drawing/2014/main" id="{434EBE04-9CAB-75E0-5CB9-F1F7D20CB28D}"/>
              </a:ext>
            </a:extLst>
          </p:cNvPr>
          <p:cNvSpPr txBox="1"/>
          <p:nvPr/>
        </p:nvSpPr>
        <p:spPr>
          <a:xfrm>
            <a:off x="1695652"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23001890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1CE99-6DE9-341B-AB32-3E7B8D9CE8A1}"/>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664162C0-6E02-BA0C-0950-41C614C71B59}"/>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542C6393-E610-5935-0319-74679942B553}"/>
              </a:ext>
            </a:extLst>
          </p:cNvPr>
          <p:cNvSpPr txBox="1"/>
          <p:nvPr/>
        </p:nvSpPr>
        <p:spPr>
          <a:xfrm>
            <a:off x="795984" y="2136674"/>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4BD6203B-37AB-4361-CE07-3F496280EA60}"/>
              </a:ext>
            </a:extLst>
          </p:cNvPr>
          <p:cNvSpPr txBox="1"/>
          <p:nvPr/>
        </p:nvSpPr>
        <p:spPr>
          <a:xfrm>
            <a:off x="314547" y="2506006"/>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403F8795-4674-2E0B-6738-7CB3B503F8E0}"/>
              </a:ext>
            </a:extLst>
          </p:cNvPr>
          <p:cNvSpPr txBox="1"/>
          <p:nvPr/>
        </p:nvSpPr>
        <p:spPr>
          <a:xfrm>
            <a:off x="803480" y="1644190"/>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0C0B4480-3399-335D-B89A-E3BCB1892B83}"/>
              </a:ext>
            </a:extLst>
          </p:cNvPr>
          <p:cNvSpPr txBox="1"/>
          <p:nvPr/>
        </p:nvSpPr>
        <p:spPr>
          <a:xfrm>
            <a:off x="6096000" y="1644190"/>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7" name="テキスト ボックス 6">
            <a:extLst>
              <a:ext uri="{FF2B5EF4-FFF2-40B4-BE49-F238E27FC236}">
                <a16:creationId xmlns:a16="http://schemas.microsoft.com/office/drawing/2014/main" id="{BC5FF52A-3696-7387-C549-268BB5EC3189}"/>
              </a:ext>
            </a:extLst>
          </p:cNvPr>
          <p:cNvSpPr txBox="1"/>
          <p:nvPr/>
        </p:nvSpPr>
        <p:spPr>
          <a:xfrm>
            <a:off x="871871"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11" name="テキスト ボックス 10">
            <a:extLst>
              <a:ext uri="{FF2B5EF4-FFF2-40B4-BE49-F238E27FC236}">
                <a16:creationId xmlns:a16="http://schemas.microsoft.com/office/drawing/2014/main" id="{E74D9D42-7228-EFBF-CA17-532F4EC1E70D}"/>
              </a:ext>
            </a:extLst>
          </p:cNvPr>
          <p:cNvSpPr txBox="1"/>
          <p:nvPr/>
        </p:nvSpPr>
        <p:spPr>
          <a:xfrm>
            <a:off x="6099380" y="2436477"/>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F176A5E0-144E-9CB7-7FB0-F99D201AEB7C}"/>
              </a:ext>
            </a:extLst>
          </p:cNvPr>
          <p:cNvSpPr txBox="1"/>
          <p:nvPr/>
        </p:nvSpPr>
        <p:spPr>
          <a:xfrm>
            <a:off x="6091884" y="3616919"/>
            <a:ext cx="5224720" cy="369332"/>
          </a:xfrm>
          <a:prstGeom prst="rect">
            <a:avLst/>
          </a:prstGeom>
          <a:noFill/>
        </p:spPr>
        <p:txBody>
          <a:bodyPr wrap="square" rtlCol="0">
            <a:spAutoFit/>
          </a:bodyPr>
          <a:lstStyle/>
          <a:p>
            <a:r>
              <a:rPr lang="ja-JP" altLang="en-US" dirty="0">
                <a:solidFill>
                  <a:schemeClr val="bg1"/>
                </a:solidFill>
              </a:rPr>
              <a:t>→サーバーに移す</a:t>
            </a:r>
            <a:endParaRPr kumimoji="1" lang="ja-JP" altLang="en-US" dirty="0">
              <a:solidFill>
                <a:schemeClr val="bg1"/>
              </a:solidFill>
            </a:endParaRPr>
          </a:p>
        </p:txBody>
      </p:sp>
      <p:sp>
        <p:nvSpPr>
          <p:cNvPr id="18" name="テキスト ボックス 17">
            <a:extLst>
              <a:ext uri="{FF2B5EF4-FFF2-40B4-BE49-F238E27FC236}">
                <a16:creationId xmlns:a16="http://schemas.microsoft.com/office/drawing/2014/main" id="{19C1FEFF-6DA4-4FE3-438E-73CEB497BCFA}"/>
              </a:ext>
            </a:extLst>
          </p:cNvPr>
          <p:cNvSpPr txBox="1"/>
          <p:nvPr/>
        </p:nvSpPr>
        <p:spPr>
          <a:xfrm>
            <a:off x="6091884"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19" name="テキスト ボックス 18">
            <a:extLst>
              <a:ext uri="{FF2B5EF4-FFF2-40B4-BE49-F238E27FC236}">
                <a16:creationId xmlns:a16="http://schemas.microsoft.com/office/drawing/2014/main" id="{8E6144E8-B5A3-6591-BC4E-B07DE9695EBA}"/>
              </a:ext>
            </a:extLst>
          </p:cNvPr>
          <p:cNvSpPr txBox="1"/>
          <p:nvPr/>
        </p:nvSpPr>
        <p:spPr>
          <a:xfrm>
            <a:off x="1695652"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38323421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8CC2-4F65-B902-1A88-E69086826C01}"/>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B2671898-9DBC-89B0-4686-C01E5726CF7C}"/>
              </a:ext>
            </a:extLst>
          </p:cNvPr>
          <p:cNvSpPr/>
          <p:nvPr/>
        </p:nvSpPr>
        <p:spPr>
          <a:xfrm>
            <a:off x="-99060" y="-6858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BC80C9CE-348B-9B4B-1F22-B83075B7A0F4}"/>
              </a:ext>
            </a:extLst>
          </p:cNvPr>
          <p:cNvSpPr txBox="1"/>
          <p:nvPr/>
        </p:nvSpPr>
        <p:spPr>
          <a:xfrm>
            <a:off x="12740334" y="2231924"/>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5070ADE2-5D09-F381-6FD4-1E25D9F1BA79}"/>
              </a:ext>
            </a:extLst>
          </p:cNvPr>
          <p:cNvSpPr txBox="1"/>
          <p:nvPr/>
        </p:nvSpPr>
        <p:spPr>
          <a:xfrm>
            <a:off x="12258897" y="2601256"/>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ACD86208-1A23-75FA-622B-1FF04EAD69FE}"/>
              </a:ext>
            </a:extLst>
          </p:cNvPr>
          <p:cNvSpPr txBox="1"/>
          <p:nvPr/>
        </p:nvSpPr>
        <p:spPr>
          <a:xfrm>
            <a:off x="12747830" y="1834690"/>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A262D84F-D939-6159-F805-76FDBA56BD32}"/>
              </a:ext>
            </a:extLst>
          </p:cNvPr>
          <p:cNvSpPr txBox="1"/>
          <p:nvPr/>
        </p:nvSpPr>
        <p:spPr>
          <a:xfrm>
            <a:off x="18040350" y="1834690"/>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7" name="テキスト ボックス 6">
            <a:extLst>
              <a:ext uri="{FF2B5EF4-FFF2-40B4-BE49-F238E27FC236}">
                <a16:creationId xmlns:a16="http://schemas.microsoft.com/office/drawing/2014/main" id="{9A20026E-7717-9231-E0E2-6E30F0BFF9AB}"/>
              </a:ext>
            </a:extLst>
          </p:cNvPr>
          <p:cNvSpPr txBox="1"/>
          <p:nvPr/>
        </p:nvSpPr>
        <p:spPr>
          <a:xfrm>
            <a:off x="12816221"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11" name="テキスト ボックス 10">
            <a:extLst>
              <a:ext uri="{FF2B5EF4-FFF2-40B4-BE49-F238E27FC236}">
                <a16:creationId xmlns:a16="http://schemas.microsoft.com/office/drawing/2014/main" id="{29EB0900-2590-C98E-A48C-085B8CC945E2}"/>
              </a:ext>
            </a:extLst>
          </p:cNvPr>
          <p:cNvSpPr txBox="1"/>
          <p:nvPr/>
        </p:nvSpPr>
        <p:spPr>
          <a:xfrm>
            <a:off x="18043730" y="2531727"/>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FB199822-EDCA-01AE-D2FB-EAACC09BA239}"/>
              </a:ext>
            </a:extLst>
          </p:cNvPr>
          <p:cNvSpPr txBox="1"/>
          <p:nvPr/>
        </p:nvSpPr>
        <p:spPr>
          <a:xfrm>
            <a:off x="18036234" y="3616919"/>
            <a:ext cx="5224720" cy="369332"/>
          </a:xfrm>
          <a:prstGeom prst="rect">
            <a:avLst/>
          </a:prstGeom>
          <a:noFill/>
        </p:spPr>
        <p:txBody>
          <a:bodyPr wrap="square" rtlCol="0">
            <a:spAutoFit/>
          </a:bodyPr>
          <a:lstStyle/>
          <a:p>
            <a:r>
              <a:rPr lang="ja-JP" altLang="en-US" dirty="0">
                <a:solidFill>
                  <a:schemeClr val="bg1"/>
                </a:solidFill>
              </a:rPr>
              <a:t>→サーバーに移す</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144DE488-2674-BE6F-B754-81299F7F187E}"/>
              </a:ext>
            </a:extLst>
          </p:cNvPr>
          <p:cNvSpPr txBox="1"/>
          <p:nvPr/>
        </p:nvSpPr>
        <p:spPr>
          <a:xfrm>
            <a:off x="18055284"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1A714AAF-EF43-47B4-4459-DE76A905BFE4}"/>
              </a:ext>
            </a:extLst>
          </p:cNvPr>
          <p:cNvSpPr txBox="1"/>
          <p:nvPr/>
        </p:nvSpPr>
        <p:spPr>
          <a:xfrm>
            <a:off x="13659052"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63071297"/>
      </p:ext>
    </p:extLst>
  </p:cSld>
  <p:clrMapOvr>
    <a:masterClrMapping/>
  </p:clrMapOvr>
  <mc:AlternateContent xmlns:mc="http://schemas.openxmlformats.org/markup-compatibility/2006" xmlns:p159="http://schemas.microsoft.com/office/powerpoint/2015/09/main">
    <mc:Choice Requires="p159">
      <p:transition spd="slow" advClick="0" advTm="5000">
        <p159:morph option="byObject"/>
      </p:transition>
    </mc:Choice>
    <mc:Fallback xmlns="">
      <p:transition spd="slow" advClick="0" advTm="5000">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023AA-1317-879A-9024-E4313B917E08}"/>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76432521-CCDF-90FC-FE62-FAC1931B0B3F}"/>
              </a:ext>
            </a:extLst>
          </p:cNvPr>
          <p:cNvSpPr txBox="1"/>
          <p:nvPr/>
        </p:nvSpPr>
        <p:spPr>
          <a:xfrm>
            <a:off x="1249135" y="2414877"/>
            <a:ext cx="9693730" cy="2031325"/>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参考文献</a:t>
            </a:r>
            <a:r>
              <a:rPr lang="en-US" altLang="ja-JP" dirty="0">
                <a:solidFill>
                  <a:schemeClr val="bg1"/>
                </a:solidFill>
              </a:rPr>
              <a:t>】</a:t>
            </a:r>
          </a:p>
          <a:p>
            <a:endParaRPr lang="en-US" altLang="ja-JP" dirty="0">
              <a:solidFill>
                <a:schemeClr val="bg1"/>
              </a:solidFill>
            </a:endParaRPr>
          </a:p>
          <a:p>
            <a:endParaRPr lang="en-US" altLang="ja-JP" dirty="0">
              <a:solidFill>
                <a:schemeClr val="bg1"/>
              </a:solidFill>
            </a:endParaRPr>
          </a:p>
          <a:p>
            <a:r>
              <a:rPr kumimoji="1" lang="ja-JP" altLang="en-US" dirty="0">
                <a:solidFill>
                  <a:schemeClr val="bg1"/>
                </a:solidFill>
              </a:rPr>
              <a:t>　</a:t>
            </a:r>
            <a:r>
              <a:rPr kumimoji="1" lang="en-US" altLang="ja-JP" dirty="0">
                <a:solidFill>
                  <a:schemeClr val="bg1"/>
                </a:solidFill>
              </a:rPr>
              <a:t>Mozilla</a:t>
            </a:r>
            <a:r>
              <a:rPr lang="ja-JP" altLang="en-US" dirty="0">
                <a:solidFill>
                  <a:schemeClr val="bg1"/>
                </a:solidFill>
              </a:rPr>
              <a:t>　</a:t>
            </a:r>
            <a:r>
              <a:rPr kumimoji="1" lang="ja-JP" altLang="en-US" dirty="0">
                <a:solidFill>
                  <a:schemeClr val="bg1"/>
                </a:solidFill>
              </a:rPr>
              <a:t>「</a:t>
            </a:r>
            <a:r>
              <a:rPr kumimoji="1" lang="en-US" altLang="ja-JP" dirty="0">
                <a:solidFill>
                  <a:schemeClr val="bg1"/>
                </a:solidFill>
              </a:rPr>
              <a:t>MDN Web docs｣</a:t>
            </a:r>
            <a:r>
              <a:rPr lang="ja-JP" altLang="en-US" dirty="0">
                <a:solidFill>
                  <a:schemeClr val="bg1"/>
                </a:solidFill>
              </a:rPr>
              <a:t>　</a:t>
            </a:r>
            <a:r>
              <a:rPr kumimoji="1" lang="en-US" altLang="ja-JP" dirty="0">
                <a:solidFill>
                  <a:schemeClr val="bg1"/>
                </a:solidFill>
              </a:rPr>
              <a:t>https://developer.mozilla.org/ja/</a:t>
            </a:r>
          </a:p>
          <a:p>
            <a:endParaRPr kumimoji="1" lang="en-US" altLang="ja-JP" dirty="0">
              <a:solidFill>
                <a:schemeClr val="bg1"/>
              </a:solidFill>
            </a:endParaRPr>
          </a:p>
          <a:p>
            <a:r>
              <a:rPr lang="ja-JP" altLang="en-US" dirty="0">
                <a:solidFill>
                  <a:schemeClr val="bg1"/>
                </a:solidFill>
              </a:rPr>
              <a:t>　兵庫県立三田祥雲館高等学校数学･情報講座 </a:t>
            </a:r>
            <a:r>
              <a:rPr lang="en-US" altLang="ja-JP" dirty="0">
                <a:solidFill>
                  <a:schemeClr val="bg1"/>
                </a:solidFill>
              </a:rPr>
              <a:t>20</a:t>
            </a:r>
            <a:r>
              <a:rPr lang="ja-JP" altLang="en-US" dirty="0">
                <a:solidFill>
                  <a:schemeClr val="bg1"/>
                </a:solidFill>
              </a:rPr>
              <a:t>回生 岡本優奈 山岸由芽 若林かなで</a:t>
            </a:r>
            <a:endParaRPr lang="en-US" altLang="ja-JP" dirty="0">
              <a:solidFill>
                <a:schemeClr val="bg1"/>
              </a:solidFill>
            </a:endParaRPr>
          </a:p>
          <a:p>
            <a:r>
              <a:rPr lang="en-US" altLang="ja-JP" dirty="0">
                <a:solidFill>
                  <a:schemeClr val="bg1"/>
                </a:solidFill>
              </a:rPr>
              <a:t>			｢</a:t>
            </a:r>
            <a:r>
              <a:rPr lang="ja-JP" altLang="en-US" dirty="0">
                <a:solidFill>
                  <a:schemeClr val="bg1"/>
                </a:solidFill>
              </a:rPr>
              <a:t>祥雲館のポスター検索システム～探究でお困りのあなたへ～」</a:t>
            </a:r>
            <a:endParaRPr kumimoji="1" lang="ja-JP" altLang="en-US" dirty="0">
              <a:solidFill>
                <a:schemeClr val="bg1"/>
              </a:solidFill>
            </a:endParaRPr>
          </a:p>
        </p:txBody>
      </p:sp>
    </p:spTree>
    <p:extLst>
      <p:ext uri="{BB962C8B-B14F-4D97-AF65-F5344CB8AC3E}">
        <p14:creationId xmlns:p14="http://schemas.microsoft.com/office/powerpoint/2010/main" val="2299684426"/>
      </p:ext>
    </p:extLst>
  </p:cSld>
  <p:clrMapOvr>
    <a:masterClrMapping/>
  </p:clrMapOvr>
  <mc:AlternateContent xmlns:mc="http://schemas.openxmlformats.org/markup-compatibility/2006" xmlns:p159="http://schemas.microsoft.com/office/powerpoint/2015/09/main">
    <mc:Choice Requires="p159">
      <p:transition spd="slow" advClick="0" advTm="3000">
        <p159:morph option="byObject"/>
      </p:transition>
    </mc:Choice>
    <mc:Fallback xmlns="">
      <p:transition spd="slow" advClick="0" advTm="3000">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FB1F6-9A63-C71E-9B02-D67FC4F3933D}"/>
            </a:ext>
          </a:extLst>
        </p:cNvPr>
        <p:cNvGrpSpPr/>
        <p:nvPr/>
      </p:nvGrpSpPr>
      <p:grpSpPr>
        <a:xfrm>
          <a:off x="0" y="0"/>
          <a:ext cx="0" cy="0"/>
          <a:chOff x="0" y="0"/>
          <a:chExt cx="0" cy="0"/>
        </a:xfrm>
      </p:grpSpPr>
    </p:spTree>
    <p:extLst>
      <p:ext uri="{BB962C8B-B14F-4D97-AF65-F5344CB8AC3E}">
        <p14:creationId xmlns:p14="http://schemas.microsoft.com/office/powerpoint/2010/main" val="12756232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TM03457515[[fn=ビュー]]</Template>
  <TotalTime>4449</TotalTime>
  <Words>15385</Words>
  <Application>Microsoft Office PowerPoint</Application>
  <PresentationFormat>ワイド画面</PresentationFormat>
  <Paragraphs>3466</Paragraphs>
  <Slides>72</Slides>
  <Notes>72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72</vt:i4>
      </vt:variant>
    </vt:vector>
  </HeadingPairs>
  <TitlesOfParts>
    <vt:vector size="77" baseType="lpstr">
      <vt:lpstr>HG創英角ﾎﾟｯﾌﾟ体</vt:lpstr>
      <vt:lpstr>游ゴシック</vt:lpstr>
      <vt:lpstr>游ゴシック Light</vt:lpstr>
      <vt:lpstr>Arial</vt:lpstr>
      <vt:lpstr>Office テーマ</vt:lpstr>
      <vt:lpstr>Shoun Poster Finder</vt:lpstr>
      <vt:lpstr>Shoun Poster Finder</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totoka 3710</dc:creator>
  <cp:lastModifiedBy>totoka 3710</cp:lastModifiedBy>
  <cp:revision>3</cp:revision>
  <dcterms:created xsi:type="dcterms:W3CDTF">2025-09-11T02:12:34Z</dcterms:created>
  <dcterms:modified xsi:type="dcterms:W3CDTF">2025-09-29T03:04:53Z</dcterms:modified>
</cp:coreProperties>
</file>