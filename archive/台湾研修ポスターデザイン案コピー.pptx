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3" r:id="rId3"/>
  </p:sldIdLst>
  <p:sldSz cx="9601200" cy="12801600" type="A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4D5933-5CFC-4667-A900-2E280E5840D7}" v="3745" dt="2025-03-22T18:01:24.746"/>
    <p1510:client id="{A309E8E5-8313-DD7F-EE66-286C40C03C32}" v="109" dt="2025-03-22T13:53:09.544"/>
    <p1510:client id="{AC1A2C8C-EA34-6D64-7134-669DF494ED58}" v="191" dt="2025-03-22T14:31:53.1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856" autoAdjust="0"/>
    <p:restoredTop sz="97848" autoAdjust="0"/>
  </p:normalViewPr>
  <p:slideViewPr>
    <p:cSldViewPr snapToGrid="0">
      <p:cViewPr varScale="1">
        <p:scale>
          <a:sx n="137" d="100"/>
          <a:sy n="137" d="100"/>
        </p:scale>
        <p:origin x="168"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200150" y="2095079"/>
            <a:ext cx="7200900" cy="4456853"/>
          </a:xfrm>
        </p:spPr>
        <p:txBody>
          <a:bodyPr anchor="b"/>
          <a:lstStyle>
            <a:lvl1pPr algn="ctr">
              <a:defRPr sz="1356"/>
            </a:lvl1pPr>
          </a:lstStyle>
          <a:p>
            <a:r>
              <a:rPr kumimoji="1" lang="ja-JP" altLang="en-US"/>
              <a:t>マスター タイトルの書式設定</a:t>
            </a:r>
          </a:p>
        </p:txBody>
      </p:sp>
      <p:sp>
        <p:nvSpPr>
          <p:cNvPr id="3" name="サブタイトル 2"/>
          <p:cNvSpPr>
            <a:spLocks noGrp="1"/>
          </p:cNvSpPr>
          <p:nvPr>
            <p:ph type="subTitle" idx="1"/>
          </p:nvPr>
        </p:nvSpPr>
        <p:spPr>
          <a:xfrm>
            <a:off x="1200150" y="6723805"/>
            <a:ext cx="7200900" cy="3090755"/>
          </a:xfrm>
        </p:spPr>
        <p:txBody>
          <a:bodyPr/>
          <a:lstStyle>
            <a:lvl1pPr marL="0" indent="0" algn="ctr">
              <a:buNone/>
              <a:defRPr sz="542"/>
            </a:lvl1pPr>
            <a:lvl2pPr marL="103331" indent="0" algn="ctr">
              <a:buNone/>
              <a:defRPr sz="452"/>
            </a:lvl2pPr>
            <a:lvl3pPr marL="206663" indent="0" algn="ctr">
              <a:buNone/>
              <a:defRPr sz="407"/>
            </a:lvl3pPr>
            <a:lvl4pPr marL="309994" indent="0" algn="ctr">
              <a:buNone/>
              <a:defRPr sz="361"/>
            </a:lvl4pPr>
            <a:lvl5pPr marL="413325" indent="0" algn="ctr">
              <a:buNone/>
              <a:defRPr sz="361"/>
            </a:lvl5pPr>
            <a:lvl6pPr marL="516657" indent="0" algn="ctr">
              <a:buNone/>
              <a:defRPr sz="361"/>
            </a:lvl6pPr>
            <a:lvl7pPr marL="619988" indent="0" algn="ctr">
              <a:buNone/>
              <a:defRPr sz="361"/>
            </a:lvl7pPr>
            <a:lvl8pPr marL="723319" indent="0" algn="ctr">
              <a:buNone/>
              <a:defRPr sz="361"/>
            </a:lvl8pPr>
            <a:lvl9pPr marL="826651" indent="0" algn="ctr">
              <a:buNone/>
              <a:defRPr sz="361"/>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55085" y="3191513"/>
            <a:ext cx="8281035" cy="5325109"/>
          </a:xfrm>
        </p:spPr>
        <p:txBody>
          <a:bodyPr anchor="b"/>
          <a:lstStyle>
            <a:lvl1pPr>
              <a:defRPr sz="1356"/>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655085" y="8567001"/>
            <a:ext cx="8281035" cy="2800349"/>
          </a:xfrm>
        </p:spPr>
        <p:txBody>
          <a:bodyPr/>
          <a:lstStyle>
            <a:lvl1pPr marL="0" indent="0">
              <a:buNone/>
              <a:defRPr sz="542">
                <a:solidFill>
                  <a:schemeClr val="tx1">
                    <a:tint val="82000"/>
                  </a:schemeClr>
                </a:solidFill>
              </a:defRPr>
            </a:lvl1pPr>
            <a:lvl2pPr marL="103331" indent="0">
              <a:buNone/>
              <a:defRPr sz="452">
                <a:solidFill>
                  <a:schemeClr val="tx1">
                    <a:tint val="82000"/>
                  </a:schemeClr>
                </a:solidFill>
              </a:defRPr>
            </a:lvl2pPr>
            <a:lvl3pPr marL="206663" indent="0">
              <a:buNone/>
              <a:defRPr sz="407">
                <a:solidFill>
                  <a:schemeClr val="tx1">
                    <a:tint val="82000"/>
                  </a:schemeClr>
                </a:solidFill>
              </a:defRPr>
            </a:lvl3pPr>
            <a:lvl4pPr marL="309994" indent="0">
              <a:buNone/>
              <a:defRPr sz="361">
                <a:solidFill>
                  <a:schemeClr val="tx1">
                    <a:tint val="82000"/>
                  </a:schemeClr>
                </a:solidFill>
              </a:defRPr>
            </a:lvl4pPr>
            <a:lvl5pPr marL="413325" indent="0">
              <a:buNone/>
              <a:defRPr sz="361">
                <a:solidFill>
                  <a:schemeClr val="tx1">
                    <a:tint val="82000"/>
                  </a:schemeClr>
                </a:solidFill>
              </a:defRPr>
            </a:lvl5pPr>
            <a:lvl6pPr marL="516657" indent="0">
              <a:buNone/>
              <a:defRPr sz="361">
                <a:solidFill>
                  <a:schemeClr val="tx1">
                    <a:tint val="82000"/>
                  </a:schemeClr>
                </a:solidFill>
              </a:defRPr>
            </a:lvl6pPr>
            <a:lvl7pPr marL="619988" indent="0">
              <a:buNone/>
              <a:defRPr sz="361">
                <a:solidFill>
                  <a:schemeClr val="tx1">
                    <a:tint val="82000"/>
                  </a:schemeClr>
                </a:solidFill>
              </a:defRPr>
            </a:lvl7pPr>
            <a:lvl8pPr marL="723319" indent="0">
              <a:buNone/>
              <a:defRPr sz="361">
                <a:solidFill>
                  <a:schemeClr val="tx1">
                    <a:tint val="82000"/>
                  </a:schemeClr>
                </a:solidFill>
              </a:defRPr>
            </a:lvl8pPr>
            <a:lvl9pPr marL="826651" indent="0">
              <a:buNone/>
              <a:defRPr sz="361">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660085" y="3407833"/>
            <a:ext cx="4080510" cy="81224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860610" y="3407833"/>
            <a:ext cx="4080510" cy="81224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61336" y="681568"/>
            <a:ext cx="8281035" cy="2474384"/>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661336" y="3138172"/>
            <a:ext cx="4061757" cy="1537969"/>
          </a:xfrm>
        </p:spPr>
        <p:txBody>
          <a:bodyPr anchor="b"/>
          <a:lstStyle>
            <a:lvl1pPr marL="0" indent="0">
              <a:buNone/>
              <a:defRPr sz="542" b="1"/>
            </a:lvl1pPr>
            <a:lvl2pPr marL="103331" indent="0">
              <a:buNone/>
              <a:defRPr sz="452" b="1"/>
            </a:lvl2pPr>
            <a:lvl3pPr marL="206663" indent="0">
              <a:buNone/>
              <a:defRPr sz="407" b="1"/>
            </a:lvl3pPr>
            <a:lvl4pPr marL="309994" indent="0">
              <a:buNone/>
              <a:defRPr sz="361" b="1"/>
            </a:lvl4pPr>
            <a:lvl5pPr marL="413325" indent="0">
              <a:buNone/>
              <a:defRPr sz="361" b="1"/>
            </a:lvl5pPr>
            <a:lvl6pPr marL="516657" indent="0">
              <a:buNone/>
              <a:defRPr sz="361" b="1"/>
            </a:lvl6pPr>
            <a:lvl7pPr marL="619988" indent="0">
              <a:buNone/>
              <a:defRPr sz="361" b="1"/>
            </a:lvl7pPr>
            <a:lvl8pPr marL="723319" indent="0">
              <a:buNone/>
              <a:defRPr sz="361" b="1"/>
            </a:lvl8pPr>
            <a:lvl9pPr marL="826651" indent="0">
              <a:buNone/>
              <a:defRPr sz="361"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661336" y="4676142"/>
            <a:ext cx="4061757" cy="68778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860609" y="3138172"/>
            <a:ext cx="4081762" cy="1537969"/>
          </a:xfrm>
        </p:spPr>
        <p:txBody>
          <a:bodyPr anchor="b"/>
          <a:lstStyle>
            <a:lvl1pPr marL="0" indent="0">
              <a:buNone/>
              <a:defRPr sz="542" b="1"/>
            </a:lvl1pPr>
            <a:lvl2pPr marL="103331" indent="0">
              <a:buNone/>
              <a:defRPr sz="452" b="1"/>
            </a:lvl2pPr>
            <a:lvl3pPr marL="206663" indent="0">
              <a:buNone/>
              <a:defRPr sz="407" b="1"/>
            </a:lvl3pPr>
            <a:lvl4pPr marL="309994" indent="0">
              <a:buNone/>
              <a:defRPr sz="361" b="1"/>
            </a:lvl4pPr>
            <a:lvl5pPr marL="413325" indent="0">
              <a:buNone/>
              <a:defRPr sz="361" b="1"/>
            </a:lvl5pPr>
            <a:lvl6pPr marL="516657" indent="0">
              <a:buNone/>
              <a:defRPr sz="361" b="1"/>
            </a:lvl6pPr>
            <a:lvl7pPr marL="619988" indent="0">
              <a:buNone/>
              <a:defRPr sz="361" b="1"/>
            </a:lvl7pPr>
            <a:lvl8pPr marL="723319" indent="0">
              <a:buNone/>
              <a:defRPr sz="361" b="1"/>
            </a:lvl8pPr>
            <a:lvl9pPr marL="826651" indent="0">
              <a:buNone/>
              <a:defRPr sz="361"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860609" y="4676142"/>
            <a:ext cx="4081762" cy="68778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61336" y="853440"/>
            <a:ext cx="3096636" cy="2987040"/>
          </a:xfrm>
        </p:spPr>
        <p:txBody>
          <a:bodyPr anchor="b"/>
          <a:lstStyle>
            <a:lvl1pPr>
              <a:defRPr sz="724"/>
            </a:lvl1pPr>
          </a:lstStyle>
          <a:p>
            <a:r>
              <a:rPr kumimoji="1" lang="ja-JP" altLang="en-US"/>
              <a:t>マスター タイトルの書式設定</a:t>
            </a:r>
          </a:p>
        </p:txBody>
      </p:sp>
      <p:sp>
        <p:nvSpPr>
          <p:cNvPr id="3" name="コンテンツ プレースホルダー 2"/>
          <p:cNvSpPr>
            <a:spLocks noGrp="1"/>
          </p:cNvSpPr>
          <p:nvPr>
            <p:ph idx="1"/>
          </p:nvPr>
        </p:nvSpPr>
        <p:spPr>
          <a:xfrm>
            <a:off x="4081761" y="1843195"/>
            <a:ext cx="4860610" cy="9097433"/>
          </a:xfrm>
        </p:spPr>
        <p:txBody>
          <a:bodyPr/>
          <a:lstStyle>
            <a:lvl1pPr>
              <a:defRPr sz="724"/>
            </a:lvl1pPr>
            <a:lvl2pPr>
              <a:defRPr sz="633"/>
            </a:lvl2pPr>
            <a:lvl3pPr>
              <a:defRPr sz="542"/>
            </a:lvl3pPr>
            <a:lvl4pPr>
              <a:defRPr sz="452"/>
            </a:lvl4pPr>
            <a:lvl5pPr>
              <a:defRPr sz="452"/>
            </a:lvl5pPr>
            <a:lvl6pPr>
              <a:defRPr sz="452"/>
            </a:lvl6pPr>
            <a:lvl7pPr>
              <a:defRPr sz="452"/>
            </a:lvl7pPr>
            <a:lvl8pPr>
              <a:defRPr sz="452"/>
            </a:lvl8pPr>
            <a:lvl9pPr>
              <a:defRPr sz="452"/>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661336" y="3840481"/>
            <a:ext cx="3096636" cy="7114964"/>
          </a:xfrm>
        </p:spPr>
        <p:txBody>
          <a:bodyPr/>
          <a:lstStyle>
            <a:lvl1pPr marL="0" indent="0">
              <a:buNone/>
              <a:defRPr sz="361"/>
            </a:lvl1pPr>
            <a:lvl2pPr marL="103331" indent="0">
              <a:buNone/>
              <a:defRPr sz="316"/>
            </a:lvl2pPr>
            <a:lvl3pPr marL="206663" indent="0">
              <a:buNone/>
              <a:defRPr sz="271"/>
            </a:lvl3pPr>
            <a:lvl4pPr marL="309994" indent="0">
              <a:buNone/>
              <a:defRPr sz="226"/>
            </a:lvl4pPr>
            <a:lvl5pPr marL="413325" indent="0">
              <a:buNone/>
              <a:defRPr sz="226"/>
            </a:lvl5pPr>
            <a:lvl6pPr marL="516657" indent="0">
              <a:buNone/>
              <a:defRPr sz="226"/>
            </a:lvl6pPr>
            <a:lvl7pPr marL="619988" indent="0">
              <a:buNone/>
              <a:defRPr sz="226"/>
            </a:lvl7pPr>
            <a:lvl8pPr marL="723319" indent="0">
              <a:buNone/>
              <a:defRPr sz="226"/>
            </a:lvl8pPr>
            <a:lvl9pPr marL="826651" indent="0">
              <a:buNone/>
              <a:defRPr sz="226"/>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61336" y="853440"/>
            <a:ext cx="3096636" cy="2987040"/>
          </a:xfrm>
        </p:spPr>
        <p:txBody>
          <a:bodyPr anchor="b"/>
          <a:lstStyle>
            <a:lvl1pPr>
              <a:defRPr sz="724"/>
            </a:lvl1pPr>
          </a:lstStyle>
          <a:p>
            <a:r>
              <a:rPr kumimoji="1" lang="ja-JP" altLang="en-US"/>
              <a:t>マスター タイトルの書式設定</a:t>
            </a:r>
          </a:p>
        </p:txBody>
      </p:sp>
      <p:sp>
        <p:nvSpPr>
          <p:cNvPr id="3" name="図プレースホルダー 2"/>
          <p:cNvSpPr>
            <a:spLocks noGrp="1"/>
          </p:cNvSpPr>
          <p:nvPr>
            <p:ph type="pic" idx="1"/>
          </p:nvPr>
        </p:nvSpPr>
        <p:spPr>
          <a:xfrm>
            <a:off x="4081761" y="1843195"/>
            <a:ext cx="4860610" cy="9097433"/>
          </a:xfrm>
        </p:spPr>
        <p:txBody>
          <a:bodyPr/>
          <a:lstStyle>
            <a:lvl1pPr marL="0" indent="0">
              <a:buNone/>
              <a:defRPr sz="724"/>
            </a:lvl1pPr>
            <a:lvl2pPr marL="103331" indent="0">
              <a:buNone/>
              <a:defRPr sz="633"/>
            </a:lvl2pPr>
            <a:lvl3pPr marL="206663" indent="0">
              <a:buNone/>
              <a:defRPr sz="542"/>
            </a:lvl3pPr>
            <a:lvl4pPr marL="309994" indent="0">
              <a:buNone/>
              <a:defRPr sz="452"/>
            </a:lvl4pPr>
            <a:lvl5pPr marL="413325" indent="0">
              <a:buNone/>
              <a:defRPr sz="452"/>
            </a:lvl5pPr>
            <a:lvl6pPr marL="516657" indent="0">
              <a:buNone/>
              <a:defRPr sz="452"/>
            </a:lvl6pPr>
            <a:lvl7pPr marL="619988" indent="0">
              <a:buNone/>
              <a:defRPr sz="452"/>
            </a:lvl7pPr>
            <a:lvl8pPr marL="723319" indent="0">
              <a:buNone/>
              <a:defRPr sz="452"/>
            </a:lvl8pPr>
            <a:lvl9pPr marL="826651" indent="0">
              <a:buNone/>
              <a:defRPr sz="452"/>
            </a:lvl9pPr>
          </a:lstStyle>
          <a:p>
            <a:endParaRPr kumimoji="1" lang="ja-JP" altLang="en-US"/>
          </a:p>
        </p:txBody>
      </p:sp>
      <p:sp>
        <p:nvSpPr>
          <p:cNvPr id="4" name="テキスト プレースホルダー 3"/>
          <p:cNvSpPr>
            <a:spLocks noGrp="1"/>
          </p:cNvSpPr>
          <p:nvPr>
            <p:ph type="body" sz="half" idx="2"/>
          </p:nvPr>
        </p:nvSpPr>
        <p:spPr>
          <a:xfrm>
            <a:off x="661336" y="3840481"/>
            <a:ext cx="3096636" cy="7114964"/>
          </a:xfrm>
        </p:spPr>
        <p:txBody>
          <a:bodyPr/>
          <a:lstStyle>
            <a:lvl1pPr marL="0" indent="0">
              <a:buNone/>
              <a:defRPr sz="361"/>
            </a:lvl1pPr>
            <a:lvl2pPr marL="103331" indent="0">
              <a:buNone/>
              <a:defRPr sz="316"/>
            </a:lvl2pPr>
            <a:lvl3pPr marL="206663" indent="0">
              <a:buNone/>
              <a:defRPr sz="271"/>
            </a:lvl3pPr>
            <a:lvl4pPr marL="309994" indent="0">
              <a:buNone/>
              <a:defRPr sz="226"/>
            </a:lvl4pPr>
            <a:lvl5pPr marL="413325" indent="0">
              <a:buNone/>
              <a:defRPr sz="226"/>
            </a:lvl5pPr>
            <a:lvl6pPr marL="516657" indent="0">
              <a:buNone/>
              <a:defRPr sz="226"/>
            </a:lvl6pPr>
            <a:lvl7pPr marL="619988" indent="0">
              <a:buNone/>
              <a:defRPr sz="226"/>
            </a:lvl7pPr>
            <a:lvl8pPr marL="723319" indent="0">
              <a:buNone/>
              <a:defRPr sz="226"/>
            </a:lvl8pPr>
            <a:lvl9pPr marL="826651" indent="0">
              <a:buNone/>
              <a:defRPr sz="226"/>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870860" y="681568"/>
            <a:ext cx="2070258" cy="10848764"/>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660083" y="681568"/>
            <a:ext cx="6090762" cy="10848764"/>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2025/3/23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60085" y="681568"/>
            <a:ext cx="8281035" cy="2474384"/>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660085" y="3407833"/>
            <a:ext cx="8281035" cy="812249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660085" y="11865191"/>
            <a:ext cx="2160270" cy="681567"/>
          </a:xfrm>
          <a:prstGeom prst="rect">
            <a:avLst/>
          </a:prstGeom>
        </p:spPr>
        <p:txBody>
          <a:bodyPr vert="horz" lIns="91440" tIns="45720" rIns="91440" bIns="45720" rtlCol="0" anchor="ctr"/>
          <a:lstStyle>
            <a:lvl1pPr algn="l">
              <a:defRPr sz="271">
                <a:solidFill>
                  <a:schemeClr val="tx1">
                    <a:tint val="82000"/>
                  </a:schemeClr>
                </a:solidFill>
              </a:defRPr>
            </a:lvl1pPr>
          </a:lstStyle>
          <a:p>
            <a:fld id="{0E02A643-9BB0-4E02-80B2-2C0A5E5D738E}" type="datetimeFigureOut">
              <a:rPr kumimoji="1" lang="ja-JP" altLang="en-US" smtClean="0"/>
              <a:t>2025/3/23</a:t>
            </a:fld>
            <a:endParaRPr kumimoji="1" lang="ja-JP" altLang="en-US"/>
          </a:p>
        </p:txBody>
      </p:sp>
      <p:sp>
        <p:nvSpPr>
          <p:cNvPr id="5" name="フッター プレースホルダー 4"/>
          <p:cNvSpPr>
            <a:spLocks noGrp="1"/>
          </p:cNvSpPr>
          <p:nvPr>
            <p:ph type="ftr" sz="quarter" idx="3"/>
          </p:nvPr>
        </p:nvSpPr>
        <p:spPr>
          <a:xfrm>
            <a:off x="3180400" y="11865191"/>
            <a:ext cx="3240405" cy="681567"/>
          </a:xfrm>
          <a:prstGeom prst="rect">
            <a:avLst/>
          </a:prstGeom>
        </p:spPr>
        <p:txBody>
          <a:bodyPr vert="horz" lIns="91440" tIns="45720" rIns="91440" bIns="45720" rtlCol="0" anchor="ctr"/>
          <a:lstStyle>
            <a:lvl1pPr algn="ctr">
              <a:defRPr sz="271">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780850" y="11865191"/>
            <a:ext cx="2160270" cy="681567"/>
          </a:xfrm>
          <a:prstGeom prst="rect">
            <a:avLst/>
          </a:prstGeom>
        </p:spPr>
        <p:txBody>
          <a:bodyPr vert="horz" lIns="91440" tIns="45720" rIns="91440" bIns="45720" rtlCol="0" anchor="ctr"/>
          <a:lstStyle>
            <a:lvl1pPr algn="r">
              <a:defRPr sz="271">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3" name="図 32" descr="壁の前に立っている人たち&#10;&#10;AI によって生成されたコンテンツは間違っている可能性があります。">
            <a:extLst>
              <a:ext uri="{FF2B5EF4-FFF2-40B4-BE49-F238E27FC236}">
                <a16:creationId xmlns:a16="http://schemas.microsoft.com/office/drawing/2014/main" id="{945D1ED4-1EF7-D219-07EB-1AB733955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3" y="0"/>
            <a:ext cx="9604653" cy="12801600"/>
          </a:xfrm>
          <a:prstGeom prst="rect">
            <a:avLst/>
          </a:prstGeom>
        </p:spPr>
      </p:pic>
      <p:sp>
        <p:nvSpPr>
          <p:cNvPr id="8" name="正方形/長方形 7">
            <a:extLst>
              <a:ext uri="{FF2B5EF4-FFF2-40B4-BE49-F238E27FC236}">
                <a16:creationId xmlns:a16="http://schemas.microsoft.com/office/drawing/2014/main" id="{6D91853D-C7B5-4F4F-723B-D1AB4B5556C8}"/>
              </a:ext>
            </a:extLst>
          </p:cNvPr>
          <p:cNvSpPr/>
          <p:nvPr/>
        </p:nvSpPr>
        <p:spPr>
          <a:xfrm>
            <a:off x="0" y="0"/>
            <a:ext cx="9601200" cy="128016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7482FE62-DD79-AF0A-7E18-4428EA5D32F7}"/>
              </a:ext>
            </a:extLst>
          </p:cNvPr>
          <p:cNvSpPr txBox="1"/>
          <p:nvPr/>
        </p:nvSpPr>
        <p:spPr>
          <a:xfrm>
            <a:off x="759619" y="-141267"/>
            <a:ext cx="8081962" cy="1107996"/>
          </a:xfrm>
          <a:prstGeom prst="rect">
            <a:avLst/>
          </a:prstGeom>
          <a:noFill/>
        </p:spPr>
        <p:txBody>
          <a:bodyPr wrap="square" rtlCol="0">
            <a:spAutoFit/>
          </a:bodyPr>
          <a:lstStyle/>
          <a:p>
            <a:pPr algn="ctr"/>
            <a:r>
              <a:rPr lang="ja-JP" altLang="en-US" sz="6600" b="1">
                <a:solidFill>
                  <a:schemeClr val="bg1"/>
                </a:solidFill>
                <a:latin typeface="BIZ UDPゴシック" panose="020B0400000000000000" pitchFamily="50" charset="-128"/>
                <a:ea typeface="BIZ UDPゴシック" panose="020B0400000000000000" pitchFamily="50" charset="-128"/>
              </a:rPr>
              <a:t>台湾研修</a:t>
            </a:r>
            <a:endParaRPr lang="ja-JP" altLang="en-US" sz="5400" b="1">
              <a:solidFill>
                <a:schemeClr val="bg1"/>
              </a:solidFill>
              <a:latin typeface="BIZ UDPゴシック" panose="020B0400000000000000" pitchFamily="50" charset="-128"/>
              <a:ea typeface="BIZ UDPゴシック" panose="020B0400000000000000" pitchFamily="50" charset="-128"/>
            </a:endParaRPr>
          </a:p>
        </p:txBody>
      </p:sp>
      <p:sp>
        <p:nvSpPr>
          <p:cNvPr id="7" name="四角形: 角を丸くする 6">
            <a:extLst>
              <a:ext uri="{FF2B5EF4-FFF2-40B4-BE49-F238E27FC236}">
                <a16:creationId xmlns:a16="http://schemas.microsoft.com/office/drawing/2014/main" id="{685DDC39-D188-22D5-5D27-77A05F6A82A1}"/>
              </a:ext>
            </a:extLst>
          </p:cNvPr>
          <p:cNvSpPr/>
          <p:nvPr/>
        </p:nvSpPr>
        <p:spPr>
          <a:xfrm>
            <a:off x="171326" y="2846218"/>
            <a:ext cx="4552841" cy="9745977"/>
          </a:xfrm>
          <a:prstGeom prst="roundRect">
            <a:avLst>
              <a:gd name="adj" fmla="val 4388"/>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48" name="フリーフォーム: 図形 47">
            <a:extLst>
              <a:ext uri="{FF2B5EF4-FFF2-40B4-BE49-F238E27FC236}">
                <a16:creationId xmlns:a16="http://schemas.microsoft.com/office/drawing/2014/main" id="{F8DC3597-0332-AC4D-727D-AEF29A844650}"/>
              </a:ext>
            </a:extLst>
          </p:cNvPr>
          <p:cNvSpPr/>
          <p:nvPr/>
        </p:nvSpPr>
        <p:spPr>
          <a:xfrm>
            <a:off x="4983286" y="2415629"/>
            <a:ext cx="4552842" cy="3160252"/>
          </a:xfrm>
          <a:custGeom>
            <a:avLst/>
            <a:gdLst>
              <a:gd name="connsiteX0" fmla="*/ 2670462 w 4552842"/>
              <a:gd name="connsiteY0" fmla="*/ 0 h 3160252"/>
              <a:gd name="connsiteX1" fmla="*/ 4414170 w 4552842"/>
              <a:gd name="connsiteY1" fmla="*/ 0 h 3160252"/>
              <a:gd name="connsiteX2" fmla="*/ 4552842 w 4552842"/>
              <a:gd name="connsiteY2" fmla="*/ 138672 h 3160252"/>
              <a:gd name="connsiteX3" fmla="*/ 4552842 w 4552842"/>
              <a:gd name="connsiteY3" fmla="*/ 3021580 h 3160252"/>
              <a:gd name="connsiteX4" fmla="*/ 4414170 w 4552842"/>
              <a:gd name="connsiteY4" fmla="*/ 3160252 h 3160252"/>
              <a:gd name="connsiteX5" fmla="*/ 138672 w 4552842"/>
              <a:gd name="connsiteY5" fmla="*/ 3160252 h 3160252"/>
              <a:gd name="connsiteX6" fmla="*/ 0 w 4552842"/>
              <a:gd name="connsiteY6" fmla="*/ 3021580 h 3160252"/>
              <a:gd name="connsiteX7" fmla="*/ 0 w 4552842"/>
              <a:gd name="connsiteY7" fmla="*/ 138672 h 3160252"/>
              <a:gd name="connsiteX8" fmla="*/ 84695 w 4552842"/>
              <a:gd name="connsiteY8" fmla="*/ 10898 h 3160252"/>
              <a:gd name="connsiteX9" fmla="*/ 117762 w 4552842"/>
              <a:gd name="connsiteY9" fmla="*/ 4222 h 3160252"/>
              <a:gd name="connsiteX10" fmla="*/ 117762 w 4552842"/>
              <a:gd name="connsiteY10" fmla="*/ 163614 h 3160252"/>
              <a:gd name="connsiteX11" fmla="*/ 2670462 w 4552842"/>
              <a:gd name="connsiteY11" fmla="*/ 163614 h 316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2842" h="3160252">
                <a:moveTo>
                  <a:pt x="2670462" y="0"/>
                </a:moveTo>
                <a:lnTo>
                  <a:pt x="4414170" y="0"/>
                </a:lnTo>
                <a:cubicBezTo>
                  <a:pt x="4490756" y="0"/>
                  <a:pt x="4552842" y="62086"/>
                  <a:pt x="4552842" y="138672"/>
                </a:cubicBezTo>
                <a:lnTo>
                  <a:pt x="4552842" y="3021580"/>
                </a:lnTo>
                <a:cubicBezTo>
                  <a:pt x="4552842" y="3098166"/>
                  <a:pt x="4490756" y="3160252"/>
                  <a:pt x="4414170" y="3160252"/>
                </a:cubicBezTo>
                <a:lnTo>
                  <a:pt x="138672" y="3160252"/>
                </a:lnTo>
                <a:cubicBezTo>
                  <a:pt x="62086" y="3160252"/>
                  <a:pt x="0" y="3098166"/>
                  <a:pt x="0" y="3021580"/>
                </a:cubicBezTo>
                <a:lnTo>
                  <a:pt x="0" y="138672"/>
                </a:lnTo>
                <a:cubicBezTo>
                  <a:pt x="0" y="81233"/>
                  <a:pt x="34923" y="31949"/>
                  <a:pt x="84695" y="10898"/>
                </a:cubicBezTo>
                <a:lnTo>
                  <a:pt x="117762" y="4222"/>
                </a:lnTo>
                <a:lnTo>
                  <a:pt x="117762" y="163614"/>
                </a:lnTo>
                <a:lnTo>
                  <a:pt x="2670462" y="163614"/>
                </a:ln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latin typeface="BIZ UDPゴシック" panose="020B0400000000000000" pitchFamily="50" charset="-128"/>
              <a:ea typeface="BIZ UDPゴシック" panose="020B0400000000000000" pitchFamily="50" charset="-128"/>
            </a:endParaRPr>
          </a:p>
        </p:txBody>
      </p:sp>
      <p:grpSp>
        <p:nvGrpSpPr>
          <p:cNvPr id="17" name="グループ化 16">
            <a:extLst>
              <a:ext uri="{FF2B5EF4-FFF2-40B4-BE49-F238E27FC236}">
                <a16:creationId xmlns:a16="http://schemas.microsoft.com/office/drawing/2014/main" id="{756145FF-6E37-FA1C-8A32-6D2B15E16A95}"/>
              </a:ext>
            </a:extLst>
          </p:cNvPr>
          <p:cNvGrpSpPr/>
          <p:nvPr/>
        </p:nvGrpSpPr>
        <p:grpSpPr>
          <a:xfrm>
            <a:off x="0" y="1238343"/>
            <a:ext cx="4800600" cy="1466608"/>
            <a:chOff x="0" y="1238343"/>
            <a:chExt cx="4800600" cy="1466608"/>
          </a:xfrm>
        </p:grpSpPr>
        <p:sp>
          <p:nvSpPr>
            <p:cNvPr id="9" name="テキスト ボックス 8">
              <a:extLst>
                <a:ext uri="{FF2B5EF4-FFF2-40B4-BE49-F238E27FC236}">
                  <a16:creationId xmlns:a16="http://schemas.microsoft.com/office/drawing/2014/main" id="{6ECD6455-111B-12AF-0926-71096B3C01A2}"/>
                </a:ext>
              </a:extLst>
            </p:cNvPr>
            <p:cNvSpPr txBox="1"/>
            <p:nvPr/>
          </p:nvSpPr>
          <p:spPr>
            <a:xfrm>
              <a:off x="0" y="1238343"/>
              <a:ext cx="4800600" cy="769441"/>
            </a:xfrm>
            <a:prstGeom prst="rect">
              <a:avLst/>
            </a:prstGeom>
            <a:noFill/>
          </p:spPr>
          <p:txBody>
            <a:bodyPr wrap="square" rtlCol="0">
              <a:spAutoFit/>
            </a:bodyPr>
            <a:lstStyle/>
            <a:p>
              <a:pPr algn="ctr"/>
              <a:r>
                <a:rPr kumimoji="1" lang="en-US" altLang="ja-JP" sz="4400" dirty="0">
                  <a:solidFill>
                    <a:schemeClr val="bg1"/>
                  </a:solidFill>
                  <a:latin typeface="BIZ UDPゴシック" panose="020B0400000000000000" pitchFamily="50" charset="-128"/>
                  <a:ea typeface="BIZ UDPゴシック" panose="020B0400000000000000" pitchFamily="50" charset="-128"/>
                </a:rPr>
                <a:t>1</a:t>
              </a:r>
              <a:r>
                <a:rPr kumimoji="1" lang="ja-JP" altLang="en-US" sz="4400" dirty="0">
                  <a:solidFill>
                    <a:schemeClr val="bg1"/>
                  </a:solidFill>
                  <a:latin typeface="BIZ UDPゴシック" panose="020B0400000000000000" pitchFamily="50" charset="-128"/>
                  <a:ea typeface="BIZ UDPゴシック" panose="020B0400000000000000" pitchFamily="50" charset="-128"/>
                </a:rPr>
                <a:t>日目</a:t>
              </a:r>
            </a:p>
          </p:txBody>
        </p:sp>
        <p:cxnSp>
          <p:nvCxnSpPr>
            <p:cNvPr id="13" name="直線コネクタ 12">
              <a:extLst>
                <a:ext uri="{FF2B5EF4-FFF2-40B4-BE49-F238E27FC236}">
                  <a16:creationId xmlns:a16="http://schemas.microsoft.com/office/drawing/2014/main" id="{2A475278-F35B-8C00-FBDF-3E3B93026C65}"/>
                </a:ext>
              </a:extLst>
            </p:cNvPr>
            <p:cNvCxnSpPr>
              <a:cxnSpLocks/>
            </p:cNvCxnSpPr>
            <p:nvPr/>
          </p:nvCxnSpPr>
          <p:spPr>
            <a:xfrm>
              <a:off x="369948" y="1954440"/>
              <a:ext cx="416017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1B8FB44A-3A24-2E26-12E4-3703BC8CFBC2}"/>
                </a:ext>
              </a:extLst>
            </p:cNvPr>
            <p:cNvSpPr txBox="1"/>
            <p:nvPr/>
          </p:nvSpPr>
          <p:spPr>
            <a:xfrm>
              <a:off x="369948" y="2058620"/>
              <a:ext cx="4160171" cy="646331"/>
            </a:xfrm>
            <a:prstGeom prst="rect">
              <a:avLst/>
            </a:prstGeom>
            <a:noFill/>
          </p:spPr>
          <p:txBody>
            <a:bodyPr wrap="square" rtlCol="0">
              <a:spAutoFit/>
            </a:bodyPr>
            <a:lstStyle/>
            <a:p>
              <a:r>
                <a:rPr lang="ja-JP" altLang="en-US" dirty="0">
                  <a:solidFill>
                    <a:schemeClr val="bg1"/>
                  </a:solidFill>
                  <a:latin typeface="BIZ UDPゴシック" panose="020B0400000000000000" pitchFamily="50" charset="-128"/>
                  <a:ea typeface="BIZ UDPゴシック" panose="020B0400000000000000" pitchFamily="50" charset="-128"/>
                </a:rPr>
                <a:t>出国</a:t>
              </a:r>
              <a:endParaRPr lang="en-US" altLang="ja-JP" dirty="0">
                <a:solidFill>
                  <a:schemeClr val="bg1"/>
                </a:solidFill>
                <a:latin typeface="BIZ UDPゴシック" panose="020B0400000000000000" pitchFamily="50" charset="-128"/>
                <a:ea typeface="BIZ UDPゴシック" panose="020B0400000000000000" pitchFamily="50" charset="-128"/>
              </a:endParaRPr>
            </a:p>
            <a:p>
              <a:r>
                <a:rPr kumimoji="1" lang="ja-JP" altLang="en-US" dirty="0">
                  <a:solidFill>
                    <a:schemeClr val="bg1"/>
                  </a:solidFill>
                  <a:latin typeface="BIZ UDPゴシック" panose="020B0400000000000000" pitchFamily="50" charset="-128"/>
                  <a:ea typeface="BIZ UDPゴシック" panose="020B0400000000000000" pitchFamily="50" charset="-128"/>
                </a:rPr>
                <a:t>生物資源保管および研究センター</a:t>
              </a:r>
              <a:endParaRPr kumimoji="1" lang="en-US" altLang="ja-JP" dirty="0">
                <a:solidFill>
                  <a:schemeClr val="bg1"/>
                </a:solidFill>
                <a:latin typeface="BIZ UDPゴシック" panose="020B0400000000000000" pitchFamily="50" charset="-128"/>
                <a:ea typeface="BIZ UDPゴシック" panose="020B0400000000000000" pitchFamily="50" charset="-128"/>
              </a:endParaRPr>
            </a:p>
          </p:txBody>
        </p:sp>
      </p:grpSp>
      <p:sp>
        <p:nvSpPr>
          <p:cNvPr id="19" name="テキスト ボックス 18">
            <a:extLst>
              <a:ext uri="{FF2B5EF4-FFF2-40B4-BE49-F238E27FC236}">
                <a16:creationId xmlns:a16="http://schemas.microsoft.com/office/drawing/2014/main" id="{B6EACC00-C7C2-004D-3944-020CE134255B}"/>
              </a:ext>
            </a:extLst>
          </p:cNvPr>
          <p:cNvSpPr txBox="1"/>
          <p:nvPr/>
        </p:nvSpPr>
        <p:spPr>
          <a:xfrm>
            <a:off x="4724167" y="1238343"/>
            <a:ext cx="4800600" cy="769441"/>
          </a:xfrm>
          <a:prstGeom prst="rect">
            <a:avLst/>
          </a:prstGeom>
          <a:noFill/>
        </p:spPr>
        <p:txBody>
          <a:bodyPr wrap="square" rtlCol="0">
            <a:spAutoFit/>
          </a:bodyPr>
          <a:lstStyle/>
          <a:p>
            <a:pPr algn="ctr"/>
            <a:r>
              <a:rPr kumimoji="1" lang="en-US" altLang="ja-JP" sz="4400" dirty="0">
                <a:solidFill>
                  <a:schemeClr val="bg1"/>
                </a:solidFill>
                <a:latin typeface="BIZ UDPゴシック" panose="020B0400000000000000" pitchFamily="50" charset="-128"/>
                <a:ea typeface="BIZ UDPゴシック" panose="020B0400000000000000" pitchFamily="50" charset="-128"/>
              </a:rPr>
              <a:t>2</a:t>
            </a:r>
            <a:r>
              <a:rPr kumimoji="1" lang="ja-JP" altLang="en-US" sz="4400" dirty="0">
                <a:solidFill>
                  <a:schemeClr val="bg1"/>
                </a:solidFill>
                <a:latin typeface="BIZ UDPゴシック" panose="020B0400000000000000" pitchFamily="50" charset="-128"/>
                <a:ea typeface="BIZ UDPゴシック" panose="020B0400000000000000" pitchFamily="50" charset="-128"/>
              </a:rPr>
              <a:t>日目</a:t>
            </a:r>
          </a:p>
        </p:txBody>
      </p:sp>
      <p:sp>
        <p:nvSpPr>
          <p:cNvPr id="22" name="テキスト ボックス 21">
            <a:extLst>
              <a:ext uri="{FF2B5EF4-FFF2-40B4-BE49-F238E27FC236}">
                <a16:creationId xmlns:a16="http://schemas.microsoft.com/office/drawing/2014/main" id="{BB06C726-AC31-E942-315A-0715E3EBA3D9}"/>
              </a:ext>
            </a:extLst>
          </p:cNvPr>
          <p:cNvSpPr txBox="1"/>
          <p:nvPr/>
        </p:nvSpPr>
        <p:spPr>
          <a:xfrm>
            <a:off x="369948" y="2938169"/>
            <a:ext cx="4160171" cy="6247864"/>
          </a:xfrm>
          <a:prstGeom prst="rect">
            <a:avLst/>
          </a:prstGeom>
          <a:noFill/>
        </p:spPr>
        <p:txBody>
          <a:bodyPr wrap="square" rtlCol="0" anchor="t">
            <a:spAutoFit/>
          </a:bodyPr>
          <a:lstStyle/>
          <a:p>
            <a:r>
              <a:rPr lang="ja-JP" altLang="en-US" sz="1400" dirty="0">
                <a:latin typeface="BIZ UDPゴシック" panose="020B0400000000000000" pitchFamily="50" charset="-128"/>
                <a:ea typeface="BIZ UDPゴシック" panose="020B0400000000000000" pitchFamily="50" charset="-128"/>
              </a:rPr>
              <a:t>◆</a:t>
            </a:r>
            <a:r>
              <a:rPr lang="ja-JP" altLang="en-US" sz="2000" b="1" dirty="0">
                <a:latin typeface="BIZ UDPゴシック" panose="020B0400000000000000" pitchFamily="50" charset="-128"/>
                <a:ea typeface="BIZ UDPゴシック" panose="020B0400000000000000" pitchFamily="50" charset="-128"/>
              </a:rPr>
              <a:t>出国</a:t>
            </a:r>
            <a:endParaRPr lang="en-US" altLang="ja-JP" sz="2000" b="1"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サンプルテキスト</a:t>
            </a:r>
            <a:r>
              <a:rPr kumimoji="1" lang="ja-JP" altLang="ja-JP" sz="1800" kern="1200" dirty="0">
                <a:solidFill>
                  <a:srgbClr val="000000"/>
                </a:solidFill>
                <a:effectLst/>
                <a:latin typeface="BIZ UDPゴシック" panose="020B0400000000000000" pitchFamily="50" charset="-128"/>
                <a:ea typeface="BIZ UDPゴシック" panose="020B0400000000000000" pitchFamily="50" charset="-128"/>
              </a:rPr>
              <a:t>サンプルテキストサンプルテキストサンプルテキストサンプルテキストサンプルテキストサンプルテキストサンプルテキストサンプルテキストサンプルテキスト</a:t>
            </a:r>
            <a:r>
              <a:rPr lang="ja-JP" altLang="en-US" dirty="0">
                <a:solidFill>
                  <a:srgbClr val="000000"/>
                </a:solidFill>
                <a:latin typeface="BIZ UDPゴシック" panose="020B0400000000000000" pitchFamily="50" charset="-128"/>
                <a:ea typeface="BIZ UDPゴシック" panose="020B0400000000000000" pitchFamily="50" charset="-128"/>
              </a:rPr>
              <a:t>サンプルテキストサンプルテキスト</a:t>
            </a:r>
            <a:r>
              <a:rPr kumimoji="1" lang="ja-JP" altLang="ja-JP" sz="1800" kern="1200" dirty="0">
                <a:solidFill>
                  <a:srgbClr val="000000"/>
                </a:solidFill>
                <a:effectLst/>
                <a:latin typeface="BIZ UDPゴシック" panose="020B0400000000000000" pitchFamily="50" charset="-128"/>
                <a:ea typeface="BIZ UDPゴシック" panose="020B0400000000000000" pitchFamily="50" charset="-128"/>
              </a:rPr>
              <a:t>サンプルテキストサンプルテキストサンプルテキストサンプルテキストサンプルテキスト</a:t>
            </a:r>
            <a:endParaRPr lang="ja-JP" altLang="ja-JP" dirty="0">
              <a:effectLst/>
              <a:latin typeface="BIZ UDPゴシック" panose="020B0400000000000000" pitchFamily="50" charset="-128"/>
              <a:ea typeface="BIZ UDPゴシック" panose="020B0400000000000000" pitchFamily="50" charset="-128"/>
            </a:endParaRPr>
          </a:p>
          <a:p>
            <a:pPr algn="dist"/>
            <a:r>
              <a:rPr lang="ja-JP" altLang="en-US" sz="1400" dirty="0">
                <a:solidFill>
                  <a:srgbClr val="000000"/>
                </a:solidFill>
                <a:latin typeface="BIZ UDPゴシック" panose="020B0400000000000000" pitchFamily="50" charset="-128"/>
                <a:ea typeface="BIZ UDPゴシック" panose="020B0400000000000000" pitchFamily="50" charset="-128"/>
              </a:rPr>
              <a:t>◆</a:t>
            </a:r>
            <a:r>
              <a:rPr lang="ja-JP" altLang="en-US" sz="2000" b="1" dirty="0">
                <a:solidFill>
                  <a:srgbClr val="000000"/>
                </a:solidFill>
                <a:latin typeface="BIZ UDPゴシック" panose="020B0400000000000000" pitchFamily="50" charset="-128"/>
                <a:ea typeface="BIZ UDPゴシック" panose="020B0400000000000000" pitchFamily="50" charset="-128"/>
              </a:rPr>
              <a:t>生物資源保管および研究センター</a:t>
            </a:r>
            <a:endParaRPr lang="ja-JP" altLang="ja-JP" sz="1600" b="1" dirty="0">
              <a:effectLst/>
              <a:latin typeface="BIZ UDPゴシック" panose="020B0400000000000000" pitchFamily="50" charset="-128"/>
              <a:ea typeface="BIZ UDPゴシック" panose="020B0400000000000000" pitchFamily="50" charset="-128"/>
            </a:endParaRPr>
          </a:p>
          <a:p>
            <a:r>
              <a:rPr kumimoji="1" lang="ja-JP" altLang="ja-JP" sz="1800" kern="1200" dirty="0">
                <a:solidFill>
                  <a:srgbClr val="000000"/>
                </a:solidFill>
                <a:effectLst/>
                <a:latin typeface="BIZ UDPゴシック" panose="020B0400000000000000" pitchFamily="50" charset="-128"/>
                <a:ea typeface="BIZ UDPゴシック" panose="020B0400000000000000" pitchFamily="50" charset="-128"/>
              </a:rPr>
              <a:t>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a:t>
            </a:r>
            <a:endParaRPr lang="ja-JP" altLang="ja-JP" dirty="0">
              <a:effectLst/>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35AC30D9-AA74-24E2-2F45-2F9C27044802}"/>
              </a:ext>
            </a:extLst>
          </p:cNvPr>
          <p:cNvSpPr txBox="1"/>
          <p:nvPr/>
        </p:nvSpPr>
        <p:spPr>
          <a:xfrm>
            <a:off x="5053604" y="2655585"/>
            <a:ext cx="4459801" cy="2585323"/>
          </a:xfrm>
          <a:prstGeom prst="rect">
            <a:avLst/>
          </a:prstGeom>
          <a:noFill/>
        </p:spPr>
        <p:txBody>
          <a:bodyPr wrap="square" rtlCol="0">
            <a:spAutoFit/>
          </a:bodyPr>
          <a:lstStyle/>
          <a:p>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endParaRPr lang="ja-JP" altLang="ja-JP" dirty="0">
              <a:solidFill>
                <a:schemeClr val="bg1"/>
              </a:solidFill>
              <a:effectLst/>
              <a:latin typeface="BIZ UDPゴシック" panose="020B0400000000000000" pitchFamily="50" charset="-128"/>
              <a:ea typeface="BIZ UDPゴシック" panose="020B0400000000000000" pitchFamily="50" charset="-128"/>
            </a:endParaRPr>
          </a:p>
        </p:txBody>
      </p:sp>
      <p:pic>
        <p:nvPicPr>
          <p:cNvPr id="25" name="図 24" descr="テーブルの上に座っている子供たち&#10;&#10;AI によって生成されたコンテンツは間違っている可能性があります。">
            <a:extLst>
              <a:ext uri="{FF2B5EF4-FFF2-40B4-BE49-F238E27FC236}">
                <a16:creationId xmlns:a16="http://schemas.microsoft.com/office/drawing/2014/main" id="{1650DCCD-5FDE-7D71-3B45-157B8DFBE4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2147" y="9280723"/>
            <a:ext cx="4291198" cy="3218399"/>
          </a:xfrm>
          <a:prstGeom prst="roundRect">
            <a:avLst>
              <a:gd name="adj" fmla="val 4256"/>
            </a:avLst>
          </a:prstGeom>
          <a:solidFill>
            <a:srgbClr val="FFFFFF">
              <a:shade val="85000"/>
            </a:srgbClr>
          </a:solidFill>
          <a:ln>
            <a:noFill/>
          </a:ln>
          <a:effectLst/>
        </p:spPr>
      </p:pic>
      <p:sp>
        <p:nvSpPr>
          <p:cNvPr id="26" name="テキスト ボックス 25">
            <a:extLst>
              <a:ext uri="{FF2B5EF4-FFF2-40B4-BE49-F238E27FC236}">
                <a16:creationId xmlns:a16="http://schemas.microsoft.com/office/drawing/2014/main" id="{BFDA1FA0-8104-DB8E-620F-4C60010FD327}"/>
              </a:ext>
            </a:extLst>
          </p:cNvPr>
          <p:cNvSpPr txBox="1"/>
          <p:nvPr/>
        </p:nvSpPr>
        <p:spPr>
          <a:xfrm rot="489503">
            <a:off x="1313831" y="11359363"/>
            <a:ext cx="1093613" cy="400110"/>
          </a:xfrm>
          <a:prstGeom prst="rect">
            <a:avLst/>
          </a:prstGeom>
          <a:solidFill>
            <a:schemeClr val="tx1"/>
          </a:solidFill>
        </p:spPr>
        <p:txBody>
          <a:bodyPr wrap="square" rtlCol="0">
            <a:spAutoFit/>
          </a:bodyPr>
          <a:lstStyle/>
          <a:p>
            <a:pPr algn="ctr"/>
            <a:r>
              <a:rPr kumimoji="1" lang="ja-JP" altLang="en-US" sz="1000">
                <a:solidFill>
                  <a:schemeClr val="bg1"/>
                </a:solidFill>
                <a:latin typeface="BIZ UDPゴシック" panose="020B0400000000000000" pitchFamily="50" charset="-128"/>
                <a:ea typeface="BIZ UDPゴシック" panose="020B0400000000000000" pitchFamily="50" charset="-128"/>
              </a:rPr>
              <a:t>サンプルイメージ</a:t>
            </a:r>
          </a:p>
        </p:txBody>
      </p:sp>
      <p:pic>
        <p:nvPicPr>
          <p:cNvPr id="35" name="図 34" descr="空港にいる人たち&#10;&#10;AI によって生成されたコンテンツは間違っている可能性があります。">
            <a:extLst>
              <a:ext uri="{FF2B5EF4-FFF2-40B4-BE49-F238E27FC236}">
                <a16:creationId xmlns:a16="http://schemas.microsoft.com/office/drawing/2014/main" id="{2D48CAE3-5E18-9E10-1B7A-8CB61E76BD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16683" y="9237490"/>
            <a:ext cx="4305230" cy="3232647"/>
          </a:xfrm>
          <a:prstGeom prst="roundRect">
            <a:avLst>
              <a:gd name="adj" fmla="val 4420"/>
            </a:avLst>
          </a:prstGeom>
          <a:solidFill>
            <a:srgbClr val="FFFFFF">
              <a:shade val="85000"/>
            </a:srgbClr>
          </a:solidFill>
          <a:ln>
            <a:noFill/>
          </a:ln>
          <a:effectLst/>
        </p:spPr>
      </p:pic>
      <p:sp>
        <p:nvSpPr>
          <p:cNvPr id="30" name="テキスト ボックス 29">
            <a:extLst>
              <a:ext uri="{FF2B5EF4-FFF2-40B4-BE49-F238E27FC236}">
                <a16:creationId xmlns:a16="http://schemas.microsoft.com/office/drawing/2014/main" id="{F2D71D95-436E-954B-E1D3-29050CB4628D}"/>
              </a:ext>
            </a:extLst>
          </p:cNvPr>
          <p:cNvSpPr txBox="1"/>
          <p:nvPr/>
        </p:nvSpPr>
        <p:spPr>
          <a:xfrm>
            <a:off x="6262004" y="10052353"/>
            <a:ext cx="1924668" cy="369332"/>
          </a:xfrm>
          <a:prstGeom prst="rect">
            <a:avLst/>
          </a:prstGeom>
          <a:solidFill>
            <a:schemeClr val="bg1"/>
          </a:solidFill>
        </p:spPr>
        <p:txBody>
          <a:bodyPr wrap="square" rtlCol="0">
            <a:spAutoFit/>
          </a:bodyPr>
          <a:lstStyle/>
          <a:p>
            <a:pPr algn="ctr"/>
            <a:r>
              <a:rPr kumimoji="1" lang="ja-JP" altLang="en-US">
                <a:latin typeface="BIZ UDPゴシック" panose="020B0400000000000000" pitchFamily="50" charset="-128"/>
                <a:ea typeface="BIZ UDPゴシック" panose="020B0400000000000000" pitchFamily="50" charset="-128"/>
              </a:rPr>
              <a:t>サンプルイメージ</a:t>
            </a:r>
          </a:p>
        </p:txBody>
      </p:sp>
      <p:sp>
        <p:nvSpPr>
          <p:cNvPr id="37" name="テキスト ボックス 36">
            <a:extLst>
              <a:ext uri="{FF2B5EF4-FFF2-40B4-BE49-F238E27FC236}">
                <a16:creationId xmlns:a16="http://schemas.microsoft.com/office/drawing/2014/main" id="{68183F74-5CC0-5ACB-CD57-B44E77DAD673}"/>
              </a:ext>
            </a:extLst>
          </p:cNvPr>
          <p:cNvSpPr txBox="1"/>
          <p:nvPr/>
        </p:nvSpPr>
        <p:spPr>
          <a:xfrm>
            <a:off x="5034483" y="2187941"/>
            <a:ext cx="4062352" cy="461665"/>
          </a:xfrm>
          <a:prstGeom prst="rect">
            <a:avLst/>
          </a:prstGeom>
          <a:noFill/>
        </p:spPr>
        <p:txBody>
          <a:bodyPr wrap="square" rtlCol="0">
            <a:spAutoFit/>
          </a:bodyPr>
          <a:lstStyle/>
          <a:p>
            <a:r>
              <a:rPr kumimoji="1" lang="ja-JP" altLang="en-US" sz="2400" b="1" dirty="0">
                <a:solidFill>
                  <a:schemeClr val="bg1"/>
                </a:solidFill>
                <a:latin typeface="BIZ UDPゴシック" panose="020B0400000000000000" pitchFamily="50" charset="-128"/>
                <a:ea typeface="BIZ UDPゴシック" panose="020B0400000000000000" pitchFamily="50" charset="-128"/>
              </a:rPr>
              <a:t>国立台湾師範大学</a:t>
            </a:r>
          </a:p>
        </p:txBody>
      </p:sp>
      <p:sp>
        <p:nvSpPr>
          <p:cNvPr id="40" name="テキスト ボックス 39">
            <a:extLst>
              <a:ext uri="{FF2B5EF4-FFF2-40B4-BE49-F238E27FC236}">
                <a16:creationId xmlns:a16="http://schemas.microsoft.com/office/drawing/2014/main" id="{DC91EB93-AA36-14B4-44BB-80525FEEF453}"/>
              </a:ext>
            </a:extLst>
          </p:cNvPr>
          <p:cNvSpPr txBox="1"/>
          <p:nvPr/>
        </p:nvSpPr>
        <p:spPr>
          <a:xfrm>
            <a:off x="5053605" y="5828254"/>
            <a:ext cx="4062352" cy="461665"/>
          </a:xfrm>
          <a:prstGeom prst="rect">
            <a:avLst/>
          </a:prstGeom>
          <a:noFill/>
        </p:spPr>
        <p:txBody>
          <a:bodyPr wrap="square" rtlCol="0">
            <a:spAutoFit/>
          </a:bodyPr>
          <a:lstStyle/>
          <a:p>
            <a:r>
              <a:rPr lang="ja-JP" altLang="en-US" sz="2400" b="1" dirty="0">
                <a:solidFill>
                  <a:schemeClr val="bg1"/>
                </a:solidFill>
                <a:latin typeface="BIZ UDPゴシック" panose="020B0400000000000000" pitchFamily="50" charset="-128"/>
                <a:ea typeface="BIZ UDPゴシック" panose="020B0400000000000000" pitchFamily="50" charset="-128"/>
              </a:rPr>
              <a:t>台北市立陽明高級中学</a:t>
            </a:r>
            <a:endParaRPr kumimoji="1" lang="ja-JP" altLang="en-US" sz="2400" b="1" dirty="0">
              <a:solidFill>
                <a:schemeClr val="bg1"/>
              </a:solidFill>
              <a:latin typeface="BIZ UDPゴシック" panose="020B0400000000000000" pitchFamily="50" charset="-128"/>
              <a:ea typeface="BIZ UDPゴシック" panose="020B0400000000000000" pitchFamily="50" charset="-128"/>
            </a:endParaRPr>
          </a:p>
        </p:txBody>
      </p:sp>
      <p:sp>
        <p:nvSpPr>
          <p:cNvPr id="43" name="テキスト ボックス 42">
            <a:extLst>
              <a:ext uri="{FF2B5EF4-FFF2-40B4-BE49-F238E27FC236}">
                <a16:creationId xmlns:a16="http://schemas.microsoft.com/office/drawing/2014/main" id="{AA155B46-45E8-97DF-03B9-C11B06591A23}"/>
              </a:ext>
            </a:extLst>
          </p:cNvPr>
          <p:cNvSpPr txBox="1"/>
          <p:nvPr/>
        </p:nvSpPr>
        <p:spPr>
          <a:xfrm>
            <a:off x="5053603" y="6420382"/>
            <a:ext cx="4471163" cy="2585323"/>
          </a:xfrm>
          <a:prstGeom prst="rect">
            <a:avLst/>
          </a:prstGeom>
          <a:noFill/>
        </p:spPr>
        <p:txBody>
          <a:bodyPr wrap="square">
            <a:spAutoFit/>
          </a:bodyPr>
          <a:lstStyle/>
          <a:p>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dirty="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dirty="0">
                <a:solidFill>
                  <a:schemeClr val="bg1"/>
                </a:solidFill>
                <a:effectLst/>
                <a:latin typeface="BIZ UDPゴシック" panose="020B0400000000000000" pitchFamily="50" charset="-128"/>
                <a:ea typeface="BIZ UDPゴシック" panose="020B0400000000000000" pitchFamily="50" charset="-128"/>
              </a:rPr>
              <a:t>ト</a:t>
            </a:r>
            <a:endParaRPr lang="ja-JP" altLang="ja-JP" dirty="0">
              <a:solidFill>
                <a:schemeClr val="bg1"/>
              </a:solidFill>
              <a:effectLst/>
              <a:latin typeface="BIZ UDPゴシック" panose="020B0400000000000000" pitchFamily="50" charset="-128"/>
              <a:ea typeface="BIZ UDPゴシック" panose="020B0400000000000000" pitchFamily="50" charset="-128"/>
            </a:endParaRPr>
          </a:p>
        </p:txBody>
      </p:sp>
      <p:sp>
        <p:nvSpPr>
          <p:cNvPr id="52" name="フリーフォーム: 図形 51">
            <a:extLst>
              <a:ext uri="{FF2B5EF4-FFF2-40B4-BE49-F238E27FC236}">
                <a16:creationId xmlns:a16="http://schemas.microsoft.com/office/drawing/2014/main" id="{8B64A593-2C7F-A1B4-A977-2319E4D06FC7}"/>
              </a:ext>
            </a:extLst>
          </p:cNvPr>
          <p:cNvSpPr/>
          <p:nvPr/>
        </p:nvSpPr>
        <p:spPr>
          <a:xfrm>
            <a:off x="4983287" y="6071487"/>
            <a:ext cx="4552841" cy="2992901"/>
          </a:xfrm>
          <a:custGeom>
            <a:avLst/>
            <a:gdLst>
              <a:gd name="connsiteX0" fmla="*/ 131328 w 4552841"/>
              <a:gd name="connsiteY0" fmla="*/ 0 h 2992901"/>
              <a:gd name="connsiteX1" fmla="*/ 143403 w 4552841"/>
              <a:gd name="connsiteY1" fmla="*/ 0 h 2992901"/>
              <a:gd name="connsiteX2" fmla="*/ 143403 w 4552841"/>
              <a:gd name="connsiteY2" fmla="*/ 230832 h 2992901"/>
              <a:gd name="connsiteX3" fmla="*/ 3276470 w 4552841"/>
              <a:gd name="connsiteY3" fmla="*/ 230832 h 2992901"/>
              <a:gd name="connsiteX4" fmla="*/ 3276470 w 4552841"/>
              <a:gd name="connsiteY4" fmla="*/ 0 h 2992901"/>
              <a:gd name="connsiteX5" fmla="*/ 4421513 w 4552841"/>
              <a:gd name="connsiteY5" fmla="*/ 0 h 2992901"/>
              <a:gd name="connsiteX6" fmla="*/ 4552841 w 4552841"/>
              <a:gd name="connsiteY6" fmla="*/ 131328 h 2992901"/>
              <a:gd name="connsiteX7" fmla="*/ 4552841 w 4552841"/>
              <a:gd name="connsiteY7" fmla="*/ 2861573 h 2992901"/>
              <a:gd name="connsiteX8" fmla="*/ 4421513 w 4552841"/>
              <a:gd name="connsiteY8" fmla="*/ 2992901 h 2992901"/>
              <a:gd name="connsiteX9" fmla="*/ 131328 w 4552841"/>
              <a:gd name="connsiteY9" fmla="*/ 2992901 h 2992901"/>
              <a:gd name="connsiteX10" fmla="*/ 0 w 4552841"/>
              <a:gd name="connsiteY10" fmla="*/ 2861573 h 2992901"/>
              <a:gd name="connsiteX11" fmla="*/ 0 w 4552841"/>
              <a:gd name="connsiteY11" fmla="*/ 131328 h 2992901"/>
              <a:gd name="connsiteX12" fmla="*/ 131328 w 4552841"/>
              <a:gd name="connsiteY12" fmla="*/ 0 h 2992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52841" h="2992901">
                <a:moveTo>
                  <a:pt x="131328" y="0"/>
                </a:moveTo>
                <a:lnTo>
                  <a:pt x="143403" y="0"/>
                </a:lnTo>
                <a:lnTo>
                  <a:pt x="143403" y="230832"/>
                </a:lnTo>
                <a:lnTo>
                  <a:pt x="3276470" y="230832"/>
                </a:lnTo>
                <a:lnTo>
                  <a:pt x="3276470" y="0"/>
                </a:lnTo>
                <a:lnTo>
                  <a:pt x="4421513" y="0"/>
                </a:lnTo>
                <a:cubicBezTo>
                  <a:pt x="4494043" y="0"/>
                  <a:pt x="4552841" y="58798"/>
                  <a:pt x="4552841" y="131328"/>
                </a:cubicBezTo>
                <a:lnTo>
                  <a:pt x="4552841" y="2861573"/>
                </a:lnTo>
                <a:cubicBezTo>
                  <a:pt x="4552841" y="2934103"/>
                  <a:pt x="4494043" y="2992901"/>
                  <a:pt x="4421513" y="2992901"/>
                </a:cubicBezTo>
                <a:lnTo>
                  <a:pt x="131328" y="2992901"/>
                </a:lnTo>
                <a:cubicBezTo>
                  <a:pt x="58798" y="2992901"/>
                  <a:pt x="0" y="2934103"/>
                  <a:pt x="0" y="2861573"/>
                </a:cubicBezTo>
                <a:lnTo>
                  <a:pt x="0" y="131328"/>
                </a:lnTo>
                <a:cubicBezTo>
                  <a:pt x="0" y="58798"/>
                  <a:pt x="58798" y="0"/>
                  <a:pt x="131328" y="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latin typeface="BIZ UDPゴシック" panose="020B0400000000000000" pitchFamily="50" charset="-128"/>
              <a:ea typeface="BIZ UDPゴシック" panose="020B0400000000000000" pitchFamily="50" charset="-128"/>
            </a:endParaRPr>
          </a:p>
        </p:txBody>
      </p:sp>
      <p:cxnSp>
        <p:nvCxnSpPr>
          <p:cNvPr id="56" name="直線コネクタ 55">
            <a:extLst>
              <a:ext uri="{FF2B5EF4-FFF2-40B4-BE49-F238E27FC236}">
                <a16:creationId xmlns:a16="http://schemas.microsoft.com/office/drawing/2014/main" id="{BBF9408E-EC26-444D-1A39-7532B778A3C4}"/>
              </a:ext>
            </a:extLst>
          </p:cNvPr>
          <p:cNvCxnSpPr/>
          <p:nvPr/>
        </p:nvCxnSpPr>
        <p:spPr>
          <a:xfrm>
            <a:off x="621234" y="879503"/>
            <a:ext cx="8220347" cy="0"/>
          </a:xfrm>
          <a:prstGeom prst="line">
            <a:avLst/>
          </a:prstGeom>
          <a:ln>
            <a:gradFill flip="none" rotWithShape="1">
              <a:gsLst>
                <a:gs pos="80000">
                  <a:schemeClr val="bg1"/>
                </a:gs>
                <a:gs pos="100000">
                  <a:schemeClr val="bg1">
                    <a:alpha val="0"/>
                  </a:schemeClr>
                </a:gs>
              </a:gsLst>
              <a:path path="circle">
                <a:fillToRect l="50000" t="50000" r="50000" b="50000"/>
              </a:path>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4836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3AC04-D2DC-54A4-5A56-A52BB7202D9F}"/>
            </a:ext>
          </a:extLst>
        </p:cNvPr>
        <p:cNvGrpSpPr/>
        <p:nvPr/>
      </p:nvGrpSpPr>
      <p:grpSpPr>
        <a:xfrm>
          <a:off x="0" y="0"/>
          <a:ext cx="0" cy="0"/>
          <a:chOff x="0" y="0"/>
          <a:chExt cx="0" cy="0"/>
        </a:xfrm>
      </p:grpSpPr>
      <p:pic>
        <p:nvPicPr>
          <p:cNvPr id="28" name="図 27" descr="建物の前を歩く人々&#10;&#10;AI によって生成されたコンテンツは間違っている可能性があります。">
            <a:extLst>
              <a:ext uri="{FF2B5EF4-FFF2-40B4-BE49-F238E27FC236}">
                <a16:creationId xmlns:a16="http://schemas.microsoft.com/office/drawing/2014/main" id="{92D1AF6C-D717-D856-F7AE-5D455C1249FB}"/>
              </a:ext>
            </a:extLst>
          </p:cNvPr>
          <p:cNvPicPr>
            <a:picLocks noChangeAspect="1"/>
          </p:cNvPicPr>
          <p:nvPr/>
        </p:nvPicPr>
        <p:blipFill>
          <a:blip r:embed="rId2">
            <a:extLst>
              <a:ext uri="{28A0092B-C50C-407E-A947-70E740481C1C}">
                <a14:useLocalDpi xmlns:a14="http://schemas.microsoft.com/office/drawing/2010/main" val="0"/>
              </a:ext>
            </a:extLst>
          </a:blip>
          <a:srcRect t="82"/>
          <a:stretch/>
        </p:blipFill>
        <p:spPr>
          <a:xfrm>
            <a:off x="0" y="0"/>
            <a:ext cx="9601200" cy="12799147"/>
          </a:xfrm>
          <a:prstGeom prst="rect">
            <a:avLst/>
          </a:prstGeom>
        </p:spPr>
      </p:pic>
      <p:sp>
        <p:nvSpPr>
          <p:cNvPr id="8" name="正方形/長方形 7">
            <a:extLst>
              <a:ext uri="{FF2B5EF4-FFF2-40B4-BE49-F238E27FC236}">
                <a16:creationId xmlns:a16="http://schemas.microsoft.com/office/drawing/2014/main" id="{CC206294-476B-FA1E-A2E3-11530483E7E5}"/>
              </a:ext>
            </a:extLst>
          </p:cNvPr>
          <p:cNvSpPr/>
          <p:nvPr/>
        </p:nvSpPr>
        <p:spPr>
          <a:xfrm>
            <a:off x="0" y="0"/>
            <a:ext cx="9601200" cy="128016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8010D96F-1EE3-6A47-3DAF-6C8C1BE08FF5}"/>
              </a:ext>
            </a:extLst>
          </p:cNvPr>
          <p:cNvSpPr txBox="1"/>
          <p:nvPr/>
        </p:nvSpPr>
        <p:spPr>
          <a:xfrm>
            <a:off x="759619" y="-131742"/>
            <a:ext cx="8081962" cy="1107996"/>
          </a:xfrm>
          <a:prstGeom prst="rect">
            <a:avLst/>
          </a:prstGeom>
          <a:noFill/>
        </p:spPr>
        <p:txBody>
          <a:bodyPr wrap="square" rtlCol="0">
            <a:spAutoFit/>
          </a:bodyPr>
          <a:lstStyle/>
          <a:p>
            <a:pPr algn="ctr"/>
            <a:r>
              <a:rPr kumimoji="1" lang="ja-JP" altLang="en-US" sz="6600" b="1">
                <a:solidFill>
                  <a:schemeClr val="bg1"/>
                </a:solidFill>
                <a:latin typeface="BIZ UDPゴシック" panose="020B0400000000000000" pitchFamily="50" charset="-128"/>
                <a:ea typeface="BIZ UDPゴシック" panose="020B0400000000000000" pitchFamily="50" charset="-128"/>
              </a:rPr>
              <a:t>台湾研修</a:t>
            </a:r>
          </a:p>
        </p:txBody>
      </p:sp>
      <p:sp>
        <p:nvSpPr>
          <p:cNvPr id="9" name="テキスト ボックス 8">
            <a:extLst>
              <a:ext uri="{FF2B5EF4-FFF2-40B4-BE49-F238E27FC236}">
                <a16:creationId xmlns:a16="http://schemas.microsoft.com/office/drawing/2014/main" id="{DAC87DF1-937A-24D2-E07E-EC2D35B4280D}"/>
              </a:ext>
            </a:extLst>
          </p:cNvPr>
          <p:cNvSpPr txBox="1"/>
          <p:nvPr/>
        </p:nvSpPr>
        <p:spPr>
          <a:xfrm>
            <a:off x="0" y="1214424"/>
            <a:ext cx="4800600" cy="769441"/>
          </a:xfrm>
          <a:prstGeom prst="rect">
            <a:avLst/>
          </a:prstGeom>
          <a:noFill/>
        </p:spPr>
        <p:txBody>
          <a:bodyPr wrap="square" rtlCol="0">
            <a:spAutoFit/>
          </a:bodyPr>
          <a:lstStyle/>
          <a:p>
            <a:pPr algn="ctr"/>
            <a:r>
              <a:rPr kumimoji="1" lang="en-US" altLang="ja-JP" sz="4400" dirty="0">
                <a:solidFill>
                  <a:schemeClr val="bg1"/>
                </a:solidFill>
                <a:latin typeface="BIZ UDPゴシック" panose="020B0400000000000000" pitchFamily="50" charset="-128"/>
                <a:ea typeface="BIZ UDPゴシック" panose="020B0400000000000000" pitchFamily="50" charset="-128"/>
              </a:rPr>
              <a:t>3</a:t>
            </a:r>
            <a:r>
              <a:rPr kumimoji="1" lang="ja-JP" altLang="en-US" sz="4400" dirty="0">
                <a:solidFill>
                  <a:schemeClr val="bg1"/>
                </a:solidFill>
                <a:latin typeface="BIZ UDPゴシック" panose="020B0400000000000000" pitchFamily="50" charset="-128"/>
                <a:ea typeface="BIZ UDPゴシック" panose="020B0400000000000000" pitchFamily="50" charset="-128"/>
              </a:rPr>
              <a:t>日目</a:t>
            </a:r>
          </a:p>
        </p:txBody>
      </p:sp>
      <p:sp>
        <p:nvSpPr>
          <p:cNvPr id="19" name="テキスト ボックス 18">
            <a:extLst>
              <a:ext uri="{FF2B5EF4-FFF2-40B4-BE49-F238E27FC236}">
                <a16:creationId xmlns:a16="http://schemas.microsoft.com/office/drawing/2014/main" id="{AD8F008C-5FFE-EA50-4A72-D6CF3310AFDC}"/>
              </a:ext>
            </a:extLst>
          </p:cNvPr>
          <p:cNvSpPr txBox="1"/>
          <p:nvPr/>
        </p:nvSpPr>
        <p:spPr>
          <a:xfrm>
            <a:off x="4724167" y="1238343"/>
            <a:ext cx="4800600" cy="769441"/>
          </a:xfrm>
          <a:prstGeom prst="rect">
            <a:avLst/>
          </a:prstGeom>
          <a:noFill/>
        </p:spPr>
        <p:txBody>
          <a:bodyPr wrap="square" rtlCol="0">
            <a:spAutoFit/>
          </a:bodyPr>
          <a:lstStyle/>
          <a:p>
            <a:pPr algn="ctr"/>
            <a:r>
              <a:rPr lang="en-US" altLang="ja-JP" sz="4400" dirty="0">
                <a:solidFill>
                  <a:schemeClr val="bg1"/>
                </a:solidFill>
                <a:latin typeface="BIZ UDPゴシック" panose="020B0400000000000000" pitchFamily="50" charset="-128"/>
                <a:ea typeface="BIZ UDPゴシック" panose="020B0400000000000000" pitchFamily="50" charset="-128"/>
              </a:rPr>
              <a:t>4</a:t>
            </a:r>
            <a:r>
              <a:rPr kumimoji="1" lang="ja-JP" altLang="en-US" sz="4400" dirty="0">
                <a:solidFill>
                  <a:schemeClr val="bg1"/>
                </a:solidFill>
                <a:latin typeface="BIZ UDPゴシック" panose="020B0400000000000000" pitchFamily="50" charset="-128"/>
                <a:ea typeface="BIZ UDPゴシック" panose="020B0400000000000000" pitchFamily="50" charset="-128"/>
              </a:rPr>
              <a:t>日目</a:t>
            </a:r>
          </a:p>
        </p:txBody>
      </p:sp>
      <p:grpSp>
        <p:nvGrpSpPr>
          <p:cNvPr id="23" name="グループ化 22">
            <a:extLst>
              <a:ext uri="{FF2B5EF4-FFF2-40B4-BE49-F238E27FC236}">
                <a16:creationId xmlns:a16="http://schemas.microsoft.com/office/drawing/2014/main" id="{7C014EC3-B8EB-071C-AA03-DD2087F4834B}"/>
              </a:ext>
            </a:extLst>
          </p:cNvPr>
          <p:cNvGrpSpPr/>
          <p:nvPr/>
        </p:nvGrpSpPr>
        <p:grpSpPr>
          <a:xfrm>
            <a:off x="171326" y="1987201"/>
            <a:ext cx="4062352" cy="461665"/>
            <a:chOff x="171326" y="2139526"/>
            <a:chExt cx="4062352" cy="461665"/>
          </a:xfrm>
        </p:grpSpPr>
        <p:sp>
          <p:nvSpPr>
            <p:cNvPr id="3" name="テキスト ボックス 2">
              <a:extLst>
                <a:ext uri="{FF2B5EF4-FFF2-40B4-BE49-F238E27FC236}">
                  <a16:creationId xmlns:a16="http://schemas.microsoft.com/office/drawing/2014/main" id="{E37875B3-BE35-742D-6B66-2EBFDD329C88}"/>
                </a:ext>
              </a:extLst>
            </p:cNvPr>
            <p:cNvSpPr txBox="1"/>
            <p:nvPr/>
          </p:nvSpPr>
          <p:spPr>
            <a:xfrm>
              <a:off x="171326" y="2139526"/>
              <a:ext cx="4062352" cy="461665"/>
            </a:xfrm>
            <a:prstGeom prst="rect">
              <a:avLst/>
            </a:prstGeom>
            <a:noFill/>
          </p:spPr>
          <p:txBody>
            <a:bodyPr wrap="square" rtlCol="0">
              <a:spAutoFit/>
            </a:bodyPr>
            <a:lstStyle/>
            <a:p>
              <a:r>
                <a:rPr kumimoji="1" lang="ja-JP" altLang="en-US" sz="2400" b="1" dirty="0">
                  <a:solidFill>
                    <a:schemeClr val="bg1"/>
                  </a:solidFill>
                  <a:latin typeface="BIZ UDPゴシック" panose="020B0400000000000000" pitchFamily="50" charset="-128"/>
                  <a:ea typeface="BIZ UDPゴシック" panose="020B0400000000000000" pitchFamily="50" charset="-128"/>
                </a:rPr>
                <a:t>国立台湾科学教育館</a:t>
              </a:r>
            </a:p>
          </p:txBody>
        </p:sp>
        <p:cxnSp>
          <p:nvCxnSpPr>
            <p:cNvPr id="12" name="直線コネクタ 11">
              <a:extLst>
                <a:ext uri="{FF2B5EF4-FFF2-40B4-BE49-F238E27FC236}">
                  <a16:creationId xmlns:a16="http://schemas.microsoft.com/office/drawing/2014/main" id="{E3A3327A-1EC4-DEEA-7745-A7D3EA3FCBB9}"/>
                </a:ext>
              </a:extLst>
            </p:cNvPr>
            <p:cNvCxnSpPr/>
            <p:nvPr/>
          </p:nvCxnSpPr>
          <p:spPr>
            <a:xfrm>
              <a:off x="171326" y="2552700"/>
              <a:ext cx="3492624" cy="0"/>
            </a:xfrm>
            <a:prstGeom prst="line">
              <a:avLst/>
            </a:prstGeom>
            <a:ln>
              <a:gradFill flip="none" rotWithShape="1">
                <a:gsLst>
                  <a:gs pos="80000">
                    <a:schemeClr val="bg1"/>
                  </a:gs>
                  <a:gs pos="100000">
                    <a:schemeClr val="bg1">
                      <a:alpha val="0"/>
                    </a:schemeClr>
                  </a:gs>
                </a:gsLst>
                <a:lin ang="0" scaled="1"/>
                <a:tileRect/>
              </a:gradFill>
            </a:ln>
          </p:spPr>
          <p:style>
            <a:lnRef idx="2">
              <a:schemeClr val="accent1"/>
            </a:lnRef>
            <a:fillRef idx="0">
              <a:schemeClr val="accent1"/>
            </a:fillRef>
            <a:effectRef idx="1">
              <a:schemeClr val="accent1"/>
            </a:effectRef>
            <a:fontRef idx="minor">
              <a:schemeClr val="tx1"/>
            </a:fontRef>
          </p:style>
        </p:cxnSp>
      </p:grpSp>
      <p:grpSp>
        <p:nvGrpSpPr>
          <p:cNvPr id="24" name="グループ化 23">
            <a:extLst>
              <a:ext uri="{FF2B5EF4-FFF2-40B4-BE49-F238E27FC236}">
                <a16:creationId xmlns:a16="http://schemas.microsoft.com/office/drawing/2014/main" id="{33111812-7107-F4BF-B171-8DD2FD49315C}"/>
              </a:ext>
            </a:extLst>
          </p:cNvPr>
          <p:cNvGrpSpPr/>
          <p:nvPr/>
        </p:nvGrpSpPr>
        <p:grpSpPr>
          <a:xfrm>
            <a:off x="171326" y="5968999"/>
            <a:ext cx="4062352" cy="461665"/>
            <a:chOff x="171326" y="6712194"/>
            <a:chExt cx="4062352" cy="461665"/>
          </a:xfrm>
        </p:grpSpPr>
        <p:sp>
          <p:nvSpPr>
            <p:cNvPr id="16" name="テキスト ボックス 15">
              <a:extLst>
                <a:ext uri="{FF2B5EF4-FFF2-40B4-BE49-F238E27FC236}">
                  <a16:creationId xmlns:a16="http://schemas.microsoft.com/office/drawing/2014/main" id="{5467DECA-FF7E-9833-A03C-03A7A3558376}"/>
                </a:ext>
              </a:extLst>
            </p:cNvPr>
            <p:cNvSpPr txBox="1"/>
            <p:nvPr/>
          </p:nvSpPr>
          <p:spPr>
            <a:xfrm>
              <a:off x="171326" y="6712194"/>
              <a:ext cx="4062352" cy="461665"/>
            </a:xfrm>
            <a:prstGeom prst="rect">
              <a:avLst/>
            </a:prstGeom>
            <a:noFill/>
          </p:spPr>
          <p:txBody>
            <a:bodyPr wrap="square" rtlCol="0">
              <a:spAutoFit/>
            </a:bodyPr>
            <a:lstStyle/>
            <a:p>
              <a:r>
                <a:rPr kumimoji="1" lang="ja-JP" altLang="en-US" sz="2400" b="1" dirty="0">
                  <a:solidFill>
                    <a:schemeClr val="bg1"/>
                  </a:solidFill>
                  <a:latin typeface="BIZ UDPゴシック" panose="020B0400000000000000" pitchFamily="50" charset="-128"/>
                  <a:ea typeface="BIZ UDPゴシック" panose="020B0400000000000000" pitchFamily="50" charset="-128"/>
                </a:rPr>
                <a:t>台北市立大直高級中学</a:t>
              </a:r>
            </a:p>
          </p:txBody>
        </p:sp>
        <p:cxnSp>
          <p:nvCxnSpPr>
            <p:cNvPr id="22" name="直線コネクタ 21">
              <a:extLst>
                <a:ext uri="{FF2B5EF4-FFF2-40B4-BE49-F238E27FC236}">
                  <a16:creationId xmlns:a16="http://schemas.microsoft.com/office/drawing/2014/main" id="{A50C6EC6-5902-AC71-55F0-D1ABC2D0EA0C}"/>
                </a:ext>
              </a:extLst>
            </p:cNvPr>
            <p:cNvCxnSpPr/>
            <p:nvPr/>
          </p:nvCxnSpPr>
          <p:spPr>
            <a:xfrm>
              <a:off x="171326" y="7125368"/>
              <a:ext cx="3492624" cy="0"/>
            </a:xfrm>
            <a:prstGeom prst="line">
              <a:avLst/>
            </a:prstGeom>
            <a:ln>
              <a:gradFill flip="none" rotWithShape="1">
                <a:gsLst>
                  <a:gs pos="80000">
                    <a:schemeClr val="bg1"/>
                  </a:gs>
                  <a:gs pos="100000">
                    <a:schemeClr val="bg1">
                      <a:alpha val="0"/>
                    </a:schemeClr>
                  </a:gs>
                </a:gsLst>
                <a:lin ang="0" scaled="1"/>
                <a:tileRect/>
              </a:gradFill>
            </a:ln>
          </p:spPr>
          <p:style>
            <a:lnRef idx="2">
              <a:schemeClr val="accent1"/>
            </a:lnRef>
            <a:fillRef idx="0">
              <a:schemeClr val="accent1"/>
            </a:fillRef>
            <a:effectRef idx="1">
              <a:schemeClr val="accent1"/>
            </a:effectRef>
            <a:fontRef idx="minor">
              <a:schemeClr val="tx1"/>
            </a:fontRef>
          </p:style>
        </p:cxnSp>
      </p:grpSp>
      <p:sp>
        <p:nvSpPr>
          <p:cNvPr id="25" name="テキスト ボックス 24">
            <a:extLst>
              <a:ext uri="{FF2B5EF4-FFF2-40B4-BE49-F238E27FC236}">
                <a16:creationId xmlns:a16="http://schemas.microsoft.com/office/drawing/2014/main" id="{0F63AF9A-F4DB-9B84-BC5F-9613D3B3C226}"/>
              </a:ext>
            </a:extLst>
          </p:cNvPr>
          <p:cNvSpPr txBox="1"/>
          <p:nvPr/>
        </p:nvSpPr>
        <p:spPr>
          <a:xfrm>
            <a:off x="171326" y="2548890"/>
            <a:ext cx="3841874" cy="3416320"/>
          </a:xfrm>
          <a:prstGeom prst="rect">
            <a:avLst/>
          </a:prstGeom>
          <a:noFill/>
        </p:spPr>
        <p:txBody>
          <a:bodyPr wrap="square" rtlCol="0">
            <a:spAutoFit/>
          </a:bodyPr>
          <a:lstStyle/>
          <a:p>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endParaRPr kumimoji="1" lang="ja-JP" altLang="en-US">
              <a:solidFill>
                <a:schemeClr val="bg1"/>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46080C83-598D-6BAE-B117-189D8FA74E4A}"/>
              </a:ext>
            </a:extLst>
          </p:cNvPr>
          <p:cNvSpPr txBox="1"/>
          <p:nvPr/>
        </p:nvSpPr>
        <p:spPr>
          <a:xfrm>
            <a:off x="171326" y="6535800"/>
            <a:ext cx="3841874" cy="3139321"/>
          </a:xfrm>
          <a:prstGeom prst="rect">
            <a:avLst/>
          </a:prstGeom>
          <a:noFill/>
        </p:spPr>
        <p:txBody>
          <a:bodyPr wrap="square" rtlCol="0">
            <a:spAutoFit/>
          </a:bodyPr>
          <a:lstStyle/>
          <a:p>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r>
              <a:rPr kumimoji="1" lang="ja-JP" altLang="ja-JP" sz="1800" kern="1200">
                <a:solidFill>
                  <a:schemeClr val="bg1"/>
                </a:solidFill>
                <a:effectLst/>
                <a:latin typeface="BIZ UDPゴシック" panose="020B0400000000000000" pitchFamily="50" charset="-128"/>
                <a:ea typeface="BIZ UDPゴシック" panose="020B0400000000000000" pitchFamily="50" charset="-128"/>
              </a:rPr>
              <a:t>サンプルテキス</a:t>
            </a:r>
            <a:r>
              <a:rPr kumimoji="1" lang="ja-JP" altLang="en-US" sz="1800" kern="1200">
                <a:solidFill>
                  <a:schemeClr val="bg1"/>
                </a:solidFill>
                <a:effectLst/>
                <a:latin typeface="BIZ UDPゴシック" panose="020B0400000000000000" pitchFamily="50" charset="-128"/>
                <a:ea typeface="BIZ UDPゴシック" panose="020B0400000000000000" pitchFamily="50" charset="-128"/>
              </a:rPr>
              <a:t>ト</a:t>
            </a:r>
            <a:endParaRPr kumimoji="1" lang="ja-JP" altLang="en-US">
              <a:solidFill>
                <a:schemeClr val="bg1"/>
              </a:solidFill>
              <a:latin typeface="BIZ UDPゴシック" panose="020B0400000000000000" pitchFamily="50" charset="-128"/>
              <a:ea typeface="BIZ UDPゴシック" panose="020B0400000000000000" pitchFamily="50" charset="-128"/>
            </a:endParaRPr>
          </a:p>
        </p:txBody>
      </p:sp>
      <p:cxnSp>
        <p:nvCxnSpPr>
          <p:cNvPr id="30" name="直線コネクタ 29">
            <a:extLst>
              <a:ext uri="{FF2B5EF4-FFF2-40B4-BE49-F238E27FC236}">
                <a16:creationId xmlns:a16="http://schemas.microsoft.com/office/drawing/2014/main" id="{445675B3-41D2-E77F-A38F-47D79E22C096}"/>
              </a:ext>
            </a:extLst>
          </p:cNvPr>
          <p:cNvCxnSpPr/>
          <p:nvPr/>
        </p:nvCxnSpPr>
        <p:spPr>
          <a:xfrm>
            <a:off x="621234" y="879503"/>
            <a:ext cx="8220347" cy="0"/>
          </a:xfrm>
          <a:prstGeom prst="line">
            <a:avLst/>
          </a:prstGeom>
          <a:ln>
            <a:gradFill flip="none" rotWithShape="1">
              <a:gsLst>
                <a:gs pos="80000">
                  <a:schemeClr val="bg1"/>
                </a:gs>
                <a:gs pos="100000">
                  <a:schemeClr val="bg1">
                    <a:alpha val="0"/>
                  </a:schemeClr>
                </a:gs>
              </a:gsLst>
              <a:path path="circle">
                <a:fillToRect l="50000" t="50000" r="50000" b="50000"/>
              </a:path>
              <a:tileRect/>
            </a:gradFill>
          </a:ln>
        </p:spPr>
        <p:style>
          <a:lnRef idx="2">
            <a:schemeClr val="accent1"/>
          </a:lnRef>
          <a:fillRef idx="0">
            <a:schemeClr val="accent1"/>
          </a:fillRef>
          <a:effectRef idx="1">
            <a:schemeClr val="accent1"/>
          </a:effectRef>
          <a:fontRef idx="minor">
            <a:schemeClr val="tx1"/>
          </a:fontRef>
        </p:style>
      </p:cxnSp>
      <p:pic>
        <p:nvPicPr>
          <p:cNvPr id="32" name="図 31" descr="人, 屋内, 天井, テーブル が含まれている画像&#10;&#10;AI によって生成されたコンテンツは間違っている可能性があります。">
            <a:extLst>
              <a:ext uri="{FF2B5EF4-FFF2-40B4-BE49-F238E27FC236}">
                <a16:creationId xmlns:a16="http://schemas.microsoft.com/office/drawing/2014/main" id="{1B70951D-2480-0624-2FB1-0E7A6F29C0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326" y="9671784"/>
            <a:ext cx="3981894" cy="2989865"/>
          </a:xfrm>
          <a:prstGeom prst="rect">
            <a:avLst/>
          </a:prstGeom>
        </p:spPr>
      </p:pic>
      <p:pic>
        <p:nvPicPr>
          <p:cNvPr id="1028" name="図 1027" descr="人, グループ, 立つ, 民衆 が含まれている画像&#10;&#10;AI によって生成されたコンテンツは間違っている可能性があります。">
            <a:extLst>
              <a:ext uri="{FF2B5EF4-FFF2-40B4-BE49-F238E27FC236}">
                <a16:creationId xmlns:a16="http://schemas.microsoft.com/office/drawing/2014/main" id="{8E22C664-1900-D874-400E-E0B8E022B21E}"/>
              </a:ext>
            </a:extLst>
          </p:cNvPr>
          <p:cNvPicPr>
            <a:picLocks noChangeAspect="1"/>
          </p:cNvPicPr>
          <p:nvPr/>
        </p:nvPicPr>
        <p:blipFill>
          <a:blip r:embed="rId4" cstate="print">
            <a:extLst>
              <a:ext uri="{28A0092B-C50C-407E-A947-70E740481C1C}">
                <a14:useLocalDpi xmlns:a14="http://schemas.microsoft.com/office/drawing/2010/main" val="0"/>
              </a:ext>
            </a:extLst>
          </a:blip>
          <a:srcRect l="18773" r="15902" b="492"/>
          <a:stretch>
            <a:fillRect/>
          </a:stretch>
        </p:blipFill>
        <p:spPr>
          <a:xfrm>
            <a:off x="5056181" y="9142626"/>
            <a:ext cx="3076686" cy="3519023"/>
          </a:xfrm>
          <a:custGeom>
            <a:avLst/>
            <a:gdLst>
              <a:gd name="connsiteX0" fmla="*/ 1503539 w 3076686"/>
              <a:gd name="connsiteY0" fmla="*/ 0 h 3519023"/>
              <a:gd name="connsiteX1" fmla="*/ 1573143 w 3076686"/>
              <a:gd name="connsiteY1" fmla="*/ 0 h 3519023"/>
              <a:gd name="connsiteX2" fmla="*/ 3076686 w 3076686"/>
              <a:gd name="connsiteY2" fmla="*/ 751771 h 3519023"/>
              <a:gd name="connsiteX3" fmla="*/ 3076686 w 3076686"/>
              <a:gd name="connsiteY3" fmla="*/ 2749851 h 3519023"/>
              <a:gd name="connsiteX4" fmla="*/ 1538341 w 3076686"/>
              <a:gd name="connsiteY4" fmla="*/ 3519023 h 3519023"/>
              <a:gd name="connsiteX5" fmla="*/ 0 w 3076686"/>
              <a:gd name="connsiteY5" fmla="*/ 2749851 h 3519023"/>
              <a:gd name="connsiteX6" fmla="*/ 0 w 3076686"/>
              <a:gd name="connsiteY6" fmla="*/ 751771 h 351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6686" h="3519023">
                <a:moveTo>
                  <a:pt x="1503539" y="0"/>
                </a:moveTo>
                <a:lnTo>
                  <a:pt x="1573143" y="0"/>
                </a:lnTo>
                <a:lnTo>
                  <a:pt x="3076686" y="751771"/>
                </a:lnTo>
                <a:lnTo>
                  <a:pt x="3076686" y="2749851"/>
                </a:lnTo>
                <a:lnTo>
                  <a:pt x="1538341" y="3519023"/>
                </a:lnTo>
                <a:lnTo>
                  <a:pt x="0" y="2749851"/>
                </a:lnTo>
                <a:lnTo>
                  <a:pt x="0" y="751771"/>
                </a:lnTo>
                <a:close/>
              </a:path>
            </a:pathLst>
          </a:custGeom>
        </p:spPr>
      </p:pic>
      <p:sp>
        <p:nvSpPr>
          <p:cNvPr id="51" name="テキスト ボックス 50">
            <a:extLst>
              <a:ext uri="{FF2B5EF4-FFF2-40B4-BE49-F238E27FC236}">
                <a16:creationId xmlns:a16="http://schemas.microsoft.com/office/drawing/2014/main" id="{628AF2B5-0058-C9F9-86F9-05AE0725B9E5}"/>
              </a:ext>
            </a:extLst>
          </p:cNvPr>
          <p:cNvSpPr txBox="1"/>
          <p:nvPr/>
        </p:nvSpPr>
        <p:spPr>
          <a:xfrm>
            <a:off x="5573187" y="9783867"/>
            <a:ext cx="1924668" cy="369332"/>
          </a:xfrm>
          <a:prstGeom prst="rect">
            <a:avLst/>
          </a:prstGeom>
          <a:solidFill>
            <a:schemeClr val="bg1"/>
          </a:solidFill>
        </p:spPr>
        <p:txBody>
          <a:bodyPr wrap="square" rtlCol="0">
            <a:spAutoFit/>
          </a:bodyPr>
          <a:lstStyle/>
          <a:p>
            <a:pPr algn="ctr"/>
            <a:r>
              <a:rPr kumimoji="1" lang="ja-JP" altLang="en-US">
                <a:latin typeface="BIZ UDPゴシック" panose="020B0400000000000000" pitchFamily="50" charset="-128"/>
                <a:ea typeface="BIZ UDPゴシック" panose="020B0400000000000000" pitchFamily="50" charset="-128"/>
              </a:rPr>
              <a:t>サンプルイメージ</a:t>
            </a:r>
          </a:p>
        </p:txBody>
      </p:sp>
      <p:sp>
        <p:nvSpPr>
          <p:cNvPr id="52" name="テキスト ボックス 51">
            <a:extLst>
              <a:ext uri="{FF2B5EF4-FFF2-40B4-BE49-F238E27FC236}">
                <a16:creationId xmlns:a16="http://schemas.microsoft.com/office/drawing/2014/main" id="{B638921C-AD4A-987B-B5A6-E296DF673EC2}"/>
              </a:ext>
            </a:extLst>
          </p:cNvPr>
          <p:cNvSpPr txBox="1"/>
          <p:nvPr/>
        </p:nvSpPr>
        <p:spPr>
          <a:xfrm>
            <a:off x="1339833" y="9867687"/>
            <a:ext cx="1924668" cy="369332"/>
          </a:xfrm>
          <a:prstGeom prst="rect">
            <a:avLst/>
          </a:prstGeom>
          <a:solidFill>
            <a:schemeClr val="bg1"/>
          </a:solidFill>
        </p:spPr>
        <p:txBody>
          <a:bodyPr wrap="square" rtlCol="0">
            <a:spAutoFit/>
          </a:bodyPr>
          <a:lstStyle/>
          <a:p>
            <a:pPr algn="ctr"/>
            <a:r>
              <a:rPr kumimoji="1" lang="ja-JP" altLang="en-US">
                <a:latin typeface="BIZ UDPゴシック" panose="020B0400000000000000" pitchFamily="50" charset="-128"/>
                <a:ea typeface="BIZ UDPゴシック" panose="020B0400000000000000" pitchFamily="50" charset="-128"/>
              </a:rPr>
              <a:t>サンプルイメージ</a:t>
            </a:r>
          </a:p>
        </p:txBody>
      </p:sp>
      <p:sp>
        <p:nvSpPr>
          <p:cNvPr id="55" name="フリーフォーム: 図形 54">
            <a:extLst>
              <a:ext uri="{FF2B5EF4-FFF2-40B4-BE49-F238E27FC236}">
                <a16:creationId xmlns:a16="http://schemas.microsoft.com/office/drawing/2014/main" id="{C1EB8291-15F6-B6CE-36EE-2E9E4E4A3425}"/>
              </a:ext>
            </a:extLst>
          </p:cNvPr>
          <p:cNvSpPr/>
          <p:nvPr/>
        </p:nvSpPr>
        <p:spPr>
          <a:xfrm>
            <a:off x="7627697" y="7431820"/>
            <a:ext cx="1897070" cy="2180540"/>
          </a:xfrm>
          <a:custGeom>
            <a:avLst/>
            <a:gdLst>
              <a:gd name="connsiteX0" fmla="*/ 0 w 1581794"/>
              <a:gd name="connsiteY0" fmla="*/ 688081 h 1376161"/>
              <a:gd name="connsiteX1" fmla="*/ 344040 w 1581794"/>
              <a:gd name="connsiteY1" fmla="*/ 0 h 1376161"/>
              <a:gd name="connsiteX2" fmla="*/ 1237754 w 1581794"/>
              <a:gd name="connsiteY2" fmla="*/ 0 h 1376161"/>
              <a:gd name="connsiteX3" fmla="*/ 1581794 w 1581794"/>
              <a:gd name="connsiteY3" fmla="*/ 688081 h 1376161"/>
              <a:gd name="connsiteX4" fmla="*/ 1237754 w 1581794"/>
              <a:gd name="connsiteY4" fmla="*/ 1376161 h 1376161"/>
              <a:gd name="connsiteX5" fmla="*/ 344040 w 1581794"/>
              <a:gd name="connsiteY5" fmla="*/ 1376161 h 1376161"/>
              <a:gd name="connsiteX6" fmla="*/ 0 w 1581794"/>
              <a:gd name="connsiteY6" fmla="*/ 688081 h 137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94" h="1376161">
                <a:moveTo>
                  <a:pt x="790896" y="0"/>
                </a:moveTo>
                <a:lnTo>
                  <a:pt x="1581793" y="299315"/>
                </a:lnTo>
                <a:lnTo>
                  <a:pt x="1581793" y="1076846"/>
                </a:lnTo>
                <a:lnTo>
                  <a:pt x="790896" y="1376161"/>
                </a:lnTo>
                <a:lnTo>
                  <a:pt x="1" y="1076846"/>
                </a:lnTo>
                <a:lnTo>
                  <a:pt x="1" y="299315"/>
                </a:lnTo>
                <a:lnTo>
                  <a:pt x="790896" y="0"/>
                </a:lnTo>
                <a:close/>
              </a:path>
            </a:pathLst>
          </a:custGeom>
          <a:solidFill>
            <a:schemeClr val="bg1">
              <a:alpha val="7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75412" tIns="307457" rIns="275413" bIns="307456" numCol="1" spcCol="1270" anchor="ctr" anchorCtr="0">
            <a:noAutofit/>
          </a:bodyPr>
          <a:lstStyle/>
          <a:p>
            <a:pPr marL="0" lvl="0" indent="0" algn="ctr" defTabSz="711200">
              <a:lnSpc>
                <a:spcPct val="90000"/>
              </a:lnSpc>
              <a:spcBef>
                <a:spcPct val="0"/>
              </a:spcBef>
              <a:spcAft>
                <a:spcPct val="35000"/>
              </a:spcAft>
              <a:buNone/>
            </a:pPr>
            <a:r>
              <a:rPr kumimoji="1" lang="ja-JP" altLang="en-US" sz="3600" kern="1200" dirty="0">
                <a:solidFill>
                  <a:schemeClr val="tx1"/>
                </a:solidFill>
                <a:latin typeface="BIZ UDPゴシック" panose="020B0400000000000000" pitchFamily="50" charset="-128"/>
                <a:ea typeface="BIZ UDPゴシック" panose="020B0400000000000000" pitchFamily="50" charset="-128"/>
              </a:rPr>
              <a:t>その他</a:t>
            </a:r>
          </a:p>
        </p:txBody>
      </p:sp>
      <p:sp>
        <p:nvSpPr>
          <p:cNvPr id="57" name="フリーフォーム: 図形 56">
            <a:extLst>
              <a:ext uri="{FF2B5EF4-FFF2-40B4-BE49-F238E27FC236}">
                <a16:creationId xmlns:a16="http://schemas.microsoft.com/office/drawing/2014/main" id="{1EE9126B-7C21-9FFB-8F72-C6E483C706AA}"/>
              </a:ext>
            </a:extLst>
          </p:cNvPr>
          <p:cNvSpPr/>
          <p:nvPr/>
        </p:nvSpPr>
        <p:spPr>
          <a:xfrm>
            <a:off x="4830418" y="1531183"/>
            <a:ext cx="1376162" cy="1581795"/>
          </a:xfrm>
          <a:custGeom>
            <a:avLst/>
            <a:gdLst>
              <a:gd name="connsiteX0" fmla="*/ 0 w 1581794"/>
              <a:gd name="connsiteY0" fmla="*/ 688081 h 1376161"/>
              <a:gd name="connsiteX1" fmla="*/ 344040 w 1581794"/>
              <a:gd name="connsiteY1" fmla="*/ 0 h 1376161"/>
              <a:gd name="connsiteX2" fmla="*/ 1237754 w 1581794"/>
              <a:gd name="connsiteY2" fmla="*/ 0 h 1376161"/>
              <a:gd name="connsiteX3" fmla="*/ 1581794 w 1581794"/>
              <a:gd name="connsiteY3" fmla="*/ 688081 h 1376161"/>
              <a:gd name="connsiteX4" fmla="*/ 1237754 w 1581794"/>
              <a:gd name="connsiteY4" fmla="*/ 1376161 h 1376161"/>
              <a:gd name="connsiteX5" fmla="*/ 344040 w 1581794"/>
              <a:gd name="connsiteY5" fmla="*/ 1376161 h 1376161"/>
              <a:gd name="connsiteX6" fmla="*/ 0 w 1581794"/>
              <a:gd name="connsiteY6" fmla="*/ 688081 h 137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94" h="1376161">
                <a:moveTo>
                  <a:pt x="790896" y="0"/>
                </a:moveTo>
                <a:lnTo>
                  <a:pt x="1581793" y="299315"/>
                </a:lnTo>
                <a:lnTo>
                  <a:pt x="1581793" y="1076846"/>
                </a:lnTo>
                <a:lnTo>
                  <a:pt x="790896" y="1376161"/>
                </a:lnTo>
                <a:lnTo>
                  <a:pt x="1" y="1076846"/>
                </a:lnTo>
                <a:lnTo>
                  <a:pt x="1" y="299315"/>
                </a:lnTo>
                <a:lnTo>
                  <a:pt x="790896" y="0"/>
                </a:lnTo>
                <a:close/>
              </a:path>
            </a:pathLst>
          </a:custGeom>
          <a:solidFill>
            <a:schemeClr val="bg1">
              <a:alpha val="7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4452" tIns="246497" rIns="214453" bIns="246496" numCol="1" spcCol="1270" anchor="ctr" anchorCtr="0">
            <a:noAutofit/>
          </a:bodyPr>
          <a:lstStyle/>
          <a:p>
            <a:pPr marL="0" lvl="0" indent="0" algn="ctr" defTabSz="1600200">
              <a:lnSpc>
                <a:spcPct val="90000"/>
              </a:lnSpc>
              <a:spcBef>
                <a:spcPct val="0"/>
              </a:spcBef>
              <a:spcAft>
                <a:spcPct val="35000"/>
              </a:spcAft>
              <a:buNone/>
            </a:pPr>
            <a:r>
              <a:rPr kumimoji="1" lang="ja-JP" altLang="en-US" sz="3600" kern="1200">
                <a:solidFill>
                  <a:schemeClr val="tx1"/>
                </a:solidFill>
                <a:latin typeface="BIZ UDPゴシック" panose="020B0400000000000000" pitchFamily="50" charset="-128"/>
                <a:ea typeface="BIZ UDPゴシック" panose="020B0400000000000000" pitchFamily="50" charset="-128"/>
              </a:rPr>
              <a:t>帰国</a:t>
            </a:r>
          </a:p>
        </p:txBody>
      </p:sp>
      <p:sp>
        <p:nvSpPr>
          <p:cNvPr id="61" name="フリーフォーム: 図形 60">
            <a:extLst>
              <a:ext uri="{FF2B5EF4-FFF2-40B4-BE49-F238E27FC236}">
                <a16:creationId xmlns:a16="http://schemas.microsoft.com/office/drawing/2014/main" id="{8F6897CA-5AB2-DCD7-CC6A-1F4C4C588453}"/>
              </a:ext>
            </a:extLst>
          </p:cNvPr>
          <p:cNvSpPr/>
          <p:nvPr/>
        </p:nvSpPr>
        <p:spPr>
          <a:xfrm>
            <a:off x="6213723" y="2000830"/>
            <a:ext cx="3076690" cy="3536424"/>
          </a:xfrm>
          <a:custGeom>
            <a:avLst/>
            <a:gdLst>
              <a:gd name="connsiteX0" fmla="*/ 0 w 1581794"/>
              <a:gd name="connsiteY0" fmla="*/ 688081 h 1376161"/>
              <a:gd name="connsiteX1" fmla="*/ 344040 w 1581794"/>
              <a:gd name="connsiteY1" fmla="*/ 0 h 1376161"/>
              <a:gd name="connsiteX2" fmla="*/ 1237754 w 1581794"/>
              <a:gd name="connsiteY2" fmla="*/ 0 h 1376161"/>
              <a:gd name="connsiteX3" fmla="*/ 1581794 w 1581794"/>
              <a:gd name="connsiteY3" fmla="*/ 688081 h 1376161"/>
              <a:gd name="connsiteX4" fmla="*/ 1237754 w 1581794"/>
              <a:gd name="connsiteY4" fmla="*/ 1376161 h 1376161"/>
              <a:gd name="connsiteX5" fmla="*/ 344040 w 1581794"/>
              <a:gd name="connsiteY5" fmla="*/ 1376161 h 1376161"/>
              <a:gd name="connsiteX6" fmla="*/ 0 w 1581794"/>
              <a:gd name="connsiteY6" fmla="*/ 688081 h 137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94" h="1376161">
                <a:moveTo>
                  <a:pt x="790896" y="0"/>
                </a:moveTo>
                <a:lnTo>
                  <a:pt x="1581793" y="299315"/>
                </a:lnTo>
                <a:lnTo>
                  <a:pt x="1581793" y="1076846"/>
                </a:lnTo>
                <a:lnTo>
                  <a:pt x="790896" y="1376161"/>
                </a:lnTo>
                <a:lnTo>
                  <a:pt x="1" y="1076846"/>
                </a:lnTo>
                <a:lnTo>
                  <a:pt x="1" y="299315"/>
                </a:lnTo>
                <a:lnTo>
                  <a:pt x="790896" y="0"/>
                </a:lnTo>
                <a:close/>
              </a:path>
            </a:pathLst>
          </a:custGeom>
          <a:solidFill>
            <a:schemeClr val="bg1">
              <a:alpha val="7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75412" tIns="307457" rIns="275413" bIns="307456" numCol="1" spcCol="1270" anchor="ctr" anchorCtr="0">
            <a:noAutofit/>
          </a:bodyPr>
          <a:lstStyle/>
          <a:p>
            <a:pPr algn="ctr" defTabSz="711200">
              <a:lnSpc>
                <a:spcPct val="90000"/>
              </a:lnSpc>
              <a:spcBef>
                <a:spcPct val="0"/>
              </a:spcBef>
              <a:spcAft>
                <a:spcPct val="35000"/>
              </a:spcAft>
            </a:pPr>
            <a:endParaRPr kumimoji="1" lang="ja-JP" altLang="en-US" sz="1600" kern="1200">
              <a:solidFill>
                <a:schemeClr val="tx1"/>
              </a:solidFill>
              <a:latin typeface="BIZ UDPゴシック" panose="020B0400000000000000" pitchFamily="50" charset="-128"/>
              <a:ea typeface="BIZ UDPゴシック" panose="020B0400000000000000" pitchFamily="50" charset="-128"/>
            </a:endParaRPr>
          </a:p>
        </p:txBody>
      </p:sp>
      <p:sp>
        <p:nvSpPr>
          <p:cNvPr id="1024" name="フリーフォーム: 図形 1023">
            <a:extLst>
              <a:ext uri="{FF2B5EF4-FFF2-40B4-BE49-F238E27FC236}">
                <a16:creationId xmlns:a16="http://schemas.microsoft.com/office/drawing/2014/main" id="{381C033C-7BE5-3601-5DC4-B5E48BCE0D4E}"/>
              </a:ext>
            </a:extLst>
          </p:cNvPr>
          <p:cNvSpPr/>
          <p:nvPr/>
        </p:nvSpPr>
        <p:spPr>
          <a:xfrm>
            <a:off x="4545750" y="5132952"/>
            <a:ext cx="3076690" cy="3536424"/>
          </a:xfrm>
          <a:custGeom>
            <a:avLst/>
            <a:gdLst>
              <a:gd name="connsiteX0" fmla="*/ 0 w 1581794"/>
              <a:gd name="connsiteY0" fmla="*/ 688081 h 1376161"/>
              <a:gd name="connsiteX1" fmla="*/ 344040 w 1581794"/>
              <a:gd name="connsiteY1" fmla="*/ 0 h 1376161"/>
              <a:gd name="connsiteX2" fmla="*/ 1237754 w 1581794"/>
              <a:gd name="connsiteY2" fmla="*/ 0 h 1376161"/>
              <a:gd name="connsiteX3" fmla="*/ 1581794 w 1581794"/>
              <a:gd name="connsiteY3" fmla="*/ 688081 h 1376161"/>
              <a:gd name="connsiteX4" fmla="*/ 1237754 w 1581794"/>
              <a:gd name="connsiteY4" fmla="*/ 1376161 h 1376161"/>
              <a:gd name="connsiteX5" fmla="*/ 344040 w 1581794"/>
              <a:gd name="connsiteY5" fmla="*/ 1376161 h 1376161"/>
              <a:gd name="connsiteX6" fmla="*/ 0 w 1581794"/>
              <a:gd name="connsiteY6" fmla="*/ 688081 h 137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94" h="1376161">
                <a:moveTo>
                  <a:pt x="790896" y="0"/>
                </a:moveTo>
                <a:lnTo>
                  <a:pt x="1581793" y="299315"/>
                </a:lnTo>
                <a:lnTo>
                  <a:pt x="1581793" y="1076846"/>
                </a:lnTo>
                <a:lnTo>
                  <a:pt x="790896" y="1376161"/>
                </a:lnTo>
                <a:lnTo>
                  <a:pt x="1" y="1076846"/>
                </a:lnTo>
                <a:lnTo>
                  <a:pt x="1" y="299315"/>
                </a:lnTo>
                <a:lnTo>
                  <a:pt x="790896" y="0"/>
                </a:lnTo>
                <a:close/>
              </a:path>
            </a:pathLst>
          </a:custGeom>
          <a:solidFill>
            <a:schemeClr val="bg1">
              <a:alpha val="7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75412" tIns="307457" rIns="275413" bIns="307456" numCol="1" spcCol="1270" anchor="ctr" anchorCtr="0">
            <a:noAutofit/>
          </a:bodyPr>
          <a:lstStyle/>
          <a:p>
            <a:pPr algn="ctr" defTabSz="711200">
              <a:lnSpc>
                <a:spcPct val="90000"/>
              </a:lnSpc>
              <a:spcBef>
                <a:spcPct val="0"/>
              </a:spcBef>
              <a:spcAft>
                <a:spcPct val="35000"/>
              </a:spcAft>
            </a:pPr>
            <a:endParaRPr kumimoji="1" lang="ja-JP" altLang="en-US" sz="1600" kern="1200">
              <a:solidFill>
                <a:schemeClr val="tx1"/>
              </a:solidFill>
              <a:latin typeface="BIZ UDPゴシック" panose="020B0400000000000000" pitchFamily="50" charset="-128"/>
              <a:ea typeface="BIZ UDPゴシック" panose="020B0400000000000000" pitchFamily="50" charset="-128"/>
            </a:endParaRPr>
          </a:p>
        </p:txBody>
      </p:sp>
      <p:sp>
        <p:nvSpPr>
          <p:cNvPr id="1029" name="テキスト ボックス 1028">
            <a:extLst>
              <a:ext uri="{FF2B5EF4-FFF2-40B4-BE49-F238E27FC236}">
                <a16:creationId xmlns:a16="http://schemas.microsoft.com/office/drawing/2014/main" id="{EFC8F9A2-2782-BEE3-A001-BD6FDD4BF00C}"/>
              </a:ext>
            </a:extLst>
          </p:cNvPr>
          <p:cNvSpPr txBox="1"/>
          <p:nvPr/>
        </p:nvSpPr>
        <p:spPr>
          <a:xfrm>
            <a:off x="6206580" y="2627466"/>
            <a:ext cx="3076690" cy="2308324"/>
          </a:xfrm>
          <a:prstGeom prst="rect">
            <a:avLst/>
          </a:prstGeom>
          <a:noFill/>
        </p:spPr>
        <p:txBody>
          <a:bodyPr wrap="square" rtlCol="0">
            <a:spAutoFit/>
          </a:bodyPr>
          <a:lstStyle/>
          <a:p>
            <a:pPr algn="ctr"/>
            <a:r>
              <a:rPr lang="ja-JP" altLang="en-US" dirty="0">
                <a:latin typeface="BIZ UDPゴシック" panose="020B0400000000000000" pitchFamily="50" charset="-128"/>
                <a:ea typeface="BIZ UDPゴシック" panose="020B0400000000000000" pitchFamily="50" charset="-128"/>
              </a:rPr>
              <a:t>サンプルテキストサンプルテキストサンプルテキストサンプルテキストサンプルテキストサンプルテキストサンプルテキストサンプルテキストサンプルテキストプルテキストサンプルテキストサンプルテキストサンプルテキスト</a:t>
            </a:r>
            <a:endParaRPr kumimoji="1" lang="ja-JP" altLang="en-US" dirty="0"/>
          </a:p>
        </p:txBody>
      </p:sp>
      <p:sp>
        <p:nvSpPr>
          <p:cNvPr id="1032" name="テキスト ボックス 1031">
            <a:extLst>
              <a:ext uri="{FF2B5EF4-FFF2-40B4-BE49-F238E27FC236}">
                <a16:creationId xmlns:a16="http://schemas.microsoft.com/office/drawing/2014/main" id="{19A5BDF0-84C9-44C4-6AC7-14F45CD1C142}"/>
              </a:ext>
            </a:extLst>
          </p:cNvPr>
          <p:cNvSpPr txBox="1"/>
          <p:nvPr/>
        </p:nvSpPr>
        <p:spPr>
          <a:xfrm>
            <a:off x="4545754" y="5786702"/>
            <a:ext cx="3076686" cy="2308324"/>
          </a:xfrm>
          <a:prstGeom prst="rect">
            <a:avLst/>
          </a:prstGeom>
          <a:noFill/>
        </p:spPr>
        <p:txBody>
          <a:bodyPr wrap="square" rtlCol="0">
            <a:spAutoFit/>
          </a:bodyPr>
          <a:lstStyle/>
          <a:p>
            <a:pPr algn="ctr"/>
            <a:r>
              <a:rPr lang="ja-JP" altLang="en-US" dirty="0">
                <a:latin typeface="BIZ UDPゴシック" panose="020B0400000000000000" pitchFamily="50" charset="-128"/>
                <a:ea typeface="BIZ UDPゴシック" panose="020B0400000000000000" pitchFamily="50" charset="-128"/>
              </a:rPr>
              <a:t>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サンプルテキスト</a:t>
            </a:r>
            <a:endParaRPr kumimoji="1" lang="ja-JP" altLang="en-US" dirty="0"/>
          </a:p>
        </p:txBody>
      </p:sp>
    </p:spTree>
    <p:extLst>
      <p:ext uri="{BB962C8B-B14F-4D97-AF65-F5344CB8AC3E}">
        <p14:creationId xmlns:p14="http://schemas.microsoft.com/office/powerpoint/2010/main" val="287785301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68</Words>
  <Application>Microsoft Office PowerPoint</Application>
  <PresentationFormat>A3 297x420 mm</PresentationFormat>
  <Paragraphs>28</Paragraphs>
  <Slides>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BIZ UDPゴシック</vt:lpstr>
      <vt:lpstr>Aptos</vt:lpstr>
      <vt:lpstr>Aptos Display</vt:lpstr>
      <vt:lpstr>Arial</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ととか3710</dc:creator>
  <cp:lastModifiedBy>木村　湊</cp:lastModifiedBy>
  <cp:revision>1</cp:revision>
  <dcterms:created xsi:type="dcterms:W3CDTF">2025-03-22T13:24:20Z</dcterms:created>
  <dcterms:modified xsi:type="dcterms:W3CDTF">2025-03-22T18:02:22Z</dcterms:modified>
</cp:coreProperties>
</file>